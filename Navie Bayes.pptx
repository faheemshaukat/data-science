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7" r:id="rId12"/>
    <p:sldId id="273"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7B58FD-4DC4-4CF3-8B77-4C5FF8208D2C}" v="60" dt="2025-06-12T09:30:36.871"/>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21-RCS-015) LAIBA SABIR" userId="cdfba985-6cea-425f-a12a-4b4fa79fe82d" providerId="ADAL" clId="{1D7B58FD-4DC4-4CF3-8B77-4C5FF8208D2C}"/>
    <pc:docChg chg="undo custSel addSld delSld modSld">
      <pc:chgData name="(FA21-RCS-015) LAIBA SABIR" userId="cdfba985-6cea-425f-a12a-4b4fa79fe82d" providerId="ADAL" clId="{1D7B58FD-4DC4-4CF3-8B77-4C5FF8208D2C}" dt="2025-06-12T11:46:50.070" v="520" actId="14734"/>
      <pc:docMkLst>
        <pc:docMk/>
      </pc:docMkLst>
      <pc:sldChg chg="addSp modSp mod">
        <pc:chgData name="(FA21-RCS-015) LAIBA SABIR" userId="cdfba985-6cea-425f-a12a-4b4fa79fe82d" providerId="ADAL" clId="{1D7B58FD-4DC4-4CF3-8B77-4C5FF8208D2C}" dt="2025-06-12T09:29:58.415" v="426"/>
        <pc:sldMkLst>
          <pc:docMk/>
          <pc:sldMk cId="1638340340" sldId="256"/>
        </pc:sldMkLst>
        <pc:spChg chg="mod">
          <ac:chgData name="(FA21-RCS-015) LAIBA SABIR" userId="cdfba985-6cea-425f-a12a-4b4fa79fe82d" providerId="ADAL" clId="{1D7B58FD-4DC4-4CF3-8B77-4C5FF8208D2C}" dt="2025-06-12T09:29:43.004" v="425" actId="404"/>
          <ac:spMkLst>
            <pc:docMk/>
            <pc:sldMk cId="1638340340" sldId="256"/>
            <ac:spMk id="2" creationId="{9C5D9145-0A39-FE59-D490-2B8C9517B168}"/>
          </ac:spMkLst>
        </pc:spChg>
        <pc:spChg chg="mod">
          <ac:chgData name="(FA21-RCS-015) LAIBA SABIR" userId="cdfba985-6cea-425f-a12a-4b4fa79fe82d" providerId="ADAL" clId="{1D7B58FD-4DC4-4CF3-8B77-4C5FF8208D2C}" dt="2025-06-12T08:47:40.469" v="191" actId="403"/>
          <ac:spMkLst>
            <pc:docMk/>
            <pc:sldMk cId="1638340340" sldId="256"/>
            <ac:spMk id="3" creationId="{ED30939A-371F-9ADE-650A-C6FED4A03D93}"/>
          </ac:spMkLst>
        </pc:spChg>
        <pc:picChg chg="add mod">
          <ac:chgData name="(FA21-RCS-015) LAIBA SABIR" userId="cdfba985-6cea-425f-a12a-4b4fa79fe82d" providerId="ADAL" clId="{1D7B58FD-4DC4-4CF3-8B77-4C5FF8208D2C}" dt="2025-06-12T09:29:58.415" v="426"/>
          <ac:picMkLst>
            <pc:docMk/>
            <pc:sldMk cId="1638340340" sldId="256"/>
            <ac:picMk id="4" creationId="{7C0FEC40-650D-FCE2-7447-15D3540BB412}"/>
          </ac:picMkLst>
        </pc:picChg>
      </pc:sldChg>
      <pc:sldChg chg="addSp modSp">
        <pc:chgData name="(FA21-RCS-015) LAIBA SABIR" userId="cdfba985-6cea-425f-a12a-4b4fa79fe82d" providerId="ADAL" clId="{1D7B58FD-4DC4-4CF3-8B77-4C5FF8208D2C}" dt="2025-06-12T09:30:02.146" v="427"/>
        <pc:sldMkLst>
          <pc:docMk/>
          <pc:sldMk cId="3513007842" sldId="257"/>
        </pc:sldMkLst>
        <pc:picChg chg="add mod">
          <ac:chgData name="(FA21-RCS-015) LAIBA SABIR" userId="cdfba985-6cea-425f-a12a-4b4fa79fe82d" providerId="ADAL" clId="{1D7B58FD-4DC4-4CF3-8B77-4C5FF8208D2C}" dt="2025-06-12T09:30:02.146" v="427"/>
          <ac:picMkLst>
            <pc:docMk/>
            <pc:sldMk cId="3513007842" sldId="257"/>
            <ac:picMk id="4" creationId="{00C28B7A-8784-8F80-0EE2-255BA880C867}"/>
          </ac:picMkLst>
        </pc:picChg>
      </pc:sldChg>
      <pc:sldChg chg="addSp modSp mod">
        <pc:chgData name="(FA21-RCS-015) LAIBA SABIR" userId="cdfba985-6cea-425f-a12a-4b4fa79fe82d" providerId="ADAL" clId="{1D7B58FD-4DC4-4CF3-8B77-4C5FF8208D2C}" dt="2025-06-12T09:30:09.624" v="428"/>
        <pc:sldMkLst>
          <pc:docMk/>
          <pc:sldMk cId="779360823" sldId="258"/>
        </pc:sldMkLst>
        <pc:spChg chg="mod">
          <ac:chgData name="(FA21-RCS-015) LAIBA SABIR" userId="cdfba985-6cea-425f-a12a-4b4fa79fe82d" providerId="ADAL" clId="{1D7B58FD-4DC4-4CF3-8B77-4C5FF8208D2C}" dt="2025-06-12T08:49:02.452" v="205" actId="20577"/>
          <ac:spMkLst>
            <pc:docMk/>
            <pc:sldMk cId="779360823" sldId="258"/>
            <ac:spMk id="3" creationId="{CB7E5299-1408-33EE-B7E1-A0C49ABFCEE8}"/>
          </ac:spMkLst>
        </pc:spChg>
        <pc:picChg chg="add mod">
          <ac:chgData name="(FA21-RCS-015) LAIBA SABIR" userId="cdfba985-6cea-425f-a12a-4b4fa79fe82d" providerId="ADAL" clId="{1D7B58FD-4DC4-4CF3-8B77-4C5FF8208D2C}" dt="2025-06-12T09:30:09.624" v="428"/>
          <ac:picMkLst>
            <pc:docMk/>
            <pc:sldMk cId="779360823" sldId="258"/>
            <ac:picMk id="6" creationId="{1F62FD17-0388-8092-6A97-45C22BE2E313}"/>
          </ac:picMkLst>
        </pc:picChg>
      </pc:sldChg>
      <pc:sldChg chg="addSp modSp mod">
        <pc:chgData name="(FA21-RCS-015) LAIBA SABIR" userId="cdfba985-6cea-425f-a12a-4b4fa79fe82d" providerId="ADAL" clId="{1D7B58FD-4DC4-4CF3-8B77-4C5FF8208D2C}" dt="2025-06-12T09:30:11.277" v="429"/>
        <pc:sldMkLst>
          <pc:docMk/>
          <pc:sldMk cId="428260546" sldId="259"/>
        </pc:sldMkLst>
        <pc:spChg chg="mod">
          <ac:chgData name="(FA21-RCS-015) LAIBA SABIR" userId="cdfba985-6cea-425f-a12a-4b4fa79fe82d" providerId="ADAL" clId="{1D7B58FD-4DC4-4CF3-8B77-4C5FF8208D2C}" dt="2025-06-11T17:20:23.312" v="3" actId="404"/>
          <ac:spMkLst>
            <pc:docMk/>
            <pc:sldMk cId="428260546" sldId="259"/>
            <ac:spMk id="2" creationId="{A73F8AEF-DC46-72EC-1B52-BA1C70F8843B}"/>
          </ac:spMkLst>
        </pc:spChg>
        <pc:spChg chg="mod">
          <ac:chgData name="(FA21-RCS-015) LAIBA SABIR" userId="cdfba985-6cea-425f-a12a-4b4fa79fe82d" providerId="ADAL" clId="{1D7B58FD-4DC4-4CF3-8B77-4C5FF8208D2C}" dt="2025-06-11T17:21:13.847" v="28" actId="20577"/>
          <ac:spMkLst>
            <pc:docMk/>
            <pc:sldMk cId="428260546" sldId="259"/>
            <ac:spMk id="3" creationId="{126622D6-E93F-7E9F-540B-5D57A05C591A}"/>
          </ac:spMkLst>
        </pc:spChg>
        <pc:picChg chg="add mod">
          <ac:chgData name="(FA21-RCS-015) LAIBA SABIR" userId="cdfba985-6cea-425f-a12a-4b4fa79fe82d" providerId="ADAL" clId="{1D7B58FD-4DC4-4CF3-8B77-4C5FF8208D2C}" dt="2025-06-12T09:30:11.277" v="429"/>
          <ac:picMkLst>
            <pc:docMk/>
            <pc:sldMk cId="428260546" sldId="259"/>
            <ac:picMk id="4" creationId="{D7FB1D2E-D31B-485B-27EC-3B7EBD9B285C}"/>
          </ac:picMkLst>
        </pc:picChg>
      </pc:sldChg>
      <pc:sldChg chg="addSp modSp mod">
        <pc:chgData name="(FA21-RCS-015) LAIBA SABIR" userId="cdfba985-6cea-425f-a12a-4b4fa79fe82d" providerId="ADAL" clId="{1D7B58FD-4DC4-4CF3-8B77-4C5FF8208D2C}" dt="2025-06-12T09:30:13.093" v="430"/>
        <pc:sldMkLst>
          <pc:docMk/>
          <pc:sldMk cId="969798377" sldId="260"/>
        </pc:sldMkLst>
        <pc:spChg chg="mod">
          <ac:chgData name="(FA21-RCS-015) LAIBA SABIR" userId="cdfba985-6cea-425f-a12a-4b4fa79fe82d" providerId="ADAL" clId="{1D7B58FD-4DC4-4CF3-8B77-4C5FF8208D2C}" dt="2025-06-11T17:23:40.271" v="56" actId="404"/>
          <ac:spMkLst>
            <pc:docMk/>
            <pc:sldMk cId="969798377" sldId="260"/>
            <ac:spMk id="2" creationId="{25D56F89-82C4-A356-DB10-562F64D7A953}"/>
          </ac:spMkLst>
        </pc:spChg>
        <pc:spChg chg="mod">
          <ac:chgData name="(FA21-RCS-015) LAIBA SABIR" userId="cdfba985-6cea-425f-a12a-4b4fa79fe82d" providerId="ADAL" clId="{1D7B58FD-4DC4-4CF3-8B77-4C5FF8208D2C}" dt="2025-06-11T17:23:43.550" v="57" actId="1076"/>
          <ac:spMkLst>
            <pc:docMk/>
            <pc:sldMk cId="969798377" sldId="260"/>
            <ac:spMk id="3" creationId="{79FC39E8-D096-7C16-D4AD-DE5D3878E42F}"/>
          </ac:spMkLst>
        </pc:spChg>
        <pc:graphicFrameChg chg="add mod modGraphic">
          <ac:chgData name="(FA21-RCS-015) LAIBA SABIR" userId="cdfba985-6cea-425f-a12a-4b4fa79fe82d" providerId="ADAL" clId="{1D7B58FD-4DC4-4CF3-8B77-4C5FF8208D2C}" dt="2025-06-11T17:23:29.666" v="54" actId="1076"/>
          <ac:graphicFrameMkLst>
            <pc:docMk/>
            <pc:sldMk cId="969798377" sldId="260"/>
            <ac:graphicFrameMk id="4" creationId="{6321AA56-1016-9542-25B2-5B174049BCE5}"/>
          </ac:graphicFrameMkLst>
        </pc:graphicFrameChg>
        <pc:picChg chg="add mod">
          <ac:chgData name="(FA21-RCS-015) LAIBA SABIR" userId="cdfba985-6cea-425f-a12a-4b4fa79fe82d" providerId="ADAL" clId="{1D7B58FD-4DC4-4CF3-8B77-4C5FF8208D2C}" dt="2025-06-12T09:30:13.093" v="430"/>
          <ac:picMkLst>
            <pc:docMk/>
            <pc:sldMk cId="969798377" sldId="260"/>
            <ac:picMk id="5" creationId="{8513DD7F-9569-AB2F-F6B7-301C3068929D}"/>
          </ac:picMkLst>
        </pc:picChg>
      </pc:sldChg>
      <pc:sldChg chg="addSp delSp modSp mod">
        <pc:chgData name="(FA21-RCS-015) LAIBA SABIR" userId="cdfba985-6cea-425f-a12a-4b4fa79fe82d" providerId="ADAL" clId="{1D7B58FD-4DC4-4CF3-8B77-4C5FF8208D2C}" dt="2025-06-12T09:30:14.865" v="431"/>
        <pc:sldMkLst>
          <pc:docMk/>
          <pc:sldMk cId="3083574093" sldId="261"/>
        </pc:sldMkLst>
        <pc:spChg chg="del">
          <ac:chgData name="(FA21-RCS-015) LAIBA SABIR" userId="cdfba985-6cea-425f-a12a-4b4fa79fe82d" providerId="ADAL" clId="{1D7B58FD-4DC4-4CF3-8B77-4C5FF8208D2C}" dt="2025-06-11T17:24:02.519" v="58" actId="478"/>
          <ac:spMkLst>
            <pc:docMk/>
            <pc:sldMk cId="3083574093" sldId="261"/>
            <ac:spMk id="2" creationId="{FB4DCC3D-F7A9-34DC-E534-9D6BAE9DFAE9}"/>
          </ac:spMkLst>
        </pc:spChg>
        <pc:spChg chg="mod">
          <ac:chgData name="(FA21-RCS-015) LAIBA SABIR" userId="cdfba985-6cea-425f-a12a-4b4fa79fe82d" providerId="ADAL" clId="{1D7B58FD-4DC4-4CF3-8B77-4C5FF8208D2C}" dt="2025-06-11T17:25:24.744" v="71" actId="20577"/>
          <ac:spMkLst>
            <pc:docMk/>
            <pc:sldMk cId="3083574093" sldId="261"/>
            <ac:spMk id="3" creationId="{69EE9A47-54A8-0F67-2B28-B5771A604AEE}"/>
          </ac:spMkLst>
        </pc:spChg>
        <pc:picChg chg="add mod">
          <ac:chgData name="(FA21-RCS-015) LAIBA SABIR" userId="cdfba985-6cea-425f-a12a-4b4fa79fe82d" providerId="ADAL" clId="{1D7B58FD-4DC4-4CF3-8B77-4C5FF8208D2C}" dt="2025-06-11T17:25:28.292" v="72" actId="1076"/>
          <ac:picMkLst>
            <pc:docMk/>
            <pc:sldMk cId="3083574093" sldId="261"/>
            <ac:picMk id="5" creationId="{6862126F-F959-AE1A-83BE-08E1F0D97C49}"/>
          </ac:picMkLst>
        </pc:picChg>
        <pc:picChg chg="add mod">
          <ac:chgData name="(FA21-RCS-015) LAIBA SABIR" userId="cdfba985-6cea-425f-a12a-4b4fa79fe82d" providerId="ADAL" clId="{1D7B58FD-4DC4-4CF3-8B77-4C5FF8208D2C}" dt="2025-06-12T09:30:14.865" v="431"/>
          <ac:picMkLst>
            <pc:docMk/>
            <pc:sldMk cId="3083574093" sldId="261"/>
            <ac:picMk id="6" creationId="{BCF6004F-C1B7-E95C-E87F-CFCB43673910}"/>
          </ac:picMkLst>
        </pc:picChg>
      </pc:sldChg>
      <pc:sldChg chg="addSp delSp modSp mod">
        <pc:chgData name="(FA21-RCS-015) LAIBA SABIR" userId="cdfba985-6cea-425f-a12a-4b4fa79fe82d" providerId="ADAL" clId="{1D7B58FD-4DC4-4CF3-8B77-4C5FF8208D2C}" dt="2025-06-12T09:30:17.811" v="432"/>
        <pc:sldMkLst>
          <pc:docMk/>
          <pc:sldMk cId="3355685678" sldId="262"/>
        </pc:sldMkLst>
        <pc:spChg chg="del">
          <ac:chgData name="(FA21-RCS-015) LAIBA SABIR" userId="cdfba985-6cea-425f-a12a-4b4fa79fe82d" providerId="ADAL" clId="{1D7B58FD-4DC4-4CF3-8B77-4C5FF8208D2C}" dt="2025-06-11T17:25:44.257" v="73" actId="478"/>
          <ac:spMkLst>
            <pc:docMk/>
            <pc:sldMk cId="3355685678" sldId="262"/>
            <ac:spMk id="2" creationId="{E4E37E4C-C779-5F80-22D9-C8B196FD1405}"/>
          </ac:spMkLst>
        </pc:spChg>
        <pc:spChg chg="mod">
          <ac:chgData name="(FA21-RCS-015) LAIBA SABIR" userId="cdfba985-6cea-425f-a12a-4b4fa79fe82d" providerId="ADAL" clId="{1D7B58FD-4DC4-4CF3-8B77-4C5FF8208D2C}" dt="2025-06-11T17:26:39.025" v="85" actId="404"/>
          <ac:spMkLst>
            <pc:docMk/>
            <pc:sldMk cId="3355685678" sldId="262"/>
            <ac:spMk id="3" creationId="{0F28E9E1-ACE9-1D9C-9087-C6E48208BA9A}"/>
          </ac:spMkLst>
        </pc:spChg>
        <pc:picChg chg="add mod">
          <ac:chgData name="(FA21-RCS-015) LAIBA SABIR" userId="cdfba985-6cea-425f-a12a-4b4fa79fe82d" providerId="ADAL" clId="{1D7B58FD-4DC4-4CF3-8B77-4C5FF8208D2C}" dt="2025-06-11T17:26:46.120" v="87" actId="1076"/>
          <ac:picMkLst>
            <pc:docMk/>
            <pc:sldMk cId="3355685678" sldId="262"/>
            <ac:picMk id="5" creationId="{44287064-1D9E-107C-BF25-6A8E0F11BFD0}"/>
          </ac:picMkLst>
        </pc:picChg>
        <pc:picChg chg="add mod">
          <ac:chgData name="(FA21-RCS-015) LAIBA SABIR" userId="cdfba985-6cea-425f-a12a-4b4fa79fe82d" providerId="ADAL" clId="{1D7B58FD-4DC4-4CF3-8B77-4C5FF8208D2C}" dt="2025-06-12T09:30:17.811" v="432"/>
          <ac:picMkLst>
            <pc:docMk/>
            <pc:sldMk cId="3355685678" sldId="262"/>
            <ac:picMk id="6" creationId="{6F625DCC-41FB-EF62-3642-FCEB33125075}"/>
          </ac:picMkLst>
        </pc:picChg>
      </pc:sldChg>
      <pc:sldChg chg="addSp delSp modSp mod">
        <pc:chgData name="(FA21-RCS-015) LAIBA SABIR" userId="cdfba985-6cea-425f-a12a-4b4fa79fe82d" providerId="ADAL" clId="{1D7B58FD-4DC4-4CF3-8B77-4C5FF8208D2C}" dt="2025-06-12T09:30:19.697" v="433"/>
        <pc:sldMkLst>
          <pc:docMk/>
          <pc:sldMk cId="663472626" sldId="263"/>
        </pc:sldMkLst>
        <pc:spChg chg="del">
          <ac:chgData name="(FA21-RCS-015) LAIBA SABIR" userId="cdfba985-6cea-425f-a12a-4b4fa79fe82d" providerId="ADAL" clId="{1D7B58FD-4DC4-4CF3-8B77-4C5FF8208D2C}" dt="2025-06-11T17:26:52.378" v="88" actId="478"/>
          <ac:spMkLst>
            <pc:docMk/>
            <pc:sldMk cId="663472626" sldId="263"/>
            <ac:spMk id="2" creationId="{B9BA4FF9-5542-D484-5A4E-271C0511D2A0}"/>
          </ac:spMkLst>
        </pc:spChg>
        <pc:spChg chg="del mod">
          <ac:chgData name="(FA21-RCS-015) LAIBA SABIR" userId="cdfba985-6cea-425f-a12a-4b4fa79fe82d" providerId="ADAL" clId="{1D7B58FD-4DC4-4CF3-8B77-4C5FF8208D2C}" dt="2025-06-11T17:27:12.691" v="90" actId="22"/>
          <ac:spMkLst>
            <pc:docMk/>
            <pc:sldMk cId="663472626" sldId="263"/>
            <ac:spMk id="3" creationId="{F3654B4E-7AB9-8757-AFC3-9D5B1CCFB160}"/>
          </ac:spMkLst>
        </pc:spChg>
        <pc:picChg chg="add mod ord">
          <ac:chgData name="(FA21-RCS-015) LAIBA SABIR" userId="cdfba985-6cea-425f-a12a-4b4fa79fe82d" providerId="ADAL" clId="{1D7B58FD-4DC4-4CF3-8B77-4C5FF8208D2C}" dt="2025-06-11T17:27:20.358" v="93" actId="14100"/>
          <ac:picMkLst>
            <pc:docMk/>
            <pc:sldMk cId="663472626" sldId="263"/>
            <ac:picMk id="5" creationId="{55A8BBC7-5C75-0782-0291-05197B3FEE6E}"/>
          </ac:picMkLst>
        </pc:picChg>
        <pc:picChg chg="add mod">
          <ac:chgData name="(FA21-RCS-015) LAIBA SABIR" userId="cdfba985-6cea-425f-a12a-4b4fa79fe82d" providerId="ADAL" clId="{1D7B58FD-4DC4-4CF3-8B77-4C5FF8208D2C}" dt="2025-06-12T09:30:19.697" v="433"/>
          <ac:picMkLst>
            <pc:docMk/>
            <pc:sldMk cId="663472626" sldId="263"/>
            <ac:picMk id="6" creationId="{D193C77F-A31F-6031-8A57-C44DC49B3536}"/>
          </ac:picMkLst>
        </pc:picChg>
      </pc:sldChg>
      <pc:sldChg chg="addSp delSp modSp mod">
        <pc:chgData name="(FA21-RCS-015) LAIBA SABIR" userId="cdfba985-6cea-425f-a12a-4b4fa79fe82d" providerId="ADAL" clId="{1D7B58FD-4DC4-4CF3-8B77-4C5FF8208D2C}" dt="2025-06-12T09:30:22.432" v="434"/>
        <pc:sldMkLst>
          <pc:docMk/>
          <pc:sldMk cId="4075186698" sldId="264"/>
        </pc:sldMkLst>
        <pc:spChg chg="del">
          <ac:chgData name="(FA21-RCS-015) LAIBA SABIR" userId="cdfba985-6cea-425f-a12a-4b4fa79fe82d" providerId="ADAL" clId="{1D7B58FD-4DC4-4CF3-8B77-4C5FF8208D2C}" dt="2025-06-11T17:27:41.561" v="94" actId="478"/>
          <ac:spMkLst>
            <pc:docMk/>
            <pc:sldMk cId="4075186698" sldId="264"/>
            <ac:spMk id="2" creationId="{E5A5C42D-6759-6727-9432-371B316D98A9}"/>
          </ac:spMkLst>
        </pc:spChg>
        <pc:spChg chg="mod">
          <ac:chgData name="(FA21-RCS-015) LAIBA SABIR" userId="cdfba985-6cea-425f-a12a-4b4fa79fe82d" providerId="ADAL" clId="{1D7B58FD-4DC4-4CF3-8B77-4C5FF8208D2C}" dt="2025-06-11T17:28:07.706" v="104" actId="113"/>
          <ac:spMkLst>
            <pc:docMk/>
            <pc:sldMk cId="4075186698" sldId="264"/>
            <ac:spMk id="3" creationId="{5A296C34-E9F0-2004-67AD-D49CA2EE15D4}"/>
          </ac:spMkLst>
        </pc:spChg>
        <pc:picChg chg="add mod">
          <ac:chgData name="(FA21-RCS-015) LAIBA SABIR" userId="cdfba985-6cea-425f-a12a-4b4fa79fe82d" providerId="ADAL" clId="{1D7B58FD-4DC4-4CF3-8B77-4C5FF8208D2C}" dt="2025-06-11T17:28:50.831" v="108" actId="1076"/>
          <ac:picMkLst>
            <pc:docMk/>
            <pc:sldMk cId="4075186698" sldId="264"/>
            <ac:picMk id="5" creationId="{BE71D673-C073-AAA0-324B-6A07750E1D08}"/>
          </ac:picMkLst>
        </pc:picChg>
        <pc:picChg chg="add mod">
          <ac:chgData name="(FA21-RCS-015) LAIBA SABIR" userId="cdfba985-6cea-425f-a12a-4b4fa79fe82d" providerId="ADAL" clId="{1D7B58FD-4DC4-4CF3-8B77-4C5FF8208D2C}" dt="2025-06-12T09:30:22.432" v="434"/>
          <ac:picMkLst>
            <pc:docMk/>
            <pc:sldMk cId="4075186698" sldId="264"/>
            <ac:picMk id="6" creationId="{B8272854-A29E-17E8-DF22-828ACCCD1821}"/>
          </ac:picMkLst>
        </pc:picChg>
      </pc:sldChg>
      <pc:sldChg chg="addSp delSp modSp mod">
        <pc:chgData name="(FA21-RCS-015) LAIBA SABIR" userId="cdfba985-6cea-425f-a12a-4b4fa79fe82d" providerId="ADAL" clId="{1D7B58FD-4DC4-4CF3-8B77-4C5FF8208D2C}" dt="2025-06-12T09:30:24.680" v="435"/>
        <pc:sldMkLst>
          <pc:docMk/>
          <pc:sldMk cId="3281929846" sldId="265"/>
        </pc:sldMkLst>
        <pc:spChg chg="del">
          <ac:chgData name="(FA21-RCS-015) LAIBA SABIR" userId="cdfba985-6cea-425f-a12a-4b4fa79fe82d" providerId="ADAL" clId="{1D7B58FD-4DC4-4CF3-8B77-4C5FF8208D2C}" dt="2025-06-11T17:28:54.693" v="109" actId="478"/>
          <ac:spMkLst>
            <pc:docMk/>
            <pc:sldMk cId="3281929846" sldId="265"/>
            <ac:spMk id="2" creationId="{ADE3119C-CC89-2570-5E9A-2D0DFED40FBB}"/>
          </ac:spMkLst>
        </pc:spChg>
        <pc:spChg chg="mod">
          <ac:chgData name="(FA21-RCS-015) LAIBA SABIR" userId="cdfba985-6cea-425f-a12a-4b4fa79fe82d" providerId="ADAL" clId="{1D7B58FD-4DC4-4CF3-8B77-4C5FF8208D2C}" dt="2025-06-12T08:53:35.520" v="248" actId="20577"/>
          <ac:spMkLst>
            <pc:docMk/>
            <pc:sldMk cId="3281929846" sldId="265"/>
            <ac:spMk id="3" creationId="{D4DBBEAA-5F43-65AA-70F1-B3B0A16DE9E0}"/>
          </ac:spMkLst>
        </pc:spChg>
        <pc:picChg chg="add mod">
          <ac:chgData name="(FA21-RCS-015) LAIBA SABIR" userId="cdfba985-6cea-425f-a12a-4b4fa79fe82d" providerId="ADAL" clId="{1D7B58FD-4DC4-4CF3-8B77-4C5FF8208D2C}" dt="2025-06-12T09:30:24.680" v="435"/>
          <ac:picMkLst>
            <pc:docMk/>
            <pc:sldMk cId="3281929846" sldId="265"/>
            <ac:picMk id="4" creationId="{ABE44499-31CA-9256-0181-54F1FFA0B2F5}"/>
          </ac:picMkLst>
        </pc:picChg>
      </pc:sldChg>
      <pc:sldChg chg="del">
        <pc:chgData name="(FA21-RCS-015) LAIBA SABIR" userId="cdfba985-6cea-425f-a12a-4b4fa79fe82d" providerId="ADAL" clId="{1D7B58FD-4DC4-4CF3-8B77-4C5FF8208D2C}" dt="2025-06-11T17:32:17.261" v="161" actId="47"/>
        <pc:sldMkLst>
          <pc:docMk/>
          <pc:sldMk cId="1242953087" sldId="266"/>
        </pc:sldMkLst>
      </pc:sldChg>
      <pc:sldChg chg="addSp delSp modSp mod">
        <pc:chgData name="(FA21-RCS-015) LAIBA SABIR" userId="cdfba985-6cea-425f-a12a-4b4fa79fe82d" providerId="ADAL" clId="{1D7B58FD-4DC4-4CF3-8B77-4C5FF8208D2C}" dt="2025-06-12T09:30:26.976" v="436"/>
        <pc:sldMkLst>
          <pc:docMk/>
          <pc:sldMk cId="3287433385" sldId="267"/>
        </pc:sldMkLst>
        <pc:spChg chg="mod">
          <ac:chgData name="(FA21-RCS-015) LAIBA SABIR" userId="cdfba985-6cea-425f-a12a-4b4fa79fe82d" providerId="ADAL" clId="{1D7B58FD-4DC4-4CF3-8B77-4C5FF8208D2C}" dt="2025-06-11T17:30:04.340" v="132" actId="14100"/>
          <ac:spMkLst>
            <pc:docMk/>
            <pc:sldMk cId="3287433385" sldId="267"/>
            <ac:spMk id="2" creationId="{BA7F2D9B-89D1-5D06-A37D-515C3111CACC}"/>
          </ac:spMkLst>
        </pc:spChg>
        <pc:spChg chg="mod">
          <ac:chgData name="(FA21-RCS-015) LAIBA SABIR" userId="cdfba985-6cea-425f-a12a-4b4fa79fe82d" providerId="ADAL" clId="{1D7B58FD-4DC4-4CF3-8B77-4C5FF8208D2C}" dt="2025-06-12T09:02:54.168" v="274" actId="6549"/>
          <ac:spMkLst>
            <pc:docMk/>
            <pc:sldMk cId="3287433385" sldId="267"/>
            <ac:spMk id="3" creationId="{BFD2ACDF-6B99-5468-5A59-BBECA184119B}"/>
          </ac:spMkLst>
        </pc:spChg>
        <pc:spChg chg="add mod">
          <ac:chgData name="(FA21-RCS-015) LAIBA SABIR" userId="cdfba985-6cea-425f-a12a-4b4fa79fe82d" providerId="ADAL" clId="{1D7B58FD-4DC4-4CF3-8B77-4C5FF8208D2C}" dt="2025-06-12T09:04:52.005" v="300" actId="1076"/>
          <ac:spMkLst>
            <pc:docMk/>
            <pc:sldMk cId="3287433385" sldId="267"/>
            <ac:spMk id="10" creationId="{55C7F665-6FB1-4915-CC5B-1E5F87A914C0}"/>
          </ac:spMkLst>
        </pc:spChg>
        <pc:graphicFrameChg chg="add del mod modGraphic">
          <ac:chgData name="(FA21-RCS-015) LAIBA SABIR" userId="cdfba985-6cea-425f-a12a-4b4fa79fe82d" providerId="ADAL" clId="{1D7B58FD-4DC4-4CF3-8B77-4C5FF8208D2C}" dt="2025-06-12T08:58:10.556" v="249" actId="21"/>
          <ac:graphicFrameMkLst>
            <pc:docMk/>
            <pc:sldMk cId="3287433385" sldId="267"/>
            <ac:graphicFrameMk id="4" creationId="{46CE38C4-DF43-D5C7-FF52-9289D8432571}"/>
          </ac:graphicFrameMkLst>
        </pc:graphicFrameChg>
        <pc:graphicFrameChg chg="add mod">
          <ac:chgData name="(FA21-RCS-015) LAIBA SABIR" userId="cdfba985-6cea-425f-a12a-4b4fa79fe82d" providerId="ADAL" clId="{1D7B58FD-4DC4-4CF3-8B77-4C5FF8208D2C}" dt="2025-06-12T08:58:11.963" v="250"/>
          <ac:graphicFrameMkLst>
            <pc:docMk/>
            <pc:sldMk cId="3287433385" sldId="267"/>
            <ac:graphicFrameMk id="5" creationId="{46CE38C4-DF43-D5C7-FF52-9289D8432571}"/>
          </ac:graphicFrameMkLst>
        </pc:graphicFrameChg>
        <pc:graphicFrameChg chg="add del mod modGraphic">
          <ac:chgData name="(FA21-RCS-015) LAIBA SABIR" userId="cdfba985-6cea-425f-a12a-4b4fa79fe82d" providerId="ADAL" clId="{1D7B58FD-4DC4-4CF3-8B77-4C5FF8208D2C}" dt="2025-06-12T09:02:32.336" v="270" actId="21"/>
          <ac:graphicFrameMkLst>
            <pc:docMk/>
            <pc:sldMk cId="3287433385" sldId="267"/>
            <ac:graphicFrameMk id="6" creationId="{6D1859F7-5EA2-F47C-9922-1D503FADB10D}"/>
          </ac:graphicFrameMkLst>
        </pc:graphicFrameChg>
        <pc:graphicFrameChg chg="add mod">
          <ac:chgData name="(FA21-RCS-015) LAIBA SABIR" userId="cdfba985-6cea-425f-a12a-4b4fa79fe82d" providerId="ADAL" clId="{1D7B58FD-4DC4-4CF3-8B77-4C5FF8208D2C}" dt="2025-06-12T09:02:34.626" v="271"/>
          <ac:graphicFrameMkLst>
            <pc:docMk/>
            <pc:sldMk cId="3287433385" sldId="267"/>
            <ac:graphicFrameMk id="7" creationId="{6D1859F7-5EA2-F47C-9922-1D503FADB10D}"/>
          </ac:graphicFrameMkLst>
        </pc:graphicFrameChg>
        <pc:graphicFrameChg chg="add mod modGraphic">
          <ac:chgData name="(FA21-RCS-015) LAIBA SABIR" userId="cdfba985-6cea-425f-a12a-4b4fa79fe82d" providerId="ADAL" clId="{1D7B58FD-4DC4-4CF3-8B77-4C5FF8208D2C}" dt="2025-06-12T09:04:12.172" v="295" actId="1076"/>
          <ac:graphicFrameMkLst>
            <pc:docMk/>
            <pc:sldMk cId="3287433385" sldId="267"/>
            <ac:graphicFrameMk id="8" creationId="{CA408464-F63D-89F9-44E2-A0C6AE282587}"/>
          </ac:graphicFrameMkLst>
        </pc:graphicFrameChg>
        <pc:picChg chg="add mod">
          <ac:chgData name="(FA21-RCS-015) LAIBA SABIR" userId="cdfba985-6cea-425f-a12a-4b4fa79fe82d" providerId="ADAL" clId="{1D7B58FD-4DC4-4CF3-8B77-4C5FF8208D2C}" dt="2025-06-12T09:30:26.976" v="436"/>
          <ac:picMkLst>
            <pc:docMk/>
            <pc:sldMk cId="3287433385" sldId="267"/>
            <ac:picMk id="11" creationId="{643A7B94-5125-FC3B-F358-B7FCE4D35D60}"/>
          </ac:picMkLst>
        </pc:picChg>
      </pc:sldChg>
      <pc:sldChg chg="addSp modSp new mod">
        <pc:chgData name="(FA21-RCS-015) LAIBA SABIR" userId="cdfba985-6cea-425f-a12a-4b4fa79fe82d" providerId="ADAL" clId="{1D7B58FD-4DC4-4CF3-8B77-4C5FF8208D2C}" dt="2025-06-12T11:46:50.070" v="520" actId="14734"/>
        <pc:sldMkLst>
          <pc:docMk/>
          <pc:sldMk cId="455450337" sldId="268"/>
        </pc:sldMkLst>
        <pc:spChg chg="mod">
          <ac:chgData name="(FA21-RCS-015) LAIBA SABIR" userId="cdfba985-6cea-425f-a12a-4b4fa79fe82d" providerId="ADAL" clId="{1D7B58FD-4DC4-4CF3-8B77-4C5FF8208D2C}" dt="2025-06-12T09:08:33.830" v="307" actId="404"/>
          <ac:spMkLst>
            <pc:docMk/>
            <pc:sldMk cId="455450337" sldId="268"/>
            <ac:spMk id="2" creationId="{D5B6266C-4540-2DD7-4049-0E143C50421C}"/>
          </ac:spMkLst>
        </pc:spChg>
        <pc:spChg chg="mod">
          <ac:chgData name="(FA21-RCS-015) LAIBA SABIR" userId="cdfba985-6cea-425f-a12a-4b4fa79fe82d" providerId="ADAL" clId="{1D7B58FD-4DC4-4CF3-8B77-4C5FF8208D2C}" dt="2025-06-12T09:13:45.805" v="338" actId="2711"/>
          <ac:spMkLst>
            <pc:docMk/>
            <pc:sldMk cId="455450337" sldId="268"/>
            <ac:spMk id="3" creationId="{1D1D1328-282C-4815-6373-120B38873C14}"/>
          </ac:spMkLst>
        </pc:spChg>
        <pc:graphicFrameChg chg="add mod modGraphic">
          <ac:chgData name="(FA21-RCS-015) LAIBA SABIR" userId="cdfba985-6cea-425f-a12a-4b4fa79fe82d" providerId="ADAL" clId="{1D7B58FD-4DC4-4CF3-8B77-4C5FF8208D2C}" dt="2025-06-12T11:46:50.070" v="520" actId="14734"/>
          <ac:graphicFrameMkLst>
            <pc:docMk/>
            <pc:sldMk cId="455450337" sldId="268"/>
            <ac:graphicFrameMk id="4" creationId="{EFDE4BF5-3905-2F78-CE12-97776552EFBC}"/>
          </ac:graphicFrameMkLst>
        </pc:graphicFrameChg>
        <pc:picChg chg="add mod">
          <ac:chgData name="(FA21-RCS-015) LAIBA SABIR" userId="cdfba985-6cea-425f-a12a-4b4fa79fe82d" providerId="ADAL" clId="{1D7B58FD-4DC4-4CF3-8B77-4C5FF8208D2C}" dt="2025-06-12T09:30:28.845" v="437"/>
          <ac:picMkLst>
            <pc:docMk/>
            <pc:sldMk cId="455450337" sldId="268"/>
            <ac:picMk id="5" creationId="{BA733EB6-6152-10DB-C00A-323C0B32FC0B}"/>
          </ac:picMkLst>
        </pc:picChg>
      </pc:sldChg>
      <pc:sldChg chg="addSp delSp modSp new mod">
        <pc:chgData name="(FA21-RCS-015) LAIBA SABIR" userId="cdfba985-6cea-425f-a12a-4b4fa79fe82d" providerId="ADAL" clId="{1D7B58FD-4DC4-4CF3-8B77-4C5FF8208D2C}" dt="2025-06-12T09:30:31.144" v="438"/>
        <pc:sldMkLst>
          <pc:docMk/>
          <pc:sldMk cId="3702403780" sldId="269"/>
        </pc:sldMkLst>
        <pc:spChg chg="del">
          <ac:chgData name="(FA21-RCS-015) LAIBA SABIR" userId="cdfba985-6cea-425f-a12a-4b4fa79fe82d" providerId="ADAL" clId="{1D7B58FD-4DC4-4CF3-8B77-4C5FF8208D2C}" dt="2025-06-12T09:14:36.856" v="342" actId="478"/>
          <ac:spMkLst>
            <pc:docMk/>
            <pc:sldMk cId="3702403780" sldId="269"/>
            <ac:spMk id="2" creationId="{F16B8B17-E9E0-90E1-DC2A-F23A9AA5797D}"/>
          </ac:spMkLst>
        </pc:spChg>
        <pc:spChg chg="mod">
          <ac:chgData name="(FA21-RCS-015) LAIBA SABIR" userId="cdfba985-6cea-425f-a12a-4b4fa79fe82d" providerId="ADAL" clId="{1D7B58FD-4DC4-4CF3-8B77-4C5FF8208D2C}" dt="2025-06-12T09:16:10.250" v="361" actId="14100"/>
          <ac:spMkLst>
            <pc:docMk/>
            <pc:sldMk cId="3702403780" sldId="269"/>
            <ac:spMk id="3" creationId="{3932869C-5691-D8BA-EE47-EC3896132AB8}"/>
          </ac:spMkLst>
        </pc:spChg>
        <pc:picChg chg="add mod">
          <ac:chgData name="(FA21-RCS-015) LAIBA SABIR" userId="cdfba985-6cea-425f-a12a-4b4fa79fe82d" providerId="ADAL" clId="{1D7B58FD-4DC4-4CF3-8B77-4C5FF8208D2C}" dt="2025-06-12T09:16:13.684" v="362" actId="1076"/>
          <ac:picMkLst>
            <pc:docMk/>
            <pc:sldMk cId="3702403780" sldId="269"/>
            <ac:picMk id="5" creationId="{E612692E-5033-A0D5-70FA-B30BA4179747}"/>
          </ac:picMkLst>
        </pc:picChg>
        <pc:picChg chg="add mod">
          <ac:chgData name="(FA21-RCS-015) LAIBA SABIR" userId="cdfba985-6cea-425f-a12a-4b4fa79fe82d" providerId="ADAL" clId="{1D7B58FD-4DC4-4CF3-8B77-4C5FF8208D2C}" dt="2025-06-12T09:30:31.144" v="438"/>
          <ac:picMkLst>
            <pc:docMk/>
            <pc:sldMk cId="3702403780" sldId="269"/>
            <ac:picMk id="6" creationId="{516CA0D8-CE3A-5171-8581-C060F6A31B02}"/>
          </ac:picMkLst>
        </pc:picChg>
      </pc:sldChg>
      <pc:sldChg chg="addSp delSp modSp new mod">
        <pc:chgData name="(FA21-RCS-015) LAIBA SABIR" userId="cdfba985-6cea-425f-a12a-4b4fa79fe82d" providerId="ADAL" clId="{1D7B58FD-4DC4-4CF3-8B77-4C5FF8208D2C}" dt="2025-06-12T09:30:32.922" v="439"/>
        <pc:sldMkLst>
          <pc:docMk/>
          <pc:sldMk cId="2835603284" sldId="270"/>
        </pc:sldMkLst>
        <pc:spChg chg="del">
          <ac:chgData name="(FA21-RCS-015) LAIBA SABIR" userId="cdfba985-6cea-425f-a12a-4b4fa79fe82d" providerId="ADAL" clId="{1D7B58FD-4DC4-4CF3-8B77-4C5FF8208D2C}" dt="2025-06-12T09:16:18.169" v="364" actId="478"/>
          <ac:spMkLst>
            <pc:docMk/>
            <pc:sldMk cId="2835603284" sldId="270"/>
            <ac:spMk id="2" creationId="{9499A36D-6217-0962-6EAA-52DE93EB1464}"/>
          </ac:spMkLst>
        </pc:spChg>
        <pc:spChg chg="mod">
          <ac:chgData name="(FA21-RCS-015) LAIBA SABIR" userId="cdfba985-6cea-425f-a12a-4b4fa79fe82d" providerId="ADAL" clId="{1D7B58FD-4DC4-4CF3-8B77-4C5FF8208D2C}" dt="2025-06-12T09:17:25.754" v="379" actId="2711"/>
          <ac:spMkLst>
            <pc:docMk/>
            <pc:sldMk cId="2835603284" sldId="270"/>
            <ac:spMk id="3" creationId="{AE2CBE23-687A-5896-FA4F-19E4903893E7}"/>
          </ac:spMkLst>
        </pc:spChg>
        <pc:picChg chg="add mod">
          <ac:chgData name="(FA21-RCS-015) LAIBA SABIR" userId="cdfba985-6cea-425f-a12a-4b4fa79fe82d" providerId="ADAL" clId="{1D7B58FD-4DC4-4CF3-8B77-4C5FF8208D2C}" dt="2025-06-12T09:17:07.349" v="373" actId="1076"/>
          <ac:picMkLst>
            <pc:docMk/>
            <pc:sldMk cId="2835603284" sldId="270"/>
            <ac:picMk id="5" creationId="{6CED76CA-8A81-0EA1-20F2-72A809B8E031}"/>
          </ac:picMkLst>
        </pc:picChg>
        <pc:picChg chg="add mod">
          <ac:chgData name="(FA21-RCS-015) LAIBA SABIR" userId="cdfba985-6cea-425f-a12a-4b4fa79fe82d" providerId="ADAL" clId="{1D7B58FD-4DC4-4CF3-8B77-4C5FF8208D2C}" dt="2025-06-12T09:30:32.922" v="439"/>
          <ac:picMkLst>
            <pc:docMk/>
            <pc:sldMk cId="2835603284" sldId="270"/>
            <ac:picMk id="6" creationId="{D37A97E0-B678-3EE8-DE4A-C12368F8F3B6}"/>
          </ac:picMkLst>
        </pc:picChg>
      </pc:sldChg>
      <pc:sldChg chg="addSp delSp modSp new mod">
        <pc:chgData name="(FA21-RCS-015) LAIBA SABIR" userId="cdfba985-6cea-425f-a12a-4b4fa79fe82d" providerId="ADAL" clId="{1D7B58FD-4DC4-4CF3-8B77-4C5FF8208D2C}" dt="2025-06-12T09:30:35.092" v="440"/>
        <pc:sldMkLst>
          <pc:docMk/>
          <pc:sldMk cId="4063438380" sldId="271"/>
        </pc:sldMkLst>
        <pc:spChg chg="del">
          <ac:chgData name="(FA21-RCS-015) LAIBA SABIR" userId="cdfba985-6cea-425f-a12a-4b4fa79fe82d" providerId="ADAL" clId="{1D7B58FD-4DC4-4CF3-8B77-4C5FF8208D2C}" dt="2025-06-12T09:17:47.449" v="381" actId="478"/>
          <ac:spMkLst>
            <pc:docMk/>
            <pc:sldMk cId="4063438380" sldId="271"/>
            <ac:spMk id="2" creationId="{892BCF80-7A07-3E94-AF25-9FD3025B01A2}"/>
          </ac:spMkLst>
        </pc:spChg>
        <pc:spChg chg="mod">
          <ac:chgData name="(FA21-RCS-015) LAIBA SABIR" userId="cdfba985-6cea-425f-a12a-4b4fa79fe82d" providerId="ADAL" clId="{1D7B58FD-4DC4-4CF3-8B77-4C5FF8208D2C}" dt="2025-06-12T09:19:04.749" v="400" actId="1076"/>
          <ac:spMkLst>
            <pc:docMk/>
            <pc:sldMk cId="4063438380" sldId="271"/>
            <ac:spMk id="3" creationId="{566CF75B-9994-9EE8-0F1B-0D5700FB055B}"/>
          </ac:spMkLst>
        </pc:spChg>
        <pc:picChg chg="add mod">
          <ac:chgData name="(FA21-RCS-015) LAIBA SABIR" userId="cdfba985-6cea-425f-a12a-4b4fa79fe82d" providerId="ADAL" clId="{1D7B58FD-4DC4-4CF3-8B77-4C5FF8208D2C}" dt="2025-06-12T09:18:43.787" v="393" actId="1076"/>
          <ac:picMkLst>
            <pc:docMk/>
            <pc:sldMk cId="4063438380" sldId="271"/>
            <ac:picMk id="5" creationId="{6DC18E90-DC16-068A-487E-5C1DCD9D9D7D}"/>
          </ac:picMkLst>
        </pc:picChg>
        <pc:picChg chg="add mod">
          <ac:chgData name="(FA21-RCS-015) LAIBA SABIR" userId="cdfba985-6cea-425f-a12a-4b4fa79fe82d" providerId="ADAL" clId="{1D7B58FD-4DC4-4CF3-8B77-4C5FF8208D2C}" dt="2025-06-12T09:30:35.092" v="440"/>
          <ac:picMkLst>
            <pc:docMk/>
            <pc:sldMk cId="4063438380" sldId="271"/>
            <ac:picMk id="6" creationId="{6DC9BF15-FCCB-C76E-8642-742B984CE4BE}"/>
          </ac:picMkLst>
        </pc:picChg>
      </pc:sldChg>
      <pc:sldChg chg="addSp delSp modSp new mod">
        <pc:chgData name="(FA21-RCS-015) LAIBA SABIR" userId="cdfba985-6cea-425f-a12a-4b4fa79fe82d" providerId="ADAL" clId="{1D7B58FD-4DC4-4CF3-8B77-4C5FF8208D2C}" dt="2025-06-12T09:30:44.880" v="442" actId="1076"/>
        <pc:sldMkLst>
          <pc:docMk/>
          <pc:sldMk cId="4047371075" sldId="272"/>
        </pc:sldMkLst>
        <pc:spChg chg="del">
          <ac:chgData name="(FA21-RCS-015) LAIBA SABIR" userId="cdfba985-6cea-425f-a12a-4b4fa79fe82d" providerId="ADAL" clId="{1D7B58FD-4DC4-4CF3-8B77-4C5FF8208D2C}" dt="2025-06-12T09:19:19.870" v="402" actId="478"/>
          <ac:spMkLst>
            <pc:docMk/>
            <pc:sldMk cId="4047371075" sldId="272"/>
            <ac:spMk id="2" creationId="{A1C0C7B5-8B07-B0A5-84C0-440E32AA9B22}"/>
          </ac:spMkLst>
        </pc:spChg>
        <pc:spChg chg="mod">
          <ac:chgData name="(FA21-RCS-015) LAIBA SABIR" userId="cdfba985-6cea-425f-a12a-4b4fa79fe82d" providerId="ADAL" clId="{1D7B58FD-4DC4-4CF3-8B77-4C5FF8208D2C}" dt="2025-06-12T09:20:29.192" v="421" actId="1076"/>
          <ac:spMkLst>
            <pc:docMk/>
            <pc:sldMk cId="4047371075" sldId="272"/>
            <ac:spMk id="3" creationId="{C2AABF7D-3133-B21F-7680-21732C86B3A5}"/>
          </ac:spMkLst>
        </pc:spChg>
        <pc:picChg chg="add mod">
          <ac:chgData name="(FA21-RCS-015) LAIBA SABIR" userId="cdfba985-6cea-425f-a12a-4b4fa79fe82d" providerId="ADAL" clId="{1D7B58FD-4DC4-4CF3-8B77-4C5FF8208D2C}" dt="2025-06-12T09:30:44.880" v="442" actId="1076"/>
          <ac:picMkLst>
            <pc:docMk/>
            <pc:sldMk cId="4047371075" sldId="272"/>
            <ac:picMk id="5" creationId="{D9F0D932-9315-A203-FAE4-2BEFFB6F156C}"/>
          </ac:picMkLst>
        </pc:picChg>
        <pc:picChg chg="add mod">
          <ac:chgData name="(FA21-RCS-015) LAIBA SABIR" userId="cdfba985-6cea-425f-a12a-4b4fa79fe82d" providerId="ADAL" clId="{1D7B58FD-4DC4-4CF3-8B77-4C5FF8208D2C}" dt="2025-06-12T09:30:36.871" v="441"/>
          <ac:picMkLst>
            <pc:docMk/>
            <pc:sldMk cId="4047371075" sldId="272"/>
            <ac:picMk id="6" creationId="{C6522120-2B1D-B5B9-5431-D4F35627D598}"/>
          </ac:picMkLst>
        </pc:picChg>
      </pc:sldChg>
      <pc:sldChg chg="delSp modSp new mod">
        <pc:chgData name="(FA21-RCS-015) LAIBA SABIR" userId="cdfba985-6cea-425f-a12a-4b4fa79fe82d" providerId="ADAL" clId="{1D7B58FD-4DC4-4CF3-8B77-4C5FF8208D2C}" dt="2025-06-12T10:58:04.032" v="519" actId="478"/>
        <pc:sldMkLst>
          <pc:docMk/>
          <pc:sldMk cId="898844288" sldId="273"/>
        </pc:sldMkLst>
        <pc:spChg chg="del">
          <ac:chgData name="(FA21-RCS-015) LAIBA SABIR" userId="cdfba985-6cea-425f-a12a-4b4fa79fe82d" providerId="ADAL" clId="{1D7B58FD-4DC4-4CF3-8B77-4C5FF8208D2C}" dt="2025-06-12T10:58:04.032" v="519" actId="478"/>
          <ac:spMkLst>
            <pc:docMk/>
            <pc:sldMk cId="898844288" sldId="273"/>
            <ac:spMk id="2" creationId="{00419F5E-6B47-0DC7-634D-EEC57BE461E6}"/>
          </ac:spMkLst>
        </pc:spChg>
        <pc:spChg chg="mod">
          <ac:chgData name="(FA21-RCS-015) LAIBA SABIR" userId="cdfba985-6cea-425f-a12a-4b4fa79fe82d" providerId="ADAL" clId="{1D7B58FD-4DC4-4CF3-8B77-4C5FF8208D2C}" dt="2025-06-12T10:57:59.207" v="518" actId="20577"/>
          <ac:spMkLst>
            <pc:docMk/>
            <pc:sldMk cId="898844288" sldId="273"/>
            <ac:spMk id="3" creationId="{01603C6A-7FFE-ED31-3E8D-16C799F4A82A}"/>
          </ac:spMkLst>
        </pc:spChg>
      </pc:sldChg>
      <pc:sldChg chg="new del">
        <pc:chgData name="(FA21-RCS-015) LAIBA SABIR" userId="cdfba985-6cea-425f-a12a-4b4fa79fe82d" providerId="ADAL" clId="{1D7B58FD-4DC4-4CF3-8B77-4C5FF8208D2C}" dt="2025-06-12T09:29:29.934" v="423" actId="47"/>
        <pc:sldMkLst>
          <pc:docMk/>
          <pc:sldMk cId="3040708135" sldId="27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CA3B4A-6D7E-4E21-8B32-BF5020846EC3}" type="datetimeFigureOut">
              <a:rPr lang="en-US" smtClean="0"/>
              <a:t>6/12/2025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CBD99-0CE3-409F-9B96-132EFF741FB6}" type="slidenum">
              <a:rPr lang="en-US" smtClean="0"/>
              <a:t>‹#›</a:t>
            </a:fld>
            <a:endParaRPr lang="en-US"/>
          </a:p>
        </p:txBody>
      </p:sp>
    </p:spTree>
    <p:extLst>
      <p:ext uri="{BB962C8B-B14F-4D97-AF65-F5344CB8AC3E}">
        <p14:creationId xmlns:p14="http://schemas.microsoft.com/office/powerpoint/2010/main" val="346817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True Positive (TP)</a:t>
            </a:r>
            <a:r>
              <a:rPr lang="en-US" dirty="0"/>
              <a:t>: The number of instances correctly predicted as positive.</a:t>
            </a:r>
          </a:p>
          <a:p>
            <a:r>
              <a:rPr lang="en-US" b="1" dirty="0"/>
              <a:t>False Negative (FN)</a:t>
            </a:r>
            <a:r>
              <a:rPr lang="en-US" dirty="0"/>
              <a:t>: The number of instances that are actually positive but were predicted as negative.</a:t>
            </a:r>
          </a:p>
          <a:p>
            <a:r>
              <a:rPr lang="en-US" b="1" dirty="0"/>
              <a:t>False Positive (FP)</a:t>
            </a:r>
            <a:r>
              <a:rPr lang="en-US" dirty="0"/>
              <a:t>: The number of instances that are actually negative but were predicted as positive.</a:t>
            </a:r>
          </a:p>
          <a:p>
            <a:r>
              <a:rPr lang="en-US" b="1" dirty="0"/>
              <a:t>True Negative (TN)</a:t>
            </a:r>
            <a:r>
              <a:rPr lang="en-US" dirty="0"/>
              <a:t>: The number of instances correctly predicted as negative.</a:t>
            </a:r>
          </a:p>
          <a:p>
            <a:endParaRPr lang="en-US" dirty="0"/>
          </a:p>
        </p:txBody>
      </p:sp>
      <p:sp>
        <p:nvSpPr>
          <p:cNvPr id="4" name="Slide Number Placeholder 3"/>
          <p:cNvSpPr>
            <a:spLocks noGrp="1"/>
          </p:cNvSpPr>
          <p:nvPr>
            <p:ph type="sldNum" sz="quarter" idx="5"/>
          </p:nvPr>
        </p:nvSpPr>
        <p:spPr/>
        <p:txBody>
          <a:bodyPr/>
          <a:lstStyle/>
          <a:p>
            <a:fld id="{E7DCBD99-0CE3-409F-9B96-132EFF741FB6}" type="slidenum">
              <a:rPr lang="en-US" smtClean="0"/>
              <a:t>13</a:t>
            </a:fld>
            <a:endParaRPr lang="en-US"/>
          </a:p>
        </p:txBody>
      </p:sp>
    </p:spTree>
    <p:extLst>
      <p:ext uri="{BB962C8B-B14F-4D97-AF65-F5344CB8AC3E}">
        <p14:creationId xmlns:p14="http://schemas.microsoft.com/office/powerpoint/2010/main" val="2240289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4217D-124C-15EE-8B84-57E04D3C4A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B6FA0E-8940-54F8-A920-E5935F76E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87E132F-8C9A-52CA-0BA3-C740626D5019}"/>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5" name="Footer Placeholder 4">
            <a:extLst>
              <a:ext uri="{FF2B5EF4-FFF2-40B4-BE49-F238E27FC236}">
                <a16:creationId xmlns:a16="http://schemas.microsoft.com/office/drawing/2014/main" id="{1704A15A-C1EA-A69A-4055-AC4BF5722F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FAA981-F2A9-3254-C1D6-608417DCECE0}"/>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2074312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59585-CC84-7311-137F-4529166C51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EC2CCB-E193-BF63-122D-C3F7A232FA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C44250-8308-1072-136A-1D2FA603A189}"/>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5" name="Footer Placeholder 4">
            <a:extLst>
              <a:ext uri="{FF2B5EF4-FFF2-40B4-BE49-F238E27FC236}">
                <a16:creationId xmlns:a16="http://schemas.microsoft.com/office/drawing/2014/main" id="{D4774B04-C9F6-C00F-D5D8-DA0EDF8A76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CF4416-0D6F-12B0-8930-1A9EB4AA50E2}"/>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36942982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25AF4-B2F1-9E9B-18A9-B8913F62E0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F42B18-AEBF-8628-73DE-2D6CB0268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F3D38E7-D40B-4948-150D-095D5739ECF9}"/>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5" name="Footer Placeholder 4">
            <a:extLst>
              <a:ext uri="{FF2B5EF4-FFF2-40B4-BE49-F238E27FC236}">
                <a16:creationId xmlns:a16="http://schemas.microsoft.com/office/drawing/2014/main" id="{E34F6FD0-B01E-6EDD-F869-7070C2770C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74EF0-4288-902A-13E4-7B33500D149F}"/>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2478603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1367-A946-2012-B3D3-897F09A0A8E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618FDB-476C-9526-D689-8E3B92007A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23FBCB-15C6-20A7-587B-6B7581B19BF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BE3F5D-AC0F-000C-09D7-E7E332436B4B}"/>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6" name="Footer Placeholder 5">
            <a:extLst>
              <a:ext uri="{FF2B5EF4-FFF2-40B4-BE49-F238E27FC236}">
                <a16:creationId xmlns:a16="http://schemas.microsoft.com/office/drawing/2014/main" id="{A4D77930-745E-5F54-919C-B2AD8B3FB7C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5CFF80-B4AC-A7D7-484A-FED0F3E95A25}"/>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819448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BE1B92-03CF-F567-9444-4425BAFCE7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86814C-AE4D-9541-B293-D61F2F1F695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4067C2-61C0-CE83-7BDA-A77377D8B8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A8DE29C-77F2-E40E-1F7E-2F04676FAE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1AEDFE7-98D4-19A9-2111-41019772687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64E375-1FF9-A69B-4511-0F18EDC00553}"/>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8" name="Footer Placeholder 7">
            <a:extLst>
              <a:ext uri="{FF2B5EF4-FFF2-40B4-BE49-F238E27FC236}">
                <a16:creationId xmlns:a16="http://schemas.microsoft.com/office/drawing/2014/main" id="{03060B92-D972-C666-8D9D-F8EDDED5A7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8DEFCDD-00F8-1E44-57F3-E16AF6AD5024}"/>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3567169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4C10C-CB5A-F8A5-94A0-5D8B6E35CB4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99665D0-FCFC-F5BC-381E-D57914A6031D}"/>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4" name="Footer Placeholder 3">
            <a:extLst>
              <a:ext uri="{FF2B5EF4-FFF2-40B4-BE49-F238E27FC236}">
                <a16:creationId xmlns:a16="http://schemas.microsoft.com/office/drawing/2014/main" id="{30F56645-4CB5-A2F9-1C9A-7C24DB43D4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CA5A3C-2400-D614-6F59-201BB6A66DDE}"/>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1748686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CB2ADF-76F6-4041-4F1D-4CB32E1ECC4D}"/>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3" name="Footer Placeholder 2">
            <a:extLst>
              <a:ext uri="{FF2B5EF4-FFF2-40B4-BE49-F238E27FC236}">
                <a16:creationId xmlns:a16="http://schemas.microsoft.com/office/drawing/2014/main" id="{521E95EC-CF92-D3C3-B625-6355984A24D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CF01E2-FF18-CC5A-FFFC-3F1DBD467092}"/>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18899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6944-1ECD-1E9B-B185-14B97175E8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380CC4-3ADE-7CCB-A236-38D4036F2C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E21D65-C6D1-FF71-7CC3-418892165B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1A4B59-8A76-2A8C-5725-A918BC8DE2F9}"/>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6" name="Footer Placeholder 5">
            <a:extLst>
              <a:ext uri="{FF2B5EF4-FFF2-40B4-BE49-F238E27FC236}">
                <a16:creationId xmlns:a16="http://schemas.microsoft.com/office/drawing/2014/main" id="{33FAED28-B7B8-DD6D-9554-87527453E5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51B3A6-34EF-0AA6-02DB-49AE2E4BF0A6}"/>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1945421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10BC-41E1-718B-E238-1805B86098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F740705-A810-0B4F-EA47-6614EC2EAF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F7785E5-269B-5ABB-FFDD-DBEB75C431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C9651-6598-47C9-2C82-B6DA5D9771DE}"/>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6" name="Footer Placeholder 5">
            <a:extLst>
              <a:ext uri="{FF2B5EF4-FFF2-40B4-BE49-F238E27FC236}">
                <a16:creationId xmlns:a16="http://schemas.microsoft.com/office/drawing/2014/main" id="{13257CEB-CE89-8BDB-9588-36CF596830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1CC7A0-6A9A-F421-503E-9247DCC55596}"/>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4187444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FF5D4-EEF2-D06B-4BDC-561B765A54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1EA3FAD-7E7F-C694-45CB-F7B2430FF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AED172-4C52-BDBE-EDB7-E2F8BA92C650}"/>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5" name="Footer Placeholder 4">
            <a:extLst>
              <a:ext uri="{FF2B5EF4-FFF2-40B4-BE49-F238E27FC236}">
                <a16:creationId xmlns:a16="http://schemas.microsoft.com/office/drawing/2014/main" id="{A9217EF5-AA17-143C-DBF6-FB3C889F9F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ADB5E5-7C36-C941-703E-05559BF86B08}"/>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1950239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72FE9A-E90D-FC7C-90BA-39B2C6F8FA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40E429C-511B-3699-1E3C-4563C1C1CCA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216C6-F7AB-D456-0C50-BB77624F9E5D}"/>
              </a:ext>
            </a:extLst>
          </p:cNvPr>
          <p:cNvSpPr>
            <a:spLocks noGrp="1"/>
          </p:cNvSpPr>
          <p:nvPr>
            <p:ph type="dt" sz="half" idx="10"/>
          </p:nvPr>
        </p:nvSpPr>
        <p:spPr/>
        <p:txBody>
          <a:bodyPr/>
          <a:lstStyle/>
          <a:p>
            <a:fld id="{30CBCC34-0E25-4ECB-BA1F-AA1BDB60A588}" type="datetimeFigureOut">
              <a:rPr lang="en-US" smtClean="0"/>
              <a:t>6/11/2025</a:t>
            </a:fld>
            <a:endParaRPr lang="en-US"/>
          </a:p>
        </p:txBody>
      </p:sp>
      <p:sp>
        <p:nvSpPr>
          <p:cNvPr id="5" name="Footer Placeholder 4">
            <a:extLst>
              <a:ext uri="{FF2B5EF4-FFF2-40B4-BE49-F238E27FC236}">
                <a16:creationId xmlns:a16="http://schemas.microsoft.com/office/drawing/2014/main" id="{F35DF661-85A2-1745-DAA5-5AFAC9507B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D24CC-72D7-6713-9299-09282E1AC24B}"/>
              </a:ext>
            </a:extLst>
          </p:cNvPr>
          <p:cNvSpPr>
            <a:spLocks noGrp="1"/>
          </p:cNvSpPr>
          <p:nvPr>
            <p:ph type="sldNum" sz="quarter" idx="12"/>
          </p:nvPr>
        </p:nvSpPr>
        <p:spPr/>
        <p:txBody>
          <a:bodyPr/>
          <a:lstStyle/>
          <a:p>
            <a:fld id="{30086295-B30D-42B2-8409-1EB5A36AD115}" type="slidenum">
              <a:rPr lang="en-US" smtClean="0"/>
              <a:t>‹#›</a:t>
            </a:fld>
            <a:endParaRPr lang="en-US"/>
          </a:p>
        </p:txBody>
      </p:sp>
    </p:spTree>
    <p:extLst>
      <p:ext uri="{BB962C8B-B14F-4D97-AF65-F5344CB8AC3E}">
        <p14:creationId xmlns:p14="http://schemas.microsoft.com/office/powerpoint/2010/main" val="3755775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5678033-CF82-C6BD-71F3-CB32ABA472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695EF9E-619C-B073-6EC3-6260AB6D99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B50E71-CF6E-9D4B-9EB4-934AC40E66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CBCC34-0E25-4ECB-BA1F-AA1BDB60A588}" type="datetimeFigureOut">
              <a:rPr lang="en-US" smtClean="0"/>
              <a:t>6/11/2025</a:t>
            </a:fld>
            <a:endParaRPr lang="en-US"/>
          </a:p>
        </p:txBody>
      </p:sp>
      <p:sp>
        <p:nvSpPr>
          <p:cNvPr id="5" name="Footer Placeholder 4">
            <a:extLst>
              <a:ext uri="{FF2B5EF4-FFF2-40B4-BE49-F238E27FC236}">
                <a16:creationId xmlns:a16="http://schemas.microsoft.com/office/drawing/2014/main" id="{AA7D69FE-97EA-9717-C11B-9D62F9271C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90D545-20A7-7F9D-DAE0-3231F0B765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0086295-B30D-42B2-8409-1EB5A36AD115}" type="slidenum">
              <a:rPr lang="en-US" smtClean="0"/>
              <a:t>‹#›</a:t>
            </a:fld>
            <a:endParaRPr lang="en-US"/>
          </a:p>
        </p:txBody>
      </p:sp>
    </p:spTree>
    <p:extLst>
      <p:ext uri="{BB962C8B-B14F-4D97-AF65-F5344CB8AC3E}">
        <p14:creationId xmlns:p14="http://schemas.microsoft.com/office/powerpoint/2010/main" val="277604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D9145-0A39-FE59-D490-2B8C9517B168}"/>
              </a:ext>
            </a:extLst>
          </p:cNvPr>
          <p:cNvSpPr>
            <a:spLocks noGrp="1"/>
          </p:cNvSpPr>
          <p:nvPr>
            <p:ph type="ctrTitle"/>
          </p:nvPr>
        </p:nvSpPr>
        <p:spPr/>
        <p:txBody>
          <a:bodyPr>
            <a:normAutofit/>
          </a:bodyPr>
          <a:lstStyle/>
          <a:p>
            <a:r>
              <a:rPr lang="en-US" sz="4800" b="1" dirty="0">
                <a:latin typeface="Times New Roman" panose="02020603050405020304" pitchFamily="18" charset="0"/>
                <a:cs typeface="Times New Roman" panose="02020603050405020304" pitchFamily="18" charset="0"/>
              </a:rPr>
              <a:t>ML Algorithms</a:t>
            </a:r>
          </a:p>
        </p:txBody>
      </p:sp>
      <p:sp>
        <p:nvSpPr>
          <p:cNvPr id="3" name="Subtitle 2">
            <a:extLst>
              <a:ext uri="{FF2B5EF4-FFF2-40B4-BE49-F238E27FC236}">
                <a16:creationId xmlns:a16="http://schemas.microsoft.com/office/drawing/2014/main" id="{ED30939A-371F-9ADE-650A-C6FED4A03D93}"/>
              </a:ext>
            </a:extLst>
          </p:cNvPr>
          <p:cNvSpPr>
            <a:spLocks noGrp="1"/>
          </p:cNvSpPr>
          <p:nvPr>
            <p:ph type="subTitle" idx="1"/>
          </p:nvPr>
        </p:nvSpPr>
        <p:spPr/>
        <p:txBody>
          <a:bodyPr>
            <a:normAutofit/>
          </a:bodyPr>
          <a:lstStyle/>
          <a:p>
            <a:r>
              <a:rPr lang="en-US" sz="4000" b="1" dirty="0">
                <a:latin typeface="Times New Roman" panose="02020603050405020304" pitchFamily="18" charset="0"/>
                <a:cs typeface="Times New Roman" panose="02020603050405020304" pitchFamily="18" charset="0"/>
              </a:rPr>
              <a:t>Naive Bayes</a:t>
            </a:r>
            <a:endParaRPr lang="en-US" sz="4000" dirty="0"/>
          </a:p>
        </p:txBody>
      </p:sp>
      <p:pic>
        <p:nvPicPr>
          <p:cNvPr id="4" name="Picture 2" descr="Iqra University - IU">
            <a:extLst>
              <a:ext uri="{FF2B5EF4-FFF2-40B4-BE49-F238E27FC236}">
                <a16:creationId xmlns:a16="http://schemas.microsoft.com/office/drawing/2014/main" id="{7C0FEC40-650D-FCE2-7447-15D3540BB4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8340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E9649-DA3D-7F5D-89B8-4691A5265EB3}"/>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Naive Bayes</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465301-9A3E-C7C2-6864-513B938AADA2}"/>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Naive Bayes</a:t>
            </a:r>
            <a:r>
              <a:rPr lang="en-US" dirty="0">
                <a:latin typeface="Times New Roman" panose="02020603050405020304" pitchFamily="18" charset="0"/>
                <a:cs typeface="Times New Roman" panose="02020603050405020304" pitchFamily="18" charset="0"/>
              </a:rPr>
              <a:t> classifier is a probabilistic machine learning algorithm based on </a:t>
            </a:r>
            <a:r>
              <a:rPr lang="en-US" b="1" dirty="0">
                <a:latin typeface="Times New Roman" panose="02020603050405020304" pitchFamily="18" charset="0"/>
                <a:cs typeface="Times New Roman" panose="02020603050405020304" pitchFamily="18" charset="0"/>
              </a:rPr>
              <a:t>Bayes' Theorem</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It assumes that the features are conditionally independent, given the class label (hence the term "naive"). </a:t>
            </a:r>
          </a:p>
          <a:p>
            <a:r>
              <a:rPr lang="en-US" dirty="0">
                <a:latin typeface="Times New Roman" panose="02020603050405020304" pitchFamily="18" charset="0"/>
                <a:cs typeface="Times New Roman" panose="02020603050405020304" pitchFamily="18" charset="0"/>
              </a:rPr>
              <a:t>Despite this strong and often unrealistic assumption, Naive Bayes has shown to work well in practice, especially for large datasets.</a:t>
            </a:r>
          </a:p>
        </p:txBody>
      </p:sp>
      <p:pic>
        <p:nvPicPr>
          <p:cNvPr id="4" name="Picture 2" descr="Iqra University - IU">
            <a:extLst>
              <a:ext uri="{FF2B5EF4-FFF2-40B4-BE49-F238E27FC236}">
                <a16:creationId xmlns:a16="http://schemas.microsoft.com/office/drawing/2014/main" id="{00C28B7A-8784-8F80-0EE2-255BA880C8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3007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6362-B1F0-CDA9-3222-215B27556BBF}"/>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Bayes' Theorem</a:t>
            </a:r>
          </a:p>
        </p:txBody>
      </p:sp>
      <p:sp>
        <p:nvSpPr>
          <p:cNvPr id="3" name="Content Placeholder 2">
            <a:extLst>
              <a:ext uri="{FF2B5EF4-FFF2-40B4-BE49-F238E27FC236}">
                <a16:creationId xmlns:a16="http://schemas.microsoft.com/office/drawing/2014/main" id="{CB7E5299-1408-33EE-B7E1-A0C49ABFCEE8}"/>
              </a:ext>
            </a:extLst>
          </p:cNvPr>
          <p:cNvSpPr>
            <a:spLocks noGrp="1"/>
          </p:cNvSpPr>
          <p:nvPr>
            <p:ph idx="1"/>
          </p:nvPr>
        </p:nvSpPr>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Bayes' Theorem is the foundation of Naive Bayes. It calculates the probability of a class given some features. The formula is: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sz="2600" dirty="0">
                <a:latin typeface="Times New Roman" panose="02020603050405020304" pitchFamily="18" charset="0"/>
                <a:cs typeface="Times New Roman" panose="02020603050405020304" pitchFamily="18" charset="0"/>
              </a:rPr>
              <a:t>Where:</a:t>
            </a:r>
          </a:p>
          <a:p>
            <a:r>
              <a:rPr lang="en-US" sz="2600" dirty="0">
                <a:latin typeface="Times New Roman" panose="02020603050405020304" pitchFamily="18" charset="0"/>
                <a:cs typeface="Times New Roman" panose="02020603050405020304" pitchFamily="18" charset="0"/>
              </a:rPr>
              <a:t>P(C∣X) is the </a:t>
            </a:r>
            <a:r>
              <a:rPr lang="en-US" sz="2600" b="1" dirty="0">
                <a:latin typeface="Times New Roman" panose="02020603050405020304" pitchFamily="18" charset="0"/>
                <a:cs typeface="Times New Roman" panose="02020603050405020304" pitchFamily="18" charset="0"/>
              </a:rPr>
              <a:t>posterior probability</a:t>
            </a:r>
            <a:r>
              <a:rPr lang="en-US" sz="2600" dirty="0">
                <a:latin typeface="Times New Roman" panose="02020603050405020304" pitchFamily="18" charset="0"/>
                <a:cs typeface="Times New Roman" panose="02020603050405020304" pitchFamily="18" charset="0"/>
              </a:rPr>
              <a:t> of the class C given the features X.</a:t>
            </a:r>
          </a:p>
          <a:p>
            <a:r>
              <a:rPr lang="en-US" sz="2600" dirty="0">
                <a:latin typeface="Times New Roman" panose="02020603050405020304" pitchFamily="18" charset="0"/>
                <a:cs typeface="Times New Roman" panose="02020603050405020304" pitchFamily="18" charset="0"/>
              </a:rPr>
              <a:t>P(X∣C) is the </a:t>
            </a:r>
            <a:r>
              <a:rPr lang="en-US" sz="2600" b="1" dirty="0">
                <a:latin typeface="Times New Roman" panose="02020603050405020304" pitchFamily="18" charset="0"/>
                <a:cs typeface="Times New Roman" panose="02020603050405020304" pitchFamily="18" charset="0"/>
              </a:rPr>
              <a:t>likelihood</a:t>
            </a:r>
            <a:r>
              <a:rPr lang="en-US" sz="2600" dirty="0">
                <a:latin typeface="Times New Roman" panose="02020603050405020304" pitchFamily="18" charset="0"/>
                <a:cs typeface="Times New Roman" panose="02020603050405020304" pitchFamily="18" charset="0"/>
              </a:rPr>
              <a:t> of observing features X given the class C.</a:t>
            </a:r>
          </a:p>
          <a:p>
            <a:r>
              <a:rPr lang="en-US" sz="2600" dirty="0">
                <a:latin typeface="Times New Roman" panose="02020603050405020304" pitchFamily="18" charset="0"/>
                <a:cs typeface="Times New Roman" panose="02020603050405020304" pitchFamily="18" charset="0"/>
              </a:rPr>
              <a:t>P(C) is the </a:t>
            </a:r>
            <a:r>
              <a:rPr lang="en-US" sz="2600" b="1" dirty="0">
                <a:latin typeface="Times New Roman" panose="02020603050405020304" pitchFamily="18" charset="0"/>
                <a:cs typeface="Times New Roman" panose="02020603050405020304" pitchFamily="18" charset="0"/>
              </a:rPr>
              <a:t>prior probability</a:t>
            </a:r>
            <a:r>
              <a:rPr lang="en-US" sz="2600" dirty="0">
                <a:latin typeface="Times New Roman" panose="02020603050405020304" pitchFamily="18" charset="0"/>
                <a:cs typeface="Times New Roman" panose="02020603050405020304" pitchFamily="18" charset="0"/>
              </a:rPr>
              <a:t> of the class C (the probability of the class occurring before observing any features).</a:t>
            </a:r>
          </a:p>
          <a:p>
            <a:r>
              <a:rPr lang="en-US" sz="2600" dirty="0">
                <a:latin typeface="Times New Roman" panose="02020603050405020304" pitchFamily="18" charset="0"/>
                <a:cs typeface="Times New Roman" panose="02020603050405020304" pitchFamily="18" charset="0"/>
              </a:rPr>
              <a:t>P(X) is the </a:t>
            </a:r>
            <a:r>
              <a:rPr lang="en-US" sz="2600" b="1" dirty="0">
                <a:latin typeface="Times New Roman" panose="02020603050405020304" pitchFamily="18" charset="0"/>
                <a:cs typeface="Times New Roman" panose="02020603050405020304" pitchFamily="18" charset="0"/>
              </a:rPr>
              <a:t>evidence</a:t>
            </a:r>
            <a:r>
              <a:rPr lang="en-US" sz="2600" dirty="0">
                <a:latin typeface="Times New Roman" panose="02020603050405020304" pitchFamily="18" charset="0"/>
                <a:cs typeface="Times New Roman" panose="02020603050405020304" pitchFamily="18" charset="0"/>
              </a:rPr>
              <a:t> (the probability of the features occurring).</a:t>
            </a:r>
          </a:p>
        </p:txBody>
      </p:sp>
      <p:pic>
        <p:nvPicPr>
          <p:cNvPr id="5" name="Picture 4">
            <a:extLst>
              <a:ext uri="{FF2B5EF4-FFF2-40B4-BE49-F238E27FC236}">
                <a16:creationId xmlns:a16="http://schemas.microsoft.com/office/drawing/2014/main" id="{6969C1B5-5588-DC0F-91B3-C15B2B004C23}"/>
              </a:ext>
            </a:extLst>
          </p:cNvPr>
          <p:cNvPicPr>
            <a:picLocks noChangeAspect="1"/>
          </p:cNvPicPr>
          <p:nvPr/>
        </p:nvPicPr>
        <p:blipFill>
          <a:blip r:embed="rId2"/>
          <a:stretch>
            <a:fillRect/>
          </a:stretch>
        </p:blipFill>
        <p:spPr>
          <a:xfrm>
            <a:off x="3472166" y="2956245"/>
            <a:ext cx="3855712" cy="945509"/>
          </a:xfrm>
          <a:prstGeom prst="rect">
            <a:avLst/>
          </a:prstGeom>
        </p:spPr>
      </p:pic>
      <p:pic>
        <p:nvPicPr>
          <p:cNvPr id="6" name="Picture 2" descr="Iqra University - IU">
            <a:extLst>
              <a:ext uri="{FF2B5EF4-FFF2-40B4-BE49-F238E27FC236}">
                <a16:creationId xmlns:a16="http://schemas.microsoft.com/office/drawing/2014/main" id="{1F62FD17-0388-8092-6A97-45C22BE2E3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9360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8AEF-DC46-72EC-1B52-BA1C70F8843B}"/>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Steps for Naive Bayes Classification</a:t>
            </a:r>
          </a:p>
        </p:txBody>
      </p:sp>
      <p:sp>
        <p:nvSpPr>
          <p:cNvPr id="3" name="Content Placeholder 2">
            <a:extLst>
              <a:ext uri="{FF2B5EF4-FFF2-40B4-BE49-F238E27FC236}">
                <a16:creationId xmlns:a16="http://schemas.microsoft.com/office/drawing/2014/main" id="{126622D6-E93F-7E9F-540B-5D57A05C591A}"/>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1. Calculate the Prior Probabilities:</a:t>
            </a:r>
          </a:p>
          <a:p>
            <a:pPr lvl="1"/>
            <a:r>
              <a:rPr lang="en-US" sz="2000" dirty="0">
                <a:latin typeface="Times New Roman" panose="02020603050405020304" pitchFamily="18" charset="0"/>
                <a:cs typeface="Times New Roman" panose="02020603050405020304" pitchFamily="18" charset="0"/>
              </a:rPr>
              <a:t>The prior probability is the probability of each class occurring in the dataset. This can be calculated by dividing the number of occurrences of each class by the total number of instances.</a:t>
            </a:r>
          </a:p>
          <a:p>
            <a:pPr marL="0" indent="0">
              <a:buNone/>
            </a:pPr>
            <a:r>
              <a:rPr lang="en-US" sz="2400" dirty="0">
                <a:latin typeface="Times New Roman" panose="02020603050405020304" pitchFamily="18" charset="0"/>
                <a:cs typeface="Times New Roman" panose="02020603050405020304" pitchFamily="18" charset="0"/>
              </a:rPr>
              <a:t>2. Calculate the Likelihood:</a:t>
            </a:r>
          </a:p>
          <a:p>
            <a:pPr lvl="1"/>
            <a:r>
              <a:rPr lang="en-US" sz="2000" dirty="0">
                <a:latin typeface="Times New Roman" panose="02020603050405020304" pitchFamily="18" charset="0"/>
                <a:cs typeface="Times New Roman" panose="02020603050405020304" pitchFamily="18" charset="0"/>
              </a:rPr>
              <a:t>For each feature, calculate the probability of observing the feature value given the class. This is typically calculated for each class by considering how often each feature value occurs within each class.</a:t>
            </a:r>
          </a:p>
          <a:p>
            <a:pPr marL="0" indent="0">
              <a:buNone/>
            </a:pPr>
            <a:r>
              <a:rPr lang="en-US" sz="2400" dirty="0">
                <a:latin typeface="Times New Roman" panose="02020603050405020304" pitchFamily="18" charset="0"/>
                <a:cs typeface="Times New Roman" panose="02020603050405020304" pitchFamily="18" charset="0"/>
              </a:rPr>
              <a:t>3. Apply Bayes' Theorem:</a:t>
            </a:r>
          </a:p>
          <a:p>
            <a:pPr lvl="1"/>
            <a:r>
              <a:rPr lang="en-US" sz="2000" dirty="0">
                <a:latin typeface="Times New Roman" panose="02020603050405020304" pitchFamily="18" charset="0"/>
                <a:cs typeface="Times New Roman" panose="02020603050405020304" pitchFamily="18" charset="0"/>
              </a:rPr>
              <a:t>Use Bayes' Theorem to calculate the posterior probability for each class, given the features.</a:t>
            </a:r>
          </a:p>
          <a:p>
            <a:pPr marL="0" indent="0">
              <a:buNone/>
            </a:pPr>
            <a:r>
              <a:rPr lang="en-US" sz="2400" dirty="0">
                <a:latin typeface="Times New Roman" panose="02020603050405020304" pitchFamily="18" charset="0"/>
                <a:cs typeface="Times New Roman" panose="02020603050405020304" pitchFamily="18" charset="0"/>
              </a:rPr>
              <a:t>4. Choose the Class with the Highest Posterior Probability:</a:t>
            </a:r>
          </a:p>
          <a:p>
            <a:pPr lvl="1"/>
            <a:r>
              <a:rPr lang="en-US" sz="2000" dirty="0">
                <a:latin typeface="Times New Roman" panose="02020603050405020304" pitchFamily="18" charset="0"/>
                <a:cs typeface="Times New Roman" panose="02020603050405020304" pitchFamily="18" charset="0"/>
              </a:rPr>
              <a:t>The class with the highest posterior probability is the predicted class for the instance.</a:t>
            </a:r>
          </a:p>
        </p:txBody>
      </p:sp>
      <p:pic>
        <p:nvPicPr>
          <p:cNvPr id="4" name="Picture 2" descr="Iqra University - IU">
            <a:extLst>
              <a:ext uri="{FF2B5EF4-FFF2-40B4-BE49-F238E27FC236}">
                <a16:creationId xmlns:a16="http://schemas.microsoft.com/office/drawing/2014/main" id="{D7FB1D2E-D31B-485B-27EC-3B7EBD9B28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260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56F89-82C4-A356-DB10-562F64D7A953}"/>
              </a:ext>
            </a:extLst>
          </p:cNvPr>
          <p:cNvSpPr>
            <a:spLocks noGrp="1"/>
          </p:cNvSpPr>
          <p:nvPr>
            <p:ph type="title"/>
          </p:nvPr>
        </p:nvSpPr>
        <p:spPr>
          <a:xfrm>
            <a:off x="838200" y="365125"/>
            <a:ext cx="10515600" cy="899471"/>
          </a:xfrm>
        </p:spPr>
        <p:txBody>
          <a:bodyPr>
            <a:normAutofit/>
          </a:bodyPr>
          <a:lstStyle/>
          <a:p>
            <a:r>
              <a:rPr lang="en-US" sz="4000" b="1" dirty="0">
                <a:latin typeface="Times New Roman" panose="02020603050405020304" pitchFamily="18" charset="0"/>
                <a:cs typeface="Times New Roman" panose="02020603050405020304" pitchFamily="18" charset="0"/>
              </a:rPr>
              <a:t>Example</a:t>
            </a:r>
          </a:p>
        </p:txBody>
      </p:sp>
      <p:sp>
        <p:nvSpPr>
          <p:cNvPr id="3" name="Content Placeholder 2">
            <a:extLst>
              <a:ext uri="{FF2B5EF4-FFF2-40B4-BE49-F238E27FC236}">
                <a16:creationId xmlns:a16="http://schemas.microsoft.com/office/drawing/2014/main" id="{79FC39E8-D096-7C16-D4AD-DE5D3878E42F}"/>
              </a:ext>
            </a:extLst>
          </p:cNvPr>
          <p:cNvSpPr>
            <a:spLocks noGrp="1"/>
          </p:cNvSpPr>
          <p:nvPr>
            <p:ph idx="1"/>
          </p:nvPr>
        </p:nvSpPr>
        <p:spPr>
          <a:xfrm>
            <a:off x="838200" y="1264596"/>
            <a:ext cx="10515600" cy="4351338"/>
          </a:xfrm>
        </p:spPr>
        <p:txBody>
          <a:bodyPr/>
          <a:lstStyle/>
          <a:p>
            <a:pPr marL="0" indent="0">
              <a:buNone/>
            </a:pPr>
            <a:r>
              <a:rPr lang="en-US" sz="2400" b="1" dirty="0">
                <a:latin typeface="Times New Roman" panose="02020603050405020304" pitchFamily="18" charset="0"/>
                <a:cs typeface="Times New Roman" panose="02020603050405020304" pitchFamily="18" charset="0"/>
              </a:rPr>
              <a:t>Problem:</a:t>
            </a:r>
          </a:p>
          <a:p>
            <a:pPr marL="0" indent="0" algn="just">
              <a:buNone/>
            </a:pPr>
            <a:r>
              <a:rPr lang="en-US" sz="2000" dirty="0">
                <a:latin typeface="Times New Roman" panose="02020603050405020304" pitchFamily="18" charset="0"/>
                <a:cs typeface="Times New Roman" panose="02020603050405020304" pitchFamily="18" charset="0"/>
              </a:rPr>
              <a:t>Let's consider a simple example where we are classifying whether a student passes or fails based on two features: </a:t>
            </a:r>
            <a:r>
              <a:rPr lang="en-US" sz="2000" b="1" dirty="0">
                <a:latin typeface="Times New Roman" panose="02020603050405020304" pitchFamily="18" charset="0"/>
                <a:cs typeface="Times New Roman" panose="02020603050405020304" pitchFamily="18" charset="0"/>
              </a:rPr>
              <a:t>study time</a:t>
            </a:r>
            <a:r>
              <a:rPr lang="en-US" sz="2000" dirty="0">
                <a:latin typeface="Times New Roman" panose="02020603050405020304" pitchFamily="18" charset="0"/>
                <a:cs typeface="Times New Roman" panose="02020603050405020304" pitchFamily="18" charset="0"/>
              </a:rPr>
              <a:t> (short, long) and </a:t>
            </a:r>
            <a:r>
              <a:rPr lang="en-US" sz="2000" b="1" dirty="0">
                <a:latin typeface="Times New Roman" panose="02020603050405020304" pitchFamily="18" charset="0"/>
                <a:cs typeface="Times New Roman" panose="02020603050405020304" pitchFamily="18" charset="0"/>
              </a:rPr>
              <a:t>attendance</a:t>
            </a:r>
            <a:r>
              <a:rPr lang="en-US" sz="2000" dirty="0">
                <a:latin typeface="Times New Roman" panose="02020603050405020304" pitchFamily="18" charset="0"/>
                <a:cs typeface="Times New Roman" panose="02020603050405020304" pitchFamily="18" charset="0"/>
              </a:rPr>
              <a:t> (low, high). The target variable is whether the student </a:t>
            </a:r>
            <a:r>
              <a:rPr lang="en-US" sz="2000" b="1" dirty="0">
                <a:latin typeface="Times New Roman" panose="02020603050405020304" pitchFamily="18" charset="0"/>
                <a:cs typeface="Times New Roman" panose="02020603050405020304" pitchFamily="18" charset="0"/>
              </a:rPr>
              <a:t>passes</a:t>
            </a:r>
            <a:r>
              <a:rPr lang="en-US" sz="2000" dirty="0">
                <a:latin typeface="Times New Roman" panose="02020603050405020304" pitchFamily="18" charset="0"/>
                <a:cs typeface="Times New Roman" panose="02020603050405020304" pitchFamily="18" charset="0"/>
              </a:rPr>
              <a:t> or </a:t>
            </a:r>
            <a:r>
              <a:rPr lang="en-US" sz="2000" b="1" dirty="0">
                <a:latin typeface="Times New Roman" panose="02020603050405020304" pitchFamily="18" charset="0"/>
                <a:cs typeface="Times New Roman" panose="02020603050405020304" pitchFamily="18" charset="0"/>
              </a:rPr>
              <a:t>fails</a:t>
            </a:r>
            <a:r>
              <a:rPr lang="en-US" sz="2000" dirty="0">
                <a:latin typeface="Times New Roman" panose="02020603050405020304" pitchFamily="18" charset="0"/>
                <a:cs typeface="Times New Roman" panose="02020603050405020304" pitchFamily="18" charset="0"/>
              </a:rPr>
              <a:t>.</a:t>
            </a:r>
          </a:p>
          <a:p>
            <a:endParaRPr lang="en-US" dirty="0"/>
          </a:p>
        </p:txBody>
      </p:sp>
      <p:graphicFrame>
        <p:nvGraphicFramePr>
          <p:cNvPr id="4" name="Table 3">
            <a:extLst>
              <a:ext uri="{FF2B5EF4-FFF2-40B4-BE49-F238E27FC236}">
                <a16:creationId xmlns:a16="http://schemas.microsoft.com/office/drawing/2014/main" id="{6321AA56-1016-9542-25B2-5B174049BCE5}"/>
              </a:ext>
            </a:extLst>
          </p:cNvPr>
          <p:cNvGraphicFramePr>
            <a:graphicFrameLocks noGrp="1"/>
          </p:cNvGraphicFramePr>
          <p:nvPr>
            <p:extLst>
              <p:ext uri="{D42A27DB-BD31-4B8C-83A1-F6EECF244321}">
                <p14:modId xmlns:p14="http://schemas.microsoft.com/office/powerpoint/2010/main" val="1680738885"/>
              </p:ext>
            </p:extLst>
          </p:nvPr>
        </p:nvGraphicFramePr>
        <p:xfrm>
          <a:off x="3688404" y="2835275"/>
          <a:ext cx="5416685" cy="3657600"/>
        </p:xfrm>
        <a:graphic>
          <a:graphicData uri="http://schemas.openxmlformats.org/drawingml/2006/table">
            <a:tbl>
              <a:tblPr>
                <a:tableStyleId>{5940675A-B579-460E-94D1-54222C63F5DA}</a:tableStyleId>
              </a:tblPr>
              <a:tblGrid>
                <a:gridCol w="1836906">
                  <a:extLst>
                    <a:ext uri="{9D8B030D-6E8A-4147-A177-3AD203B41FA5}">
                      <a16:colId xmlns:a16="http://schemas.microsoft.com/office/drawing/2014/main" val="3879302429"/>
                    </a:ext>
                  </a:extLst>
                </a:gridCol>
                <a:gridCol w="2013626">
                  <a:extLst>
                    <a:ext uri="{9D8B030D-6E8A-4147-A177-3AD203B41FA5}">
                      <a16:colId xmlns:a16="http://schemas.microsoft.com/office/drawing/2014/main" val="2199035619"/>
                    </a:ext>
                  </a:extLst>
                </a:gridCol>
                <a:gridCol w="1566153">
                  <a:extLst>
                    <a:ext uri="{9D8B030D-6E8A-4147-A177-3AD203B41FA5}">
                      <a16:colId xmlns:a16="http://schemas.microsoft.com/office/drawing/2014/main" val="3332285067"/>
                    </a:ext>
                  </a:extLst>
                </a:gridCol>
              </a:tblGrid>
              <a:tr h="0">
                <a:tc>
                  <a:txBody>
                    <a:bodyPr/>
                    <a:lstStyle/>
                    <a:p>
                      <a:pPr algn="ctr"/>
                      <a:r>
                        <a:rPr lang="en-US" b="1"/>
                        <a:t>Study Time</a:t>
                      </a:r>
                      <a:endParaRPr lang="en-US" b="1">
                        <a:latin typeface="Times New Roman" panose="02020603050405020304" pitchFamily="18" charset="0"/>
                        <a:cs typeface="Times New Roman" panose="02020603050405020304" pitchFamily="18" charset="0"/>
                      </a:endParaRPr>
                    </a:p>
                  </a:txBody>
                  <a:tcPr anchor="ctr"/>
                </a:tc>
                <a:tc>
                  <a:txBody>
                    <a:bodyPr/>
                    <a:lstStyle/>
                    <a:p>
                      <a:pPr algn="ctr"/>
                      <a:r>
                        <a:rPr lang="en-US" b="1"/>
                        <a:t>Attendance</a:t>
                      </a:r>
                      <a:endParaRPr lang="en-US" b="1">
                        <a:latin typeface="Times New Roman" panose="02020603050405020304" pitchFamily="18" charset="0"/>
                        <a:cs typeface="Times New Roman" panose="02020603050405020304" pitchFamily="18" charset="0"/>
                      </a:endParaRPr>
                    </a:p>
                  </a:txBody>
                  <a:tcPr anchor="ctr"/>
                </a:tc>
                <a:tc>
                  <a:txBody>
                    <a:bodyPr/>
                    <a:lstStyle/>
                    <a:p>
                      <a:pPr algn="ctr"/>
                      <a:r>
                        <a:rPr lang="en-US" b="1" dirty="0"/>
                        <a:t>Result</a:t>
                      </a:r>
                      <a:endParaRPr lang="en-US" b="1"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04431908"/>
                  </a:ext>
                </a:extLst>
              </a:tr>
              <a:tr h="0">
                <a:tc>
                  <a:txBody>
                    <a:bodyPr/>
                    <a:lstStyle/>
                    <a:p>
                      <a:pPr algn="ctr"/>
                      <a:r>
                        <a:rPr lang="en-US"/>
                        <a:t>short</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dirty="0"/>
                        <a:t>low</a:t>
                      </a:r>
                      <a:endParaRPr lang="en-US" dirty="0">
                        <a:latin typeface="Times New Roman" panose="02020603050405020304" pitchFamily="18" charset="0"/>
                        <a:cs typeface="Times New Roman" panose="02020603050405020304" pitchFamily="18" charset="0"/>
                      </a:endParaRPr>
                    </a:p>
                  </a:txBody>
                  <a:tcPr anchor="ctr"/>
                </a:tc>
                <a:tc>
                  <a:txBody>
                    <a:bodyPr/>
                    <a:lstStyle/>
                    <a:p>
                      <a:pPr algn="ctr"/>
                      <a:r>
                        <a:rPr lang="en-US"/>
                        <a:t>fail</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319929605"/>
                  </a:ext>
                </a:extLst>
              </a:tr>
              <a:tr h="0">
                <a:tc>
                  <a:txBody>
                    <a:bodyPr/>
                    <a:lstStyle/>
                    <a:p>
                      <a:pPr algn="ctr"/>
                      <a:r>
                        <a:rPr lang="en-US"/>
                        <a:t>short</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high</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fail</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7415423"/>
                  </a:ext>
                </a:extLst>
              </a:tr>
              <a:tr h="0">
                <a:tc>
                  <a:txBody>
                    <a:bodyPr/>
                    <a:lstStyle/>
                    <a:p>
                      <a:pPr algn="ctr"/>
                      <a:r>
                        <a:rPr lang="en-US"/>
                        <a:t>long</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low</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fail</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172476141"/>
                  </a:ext>
                </a:extLst>
              </a:tr>
              <a:tr h="0">
                <a:tc>
                  <a:txBody>
                    <a:bodyPr/>
                    <a:lstStyle/>
                    <a:p>
                      <a:pPr algn="ctr"/>
                      <a:r>
                        <a:rPr lang="en-US"/>
                        <a:t>long</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high</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pass</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02271438"/>
                  </a:ext>
                </a:extLst>
              </a:tr>
              <a:tr h="0">
                <a:tc>
                  <a:txBody>
                    <a:bodyPr/>
                    <a:lstStyle/>
                    <a:p>
                      <a:pPr algn="ctr"/>
                      <a:r>
                        <a:rPr lang="en-US"/>
                        <a:t>short</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low</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fail</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36754379"/>
                  </a:ext>
                </a:extLst>
              </a:tr>
              <a:tr h="0">
                <a:tc>
                  <a:txBody>
                    <a:bodyPr/>
                    <a:lstStyle/>
                    <a:p>
                      <a:pPr algn="ctr"/>
                      <a:r>
                        <a:rPr lang="en-US"/>
                        <a:t>short</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high</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pass</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974824437"/>
                  </a:ext>
                </a:extLst>
              </a:tr>
              <a:tr h="0">
                <a:tc>
                  <a:txBody>
                    <a:bodyPr/>
                    <a:lstStyle/>
                    <a:p>
                      <a:pPr algn="ctr"/>
                      <a:r>
                        <a:rPr lang="en-US"/>
                        <a:t>long</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high</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pass</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631097018"/>
                  </a:ext>
                </a:extLst>
              </a:tr>
              <a:tr h="0">
                <a:tc>
                  <a:txBody>
                    <a:bodyPr/>
                    <a:lstStyle/>
                    <a:p>
                      <a:pPr algn="ctr"/>
                      <a:r>
                        <a:rPr lang="en-US"/>
                        <a:t>long</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high</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pass</a:t>
                      </a:r>
                      <a:endParaRPr lang="en-US">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205142365"/>
                  </a:ext>
                </a:extLst>
              </a:tr>
              <a:tr h="0">
                <a:tc>
                  <a:txBody>
                    <a:bodyPr/>
                    <a:lstStyle/>
                    <a:p>
                      <a:pPr algn="ctr"/>
                      <a:r>
                        <a:rPr lang="en-US"/>
                        <a:t>short</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a:t>low</a:t>
                      </a:r>
                      <a:endParaRPr lang="en-US">
                        <a:latin typeface="Times New Roman" panose="02020603050405020304" pitchFamily="18" charset="0"/>
                        <a:cs typeface="Times New Roman" panose="02020603050405020304" pitchFamily="18" charset="0"/>
                      </a:endParaRPr>
                    </a:p>
                  </a:txBody>
                  <a:tcPr anchor="ctr"/>
                </a:tc>
                <a:tc>
                  <a:txBody>
                    <a:bodyPr/>
                    <a:lstStyle/>
                    <a:p>
                      <a:pPr algn="ctr"/>
                      <a:r>
                        <a:rPr lang="en-US" dirty="0"/>
                        <a:t>fail</a:t>
                      </a:r>
                      <a:endParaRPr 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43293538"/>
                  </a:ext>
                </a:extLst>
              </a:tr>
            </a:tbl>
          </a:graphicData>
        </a:graphic>
      </p:graphicFrame>
      <p:pic>
        <p:nvPicPr>
          <p:cNvPr id="5" name="Picture 2" descr="Iqra University - IU">
            <a:extLst>
              <a:ext uri="{FF2B5EF4-FFF2-40B4-BE49-F238E27FC236}">
                <a16:creationId xmlns:a16="http://schemas.microsoft.com/office/drawing/2014/main" id="{8513DD7F-9569-AB2F-F6B7-301C30689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9798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EE9A47-54A8-0F67-2B28-B5771A604AEE}"/>
              </a:ext>
            </a:extLst>
          </p:cNvPr>
          <p:cNvSpPr>
            <a:spLocks noGrp="1"/>
          </p:cNvSpPr>
          <p:nvPr>
            <p:ph idx="1"/>
          </p:nvPr>
        </p:nvSpPr>
        <p:spPr>
          <a:xfrm>
            <a:off x="750651" y="813948"/>
            <a:ext cx="10515600" cy="4351338"/>
          </a:xfrm>
        </p:spPr>
        <p:txBody>
          <a:bodyPr/>
          <a:lstStyle/>
          <a:p>
            <a:pPr marL="0" indent="0">
              <a:buNone/>
            </a:pPr>
            <a:r>
              <a:rPr lang="en-US" sz="2400" b="1" dirty="0">
                <a:latin typeface="Times New Roman" panose="02020603050405020304" pitchFamily="18" charset="0"/>
                <a:cs typeface="Times New Roman" panose="02020603050405020304" pitchFamily="18" charset="0"/>
              </a:rPr>
              <a:t>Step 1: Calculate Prior Probabilities</a:t>
            </a: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First, calculate the probability of each class (pass or fail).</a:t>
            </a:r>
          </a:p>
          <a:p>
            <a:pPr marL="0" indent="0">
              <a:buNone/>
            </a:pPr>
            <a:endParaRPr lang="en-US" dirty="0"/>
          </a:p>
        </p:txBody>
      </p:sp>
      <p:pic>
        <p:nvPicPr>
          <p:cNvPr id="5" name="Picture 4">
            <a:extLst>
              <a:ext uri="{FF2B5EF4-FFF2-40B4-BE49-F238E27FC236}">
                <a16:creationId xmlns:a16="http://schemas.microsoft.com/office/drawing/2014/main" id="{6862126F-F959-AE1A-83BE-08E1F0D97C49}"/>
              </a:ext>
            </a:extLst>
          </p:cNvPr>
          <p:cNvPicPr>
            <a:picLocks noChangeAspect="1"/>
          </p:cNvPicPr>
          <p:nvPr/>
        </p:nvPicPr>
        <p:blipFill>
          <a:blip r:embed="rId2"/>
          <a:stretch>
            <a:fillRect/>
          </a:stretch>
        </p:blipFill>
        <p:spPr>
          <a:xfrm>
            <a:off x="857655" y="2484605"/>
            <a:ext cx="7203679" cy="3361717"/>
          </a:xfrm>
          <a:prstGeom prst="rect">
            <a:avLst/>
          </a:prstGeom>
        </p:spPr>
      </p:pic>
      <p:pic>
        <p:nvPicPr>
          <p:cNvPr id="6" name="Picture 2" descr="Iqra University - IU">
            <a:extLst>
              <a:ext uri="{FF2B5EF4-FFF2-40B4-BE49-F238E27FC236}">
                <a16:creationId xmlns:a16="http://schemas.microsoft.com/office/drawing/2014/main" id="{BCF6004F-C1B7-E95C-E87F-CFCB436739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357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F28E9E1-ACE9-1D9C-9087-C6E48208BA9A}"/>
              </a:ext>
            </a:extLst>
          </p:cNvPr>
          <p:cNvSpPr>
            <a:spLocks noGrp="1"/>
          </p:cNvSpPr>
          <p:nvPr>
            <p:ph idx="1"/>
          </p:nvPr>
        </p:nvSpPr>
        <p:spPr>
          <a:xfrm>
            <a:off x="838200" y="726400"/>
            <a:ext cx="10515600" cy="4351338"/>
          </a:xfrm>
        </p:spPr>
        <p:txBody>
          <a:bodyPr/>
          <a:lstStyle/>
          <a:p>
            <a:pPr marL="0" indent="0">
              <a:buNone/>
            </a:pPr>
            <a:r>
              <a:rPr lang="en-US" sz="2400" b="1" dirty="0">
                <a:latin typeface="Times New Roman" panose="02020603050405020304" pitchFamily="18" charset="0"/>
                <a:cs typeface="Times New Roman" panose="02020603050405020304" pitchFamily="18" charset="0"/>
              </a:rPr>
              <a:t>Step 2: Calculate Likelihoods</a:t>
            </a:r>
          </a:p>
          <a:p>
            <a:pPr marL="0" indent="0" algn="just">
              <a:buNone/>
            </a:pPr>
            <a:r>
              <a:rPr lang="en-US" sz="2000" dirty="0">
                <a:latin typeface="Times New Roman" panose="02020603050405020304" pitchFamily="18" charset="0"/>
                <a:cs typeface="Times New Roman" panose="02020603050405020304" pitchFamily="18" charset="0"/>
              </a:rPr>
              <a:t>Now, for each feature, calculate the likelihood of the feature given the class (pass/fail). We will calculate the probability of each feature (study time and attendance) for both classes.</a:t>
            </a:r>
          </a:p>
          <a:p>
            <a:endParaRPr lang="en-US" dirty="0"/>
          </a:p>
        </p:txBody>
      </p:sp>
      <p:pic>
        <p:nvPicPr>
          <p:cNvPr id="5" name="Picture 4">
            <a:extLst>
              <a:ext uri="{FF2B5EF4-FFF2-40B4-BE49-F238E27FC236}">
                <a16:creationId xmlns:a16="http://schemas.microsoft.com/office/drawing/2014/main" id="{44287064-1D9E-107C-BF25-6A8E0F11BFD0}"/>
              </a:ext>
            </a:extLst>
          </p:cNvPr>
          <p:cNvPicPr>
            <a:picLocks noChangeAspect="1"/>
          </p:cNvPicPr>
          <p:nvPr/>
        </p:nvPicPr>
        <p:blipFill>
          <a:blip r:embed="rId2"/>
          <a:stretch>
            <a:fillRect/>
          </a:stretch>
        </p:blipFill>
        <p:spPr>
          <a:xfrm>
            <a:off x="940035" y="1921416"/>
            <a:ext cx="7743825" cy="4810125"/>
          </a:xfrm>
          <a:prstGeom prst="rect">
            <a:avLst/>
          </a:prstGeom>
        </p:spPr>
      </p:pic>
      <p:pic>
        <p:nvPicPr>
          <p:cNvPr id="6" name="Picture 2" descr="Iqra University - IU">
            <a:extLst>
              <a:ext uri="{FF2B5EF4-FFF2-40B4-BE49-F238E27FC236}">
                <a16:creationId xmlns:a16="http://schemas.microsoft.com/office/drawing/2014/main" id="{6F625DCC-41FB-EF62-3642-FCEB33125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6856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5A8BBC7-5C75-0782-0291-05197B3FEE6E}"/>
              </a:ext>
            </a:extLst>
          </p:cNvPr>
          <p:cNvPicPr>
            <a:picLocks noGrp="1" noChangeAspect="1"/>
          </p:cNvPicPr>
          <p:nvPr>
            <p:ph idx="1"/>
          </p:nvPr>
        </p:nvPicPr>
        <p:blipFill>
          <a:blip r:embed="rId2"/>
          <a:stretch>
            <a:fillRect/>
          </a:stretch>
        </p:blipFill>
        <p:spPr>
          <a:xfrm>
            <a:off x="1008800" y="678066"/>
            <a:ext cx="7522357" cy="4925066"/>
          </a:xfrm>
        </p:spPr>
      </p:pic>
      <p:pic>
        <p:nvPicPr>
          <p:cNvPr id="6" name="Picture 2" descr="Iqra University - IU">
            <a:extLst>
              <a:ext uri="{FF2B5EF4-FFF2-40B4-BE49-F238E27FC236}">
                <a16:creationId xmlns:a16="http://schemas.microsoft.com/office/drawing/2014/main" id="{D193C77F-A31F-6031-8A57-C44DC49B35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472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296C34-E9F0-2004-67AD-D49CA2EE15D4}"/>
              </a:ext>
            </a:extLst>
          </p:cNvPr>
          <p:cNvSpPr>
            <a:spLocks noGrp="1"/>
          </p:cNvSpPr>
          <p:nvPr>
            <p:ph idx="1"/>
          </p:nvPr>
        </p:nvSpPr>
        <p:spPr>
          <a:xfrm>
            <a:off x="945204" y="541574"/>
            <a:ext cx="10515600" cy="4351338"/>
          </a:xfrm>
        </p:spPr>
        <p:txBody>
          <a:bodyPr/>
          <a:lstStyle/>
          <a:p>
            <a:pPr marL="0" indent="0">
              <a:buNone/>
            </a:pPr>
            <a:r>
              <a:rPr lang="en-US" sz="2000" b="1" dirty="0">
                <a:latin typeface="Times New Roman" panose="02020603050405020304" pitchFamily="18" charset="0"/>
                <a:cs typeface="Times New Roman" panose="02020603050405020304" pitchFamily="18" charset="0"/>
              </a:rPr>
              <a:t>Step 3: Calculate Posterior Probabilities</a:t>
            </a:r>
          </a:p>
          <a:p>
            <a:pPr marL="0" indent="0">
              <a:buNone/>
            </a:pPr>
            <a:r>
              <a:rPr lang="en-US" sz="2000" dirty="0">
                <a:latin typeface="Times New Roman" panose="02020603050405020304" pitchFamily="18" charset="0"/>
                <a:cs typeface="Times New Roman" panose="02020603050405020304" pitchFamily="18" charset="0"/>
              </a:rPr>
              <a:t>Now we can calculate the posterior probability for each class. Let’s assume we want to predict the result for a student with the following features: Study Time = short, Attendance = high.</a:t>
            </a:r>
          </a:p>
          <a:p>
            <a:pPr marL="0" indent="0">
              <a:buNone/>
            </a:pPr>
            <a:r>
              <a:rPr lang="en-US" sz="2000" dirty="0">
                <a:latin typeface="Times New Roman" panose="02020603050405020304" pitchFamily="18" charset="0"/>
                <a:cs typeface="Times New Roman" panose="02020603050405020304" pitchFamily="18" charset="0"/>
              </a:rPr>
              <a:t>Using Bayes' Theorem, the posterior probability of Pass and Fail is calculated as follows:</a:t>
            </a:r>
          </a:p>
          <a:p>
            <a:endParaRPr lang="en-US" dirty="0"/>
          </a:p>
        </p:txBody>
      </p:sp>
      <p:pic>
        <p:nvPicPr>
          <p:cNvPr id="5" name="Picture 4">
            <a:extLst>
              <a:ext uri="{FF2B5EF4-FFF2-40B4-BE49-F238E27FC236}">
                <a16:creationId xmlns:a16="http://schemas.microsoft.com/office/drawing/2014/main" id="{BE71D673-C073-AAA0-324B-6A07750E1D08}"/>
              </a:ext>
            </a:extLst>
          </p:cNvPr>
          <p:cNvPicPr>
            <a:picLocks noChangeAspect="1"/>
          </p:cNvPicPr>
          <p:nvPr/>
        </p:nvPicPr>
        <p:blipFill>
          <a:blip r:embed="rId2"/>
          <a:stretch>
            <a:fillRect/>
          </a:stretch>
        </p:blipFill>
        <p:spPr>
          <a:xfrm>
            <a:off x="945204" y="2288330"/>
            <a:ext cx="10610749" cy="2789508"/>
          </a:xfrm>
          <a:prstGeom prst="rect">
            <a:avLst/>
          </a:prstGeom>
        </p:spPr>
      </p:pic>
      <p:pic>
        <p:nvPicPr>
          <p:cNvPr id="6" name="Picture 2" descr="Iqra University - IU">
            <a:extLst>
              <a:ext uri="{FF2B5EF4-FFF2-40B4-BE49-F238E27FC236}">
                <a16:creationId xmlns:a16="http://schemas.microsoft.com/office/drawing/2014/main" id="{B8272854-A29E-17E8-DF22-828ACCCD1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5186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DBBEAA-5F43-65AA-70F1-B3B0A16DE9E0}"/>
              </a:ext>
            </a:extLst>
          </p:cNvPr>
          <p:cNvSpPr>
            <a:spLocks noGrp="1"/>
          </p:cNvSpPr>
          <p:nvPr>
            <p:ph idx="1"/>
          </p:nvPr>
        </p:nvSpPr>
        <p:spPr>
          <a:xfrm>
            <a:off x="838200" y="1253331"/>
            <a:ext cx="10515600" cy="4351338"/>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Step 4: Compare and Choose the Class with the Highest Posterior Probability</a:t>
            </a:r>
          </a:p>
          <a:p>
            <a:pPr marL="0" indent="0">
              <a:buNone/>
            </a:pPr>
            <a:r>
              <a:rPr lang="en-US" sz="2000" dirty="0">
                <a:latin typeface="Times New Roman" panose="02020603050405020304" pitchFamily="18" charset="0"/>
                <a:cs typeface="Times New Roman" panose="02020603050405020304" pitchFamily="18" charset="0"/>
              </a:rPr>
              <a:t>Now, we compare the posterior probabilities for </a:t>
            </a:r>
            <a:r>
              <a:rPr lang="en-US" sz="2000" b="1" dirty="0">
                <a:latin typeface="Times New Roman" panose="02020603050405020304" pitchFamily="18" charset="0"/>
                <a:cs typeface="Times New Roman" panose="02020603050405020304" pitchFamily="18" charset="0"/>
              </a:rPr>
              <a:t>Pass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Fail</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P(Pass) = 1/12</a:t>
            </a:r>
          </a:p>
          <a:p>
            <a:r>
              <a:rPr lang="en-US" sz="2000" dirty="0">
                <a:latin typeface="Times New Roman" panose="02020603050405020304" pitchFamily="18" charset="0"/>
                <a:cs typeface="Times New Roman" panose="02020603050405020304" pitchFamily="18" charset="0"/>
              </a:rPr>
              <a:t>P(Fail) = 4/45</a:t>
            </a:r>
          </a:p>
          <a:p>
            <a:pPr marL="0" indent="0">
              <a:buNone/>
            </a:pPr>
            <a:r>
              <a:rPr lang="en-US" sz="2000" dirty="0">
                <a:latin typeface="Times New Roman" panose="02020603050405020304" pitchFamily="18" charset="0"/>
                <a:cs typeface="Times New Roman" panose="02020603050405020304" pitchFamily="18" charset="0"/>
              </a:rPr>
              <a:t>Since 1/12 is greater than 4/45​, the predicted class is </a:t>
            </a:r>
            <a:r>
              <a:rPr lang="en-US" sz="2000" b="1" dirty="0">
                <a:latin typeface="Times New Roman" panose="02020603050405020304" pitchFamily="18" charset="0"/>
                <a:cs typeface="Times New Roman" panose="02020603050405020304" pitchFamily="18" charset="0"/>
              </a:rPr>
              <a:t>Pass</a:t>
            </a:r>
            <a:r>
              <a:rPr lang="en-US" sz="2000" dirty="0">
                <a:latin typeface="Times New Roman" panose="02020603050405020304" pitchFamily="18" charset="0"/>
                <a:cs typeface="Times New Roman" panose="02020603050405020304" pitchFamily="18" charset="0"/>
              </a:rPr>
              <a:t>.</a:t>
            </a:r>
          </a:p>
        </p:txBody>
      </p:sp>
      <p:pic>
        <p:nvPicPr>
          <p:cNvPr id="4" name="Picture 2" descr="Iqra University - IU">
            <a:extLst>
              <a:ext uri="{FF2B5EF4-FFF2-40B4-BE49-F238E27FC236}">
                <a16:creationId xmlns:a16="http://schemas.microsoft.com/office/drawing/2014/main" id="{ABE44499-31CA-9256-0181-54F1FFA0B2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19298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F2D9B-89D1-5D06-A37D-515C3111CACC}"/>
              </a:ext>
            </a:extLst>
          </p:cNvPr>
          <p:cNvSpPr>
            <a:spLocks noGrp="1"/>
          </p:cNvSpPr>
          <p:nvPr>
            <p:ph type="title"/>
          </p:nvPr>
        </p:nvSpPr>
        <p:spPr>
          <a:xfrm>
            <a:off x="838200" y="365125"/>
            <a:ext cx="10515600" cy="948109"/>
          </a:xfrm>
        </p:spPr>
        <p:txBody>
          <a:bodyPr>
            <a:normAutofit/>
          </a:bodyPr>
          <a:lstStyle/>
          <a:p>
            <a:r>
              <a:rPr lang="en-US" sz="4000" b="1" dirty="0">
                <a:latin typeface="Times New Roman" panose="02020603050405020304" pitchFamily="18" charset="0"/>
                <a:cs typeface="Times New Roman" panose="02020603050405020304" pitchFamily="18" charset="0"/>
              </a:rPr>
              <a:t>Practice</a:t>
            </a:r>
          </a:p>
        </p:txBody>
      </p:sp>
      <p:sp>
        <p:nvSpPr>
          <p:cNvPr id="3" name="Content Placeholder 2">
            <a:extLst>
              <a:ext uri="{FF2B5EF4-FFF2-40B4-BE49-F238E27FC236}">
                <a16:creationId xmlns:a16="http://schemas.microsoft.com/office/drawing/2014/main" id="{BFD2ACDF-6B99-5468-5A59-BBECA184119B}"/>
              </a:ext>
            </a:extLst>
          </p:cNvPr>
          <p:cNvSpPr>
            <a:spLocks noGrp="1"/>
          </p:cNvSpPr>
          <p:nvPr>
            <p:ph idx="1"/>
          </p:nvPr>
        </p:nvSpPr>
        <p:spPr>
          <a:xfrm>
            <a:off x="838200" y="1436519"/>
            <a:ext cx="10515600" cy="4351338"/>
          </a:xfrm>
        </p:spPr>
        <p:txBody>
          <a:bodyPr/>
          <a:lstStyle/>
          <a:p>
            <a:pPr marL="0" indent="0">
              <a:buNone/>
            </a:pPr>
            <a:r>
              <a:rPr lang="en-US" sz="2400" b="1" dirty="0">
                <a:latin typeface="Times New Roman" panose="02020603050405020304" pitchFamily="18" charset="0"/>
                <a:cs typeface="Times New Roman" panose="02020603050405020304" pitchFamily="18" charset="0"/>
              </a:rPr>
              <a:t>Problem Statement:</a:t>
            </a:r>
          </a:p>
        </p:txBody>
      </p:sp>
      <p:graphicFrame>
        <p:nvGraphicFramePr>
          <p:cNvPr id="8" name="Table 7">
            <a:extLst>
              <a:ext uri="{FF2B5EF4-FFF2-40B4-BE49-F238E27FC236}">
                <a16:creationId xmlns:a16="http://schemas.microsoft.com/office/drawing/2014/main" id="{CA408464-F63D-89F9-44E2-A0C6AE282587}"/>
              </a:ext>
            </a:extLst>
          </p:cNvPr>
          <p:cNvGraphicFramePr>
            <a:graphicFrameLocks noGrp="1"/>
          </p:cNvGraphicFramePr>
          <p:nvPr>
            <p:extLst>
              <p:ext uri="{D42A27DB-BD31-4B8C-83A1-F6EECF244321}">
                <p14:modId xmlns:p14="http://schemas.microsoft.com/office/powerpoint/2010/main" val="1325617231"/>
              </p:ext>
            </p:extLst>
          </p:nvPr>
        </p:nvGraphicFramePr>
        <p:xfrm>
          <a:off x="1189206" y="2804795"/>
          <a:ext cx="9813587" cy="3688080"/>
        </p:xfrm>
        <a:graphic>
          <a:graphicData uri="http://schemas.openxmlformats.org/drawingml/2006/table">
            <a:tbl>
              <a:tblPr>
                <a:tableStyleId>{5940675A-B579-460E-94D1-54222C63F5DA}</a:tableStyleId>
              </a:tblPr>
              <a:tblGrid>
                <a:gridCol w="2103120">
                  <a:extLst>
                    <a:ext uri="{9D8B030D-6E8A-4147-A177-3AD203B41FA5}">
                      <a16:colId xmlns:a16="http://schemas.microsoft.com/office/drawing/2014/main" val="1620767616"/>
                    </a:ext>
                  </a:extLst>
                </a:gridCol>
                <a:gridCol w="2103120">
                  <a:extLst>
                    <a:ext uri="{9D8B030D-6E8A-4147-A177-3AD203B41FA5}">
                      <a16:colId xmlns:a16="http://schemas.microsoft.com/office/drawing/2014/main" val="753093179"/>
                    </a:ext>
                  </a:extLst>
                </a:gridCol>
                <a:gridCol w="2103120">
                  <a:extLst>
                    <a:ext uri="{9D8B030D-6E8A-4147-A177-3AD203B41FA5}">
                      <a16:colId xmlns:a16="http://schemas.microsoft.com/office/drawing/2014/main" val="1505016842"/>
                    </a:ext>
                  </a:extLst>
                </a:gridCol>
                <a:gridCol w="1675427">
                  <a:extLst>
                    <a:ext uri="{9D8B030D-6E8A-4147-A177-3AD203B41FA5}">
                      <a16:colId xmlns:a16="http://schemas.microsoft.com/office/drawing/2014/main" val="1665873220"/>
                    </a:ext>
                  </a:extLst>
                </a:gridCol>
                <a:gridCol w="1828800">
                  <a:extLst>
                    <a:ext uri="{9D8B030D-6E8A-4147-A177-3AD203B41FA5}">
                      <a16:colId xmlns:a16="http://schemas.microsoft.com/office/drawing/2014/main" val="3850882814"/>
                    </a:ext>
                  </a:extLst>
                </a:gridCol>
              </a:tblGrid>
              <a:tr h="0">
                <a:tc>
                  <a:txBody>
                    <a:bodyPr/>
                    <a:lstStyle/>
                    <a:p>
                      <a:pPr algn="ctr"/>
                      <a:r>
                        <a:rPr lang="en-US" sz="1600"/>
                        <a:t>Outlook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Temperature</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Humidity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Wind</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Rain</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06203529"/>
                  </a:ext>
                </a:extLst>
              </a:tr>
              <a:tr h="0">
                <a:tc>
                  <a:txBody>
                    <a:bodyPr/>
                    <a:lstStyle/>
                    <a:p>
                      <a:pPr algn="ctr"/>
                      <a:r>
                        <a:rPr lang="en-US" sz="1600"/>
                        <a:t>Sunny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Hot</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High</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No</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774056771"/>
                  </a:ext>
                </a:extLst>
              </a:tr>
              <a:tr h="0">
                <a:tc>
                  <a:txBody>
                    <a:bodyPr/>
                    <a:lstStyle/>
                    <a:p>
                      <a:pPr algn="ctr"/>
                      <a:r>
                        <a:rPr lang="en-US" sz="1600"/>
                        <a:t>Sunny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Hot</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High</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Strong</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No</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91733894"/>
                  </a:ext>
                </a:extLst>
              </a:tr>
              <a:tr h="0">
                <a:tc>
                  <a:txBody>
                    <a:bodyPr/>
                    <a:lstStyle/>
                    <a:p>
                      <a:pPr algn="ctr"/>
                      <a:r>
                        <a:rPr lang="en-US" sz="1600"/>
                        <a:t>Overcast</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Hot</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r>
                        <a:rPr lang="en-US" sz="1600"/>
                        <a:t>High</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Yes</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54003219"/>
                  </a:ext>
                </a:extLst>
              </a:tr>
              <a:tr h="0">
                <a:tc>
                  <a:txBody>
                    <a:bodyPr/>
                    <a:lstStyle/>
                    <a:p>
                      <a:pPr algn="ctr"/>
                      <a:r>
                        <a:rPr lang="en-US" sz="1600"/>
                        <a:t>Rainy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Mild</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High</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Yes</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6912096"/>
                  </a:ext>
                </a:extLst>
              </a:tr>
              <a:tr h="0">
                <a:tc>
                  <a:txBody>
                    <a:bodyPr/>
                    <a:lstStyle/>
                    <a:p>
                      <a:pPr algn="ctr"/>
                      <a:r>
                        <a:rPr lang="en-US" sz="1600"/>
                        <a:t>Rainy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Cool</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Low</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Yes</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55738808"/>
                  </a:ext>
                </a:extLst>
              </a:tr>
              <a:tr h="0">
                <a:tc>
                  <a:txBody>
                    <a:bodyPr/>
                    <a:lstStyle/>
                    <a:p>
                      <a:pPr algn="ctr"/>
                      <a:r>
                        <a:rPr lang="en-US" sz="1600"/>
                        <a:t>Rainy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Cool</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Low</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Strong</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No</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3921695"/>
                  </a:ext>
                </a:extLst>
              </a:tr>
              <a:tr h="0">
                <a:tc>
                  <a:txBody>
                    <a:bodyPr/>
                    <a:lstStyle/>
                    <a:p>
                      <a:pPr algn="ctr"/>
                      <a:r>
                        <a:rPr lang="en-US" sz="1600"/>
                        <a:t>Overcast</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Cool</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Low</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Strong</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Yes</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871845641"/>
                  </a:ext>
                </a:extLst>
              </a:tr>
              <a:tr h="0">
                <a:tc>
                  <a:txBody>
                    <a:bodyPr/>
                    <a:lstStyle/>
                    <a:p>
                      <a:pPr algn="ctr"/>
                      <a:r>
                        <a:rPr lang="en-US" sz="1600"/>
                        <a:t>Sunny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Mild</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High</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No</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28792287"/>
                  </a:ext>
                </a:extLst>
              </a:tr>
              <a:tr h="0">
                <a:tc>
                  <a:txBody>
                    <a:bodyPr/>
                    <a:lstStyle/>
                    <a:p>
                      <a:pPr algn="ctr"/>
                      <a:r>
                        <a:rPr lang="en-US" sz="1600"/>
                        <a:t>Sunny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Cool</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Low</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Yes</a:t>
                      </a:r>
                      <a:endParaRPr lang="en-US"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14915181"/>
                  </a:ext>
                </a:extLst>
              </a:tr>
              <a:tr h="0">
                <a:tc>
                  <a:txBody>
                    <a:bodyPr/>
                    <a:lstStyle/>
                    <a:p>
                      <a:pPr algn="ctr"/>
                      <a:r>
                        <a:rPr lang="en-US" sz="1600"/>
                        <a:t>Rainy</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Mild</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Low</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a:t>Weak</a:t>
                      </a:r>
                      <a:endParaRPr lang="en-US" sz="1600">
                        <a:latin typeface="Times New Roman" panose="02020603050405020304" pitchFamily="18" charset="0"/>
                        <a:cs typeface="Times New Roman" panose="02020603050405020304" pitchFamily="18" charset="0"/>
                      </a:endParaRPr>
                    </a:p>
                  </a:txBody>
                  <a:tcPr anchor="ctr"/>
                </a:tc>
                <a:tc>
                  <a:txBody>
                    <a:bodyPr/>
                    <a:lstStyle/>
                    <a:p>
                      <a:pPr algn="ctr"/>
                      <a:r>
                        <a:rPr lang="en-US" sz="1600" dirty="0"/>
                        <a:t>Yes</a:t>
                      </a:r>
                      <a:endParaRPr lang="en-US" sz="16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189167476"/>
                  </a:ext>
                </a:extLst>
              </a:tr>
            </a:tbl>
          </a:graphicData>
        </a:graphic>
      </p:graphicFrame>
      <p:sp>
        <p:nvSpPr>
          <p:cNvPr id="10" name="TextBox 9">
            <a:extLst>
              <a:ext uri="{FF2B5EF4-FFF2-40B4-BE49-F238E27FC236}">
                <a16:creationId xmlns:a16="http://schemas.microsoft.com/office/drawing/2014/main" id="{55C7F665-6FB1-4915-CC5B-1E5F87A914C0}"/>
              </a:ext>
            </a:extLst>
          </p:cNvPr>
          <p:cNvSpPr txBox="1"/>
          <p:nvPr/>
        </p:nvSpPr>
        <p:spPr>
          <a:xfrm>
            <a:off x="838200" y="1797492"/>
            <a:ext cx="10164593"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You are working for a weather forecasting service. Based on historical data, you need to classify whether it will </a:t>
            </a:r>
            <a:r>
              <a:rPr lang="en-US" b="1" dirty="0">
                <a:latin typeface="Times New Roman" panose="02020603050405020304" pitchFamily="18" charset="0"/>
                <a:cs typeface="Times New Roman" panose="02020603050405020304" pitchFamily="18" charset="0"/>
              </a:rPr>
              <a:t>Rain</a:t>
            </a:r>
            <a:r>
              <a:rPr lang="en-US" dirty="0">
                <a:latin typeface="Times New Roman" panose="02020603050405020304" pitchFamily="18" charset="0"/>
                <a:cs typeface="Times New Roman" panose="02020603050405020304" pitchFamily="18" charset="0"/>
              </a:rPr>
              <a:t> or </a:t>
            </a:r>
            <a:r>
              <a:rPr lang="en-US" b="1" dirty="0">
                <a:latin typeface="Times New Roman" panose="02020603050405020304" pitchFamily="18" charset="0"/>
                <a:cs typeface="Times New Roman" panose="02020603050405020304" pitchFamily="18" charset="0"/>
              </a:rPr>
              <a:t>No Rain</a:t>
            </a:r>
            <a:r>
              <a:rPr lang="en-US" dirty="0">
                <a:latin typeface="Times New Roman" panose="02020603050405020304" pitchFamily="18" charset="0"/>
                <a:cs typeface="Times New Roman" panose="02020603050405020304" pitchFamily="18" charset="0"/>
              </a:rPr>
              <a:t> based on the following features:</a:t>
            </a:r>
          </a:p>
        </p:txBody>
      </p:sp>
      <p:pic>
        <p:nvPicPr>
          <p:cNvPr id="11" name="Picture 2" descr="Iqra University - IU">
            <a:extLst>
              <a:ext uri="{FF2B5EF4-FFF2-40B4-BE49-F238E27FC236}">
                <a16:creationId xmlns:a16="http://schemas.microsoft.com/office/drawing/2014/main" id="{643A7B94-5125-FC3B-F358-B7FCE4D35D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4333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603C6A-7FFE-ED31-3E8D-16C799F4A82A}"/>
              </a:ext>
            </a:extLst>
          </p:cNvPr>
          <p:cNvSpPr>
            <a:spLocks noGrp="1"/>
          </p:cNvSpPr>
          <p:nvPr>
            <p:ph idx="1"/>
          </p:nvPr>
        </p:nvSpPr>
        <p:spPr/>
        <p:txBody>
          <a:bodyPr/>
          <a:lstStyle/>
          <a:p>
            <a:r>
              <a:rPr lang="en-US" dirty="0"/>
              <a:t>New Instance= (Outlook= Rainy, Temp= Mild, Humidity= High, Wind= strong) </a:t>
            </a:r>
          </a:p>
        </p:txBody>
      </p:sp>
    </p:spTree>
    <p:extLst>
      <p:ext uri="{BB962C8B-B14F-4D97-AF65-F5344CB8AC3E}">
        <p14:creationId xmlns:p14="http://schemas.microsoft.com/office/powerpoint/2010/main" val="898844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B6266C-4540-2DD7-4049-0E143C50421C}"/>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Machine Learning Algorithm Performance Evaluation</a:t>
            </a:r>
          </a:p>
        </p:txBody>
      </p:sp>
      <p:sp>
        <p:nvSpPr>
          <p:cNvPr id="3" name="Content Placeholder 2">
            <a:extLst>
              <a:ext uri="{FF2B5EF4-FFF2-40B4-BE49-F238E27FC236}">
                <a16:creationId xmlns:a16="http://schemas.microsoft.com/office/drawing/2014/main" id="{1D1D1328-282C-4815-6373-120B38873C14}"/>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When evaluating machine learning models, it's important to understand how well the model is performing.</a:t>
            </a:r>
          </a:p>
          <a:p>
            <a:pPr algn="just"/>
            <a:r>
              <a:rPr lang="en-US" sz="2400" b="1" dirty="0">
                <a:latin typeface="Times New Roman" panose="02020603050405020304" pitchFamily="18" charset="0"/>
                <a:cs typeface="Times New Roman" panose="02020603050405020304" pitchFamily="18" charset="0"/>
              </a:rPr>
              <a:t>1. Confusion Matrix</a:t>
            </a:r>
          </a:p>
          <a:p>
            <a:pPr algn="just"/>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confusion matrix</a:t>
            </a:r>
            <a:r>
              <a:rPr lang="en-US" sz="2400" dirty="0">
                <a:latin typeface="Times New Roman" panose="02020603050405020304" pitchFamily="18" charset="0"/>
                <a:cs typeface="Times New Roman" panose="02020603050405020304" pitchFamily="18" charset="0"/>
              </a:rPr>
              <a:t> is a table used to evaluate the performance of a classification algorithm. It shows the </a:t>
            </a:r>
            <a:r>
              <a:rPr lang="en-US" sz="2400" b="1" dirty="0">
                <a:latin typeface="Times New Roman" panose="02020603050405020304" pitchFamily="18" charset="0"/>
                <a:cs typeface="Times New Roman" panose="02020603050405020304" pitchFamily="18" charset="0"/>
              </a:rPr>
              <a:t>actual vs. predicted</a:t>
            </a:r>
            <a:r>
              <a:rPr lang="en-US" sz="2400" dirty="0">
                <a:latin typeface="Times New Roman" panose="02020603050405020304" pitchFamily="18" charset="0"/>
                <a:cs typeface="Times New Roman" panose="02020603050405020304" pitchFamily="18" charset="0"/>
              </a:rPr>
              <a:t> classifications and helps to visualize the performance of a model.</a:t>
            </a:r>
          </a:p>
          <a:p>
            <a:pPr algn="just"/>
            <a:r>
              <a:rPr lang="en-US" sz="2400" dirty="0">
                <a:latin typeface="Times New Roman" panose="02020603050405020304" pitchFamily="18" charset="0"/>
                <a:cs typeface="Times New Roman" panose="02020603050405020304" pitchFamily="18" charset="0"/>
              </a:rPr>
              <a:t>For a binary classification problem (e.g., "Positive" vs. "Negative"):</a:t>
            </a:r>
          </a:p>
          <a:p>
            <a:endParaRPr lang="en-US" dirty="0"/>
          </a:p>
        </p:txBody>
      </p:sp>
      <p:graphicFrame>
        <p:nvGraphicFramePr>
          <p:cNvPr id="4" name="Table 3">
            <a:extLst>
              <a:ext uri="{FF2B5EF4-FFF2-40B4-BE49-F238E27FC236}">
                <a16:creationId xmlns:a16="http://schemas.microsoft.com/office/drawing/2014/main" id="{EFDE4BF5-3905-2F78-CE12-97776552EFBC}"/>
              </a:ext>
            </a:extLst>
          </p:cNvPr>
          <p:cNvGraphicFramePr>
            <a:graphicFrameLocks noGrp="1"/>
          </p:cNvGraphicFramePr>
          <p:nvPr>
            <p:extLst>
              <p:ext uri="{D42A27DB-BD31-4B8C-83A1-F6EECF244321}">
                <p14:modId xmlns:p14="http://schemas.microsoft.com/office/powerpoint/2010/main" val="731252049"/>
              </p:ext>
            </p:extLst>
          </p:nvPr>
        </p:nvGraphicFramePr>
        <p:xfrm>
          <a:off x="2838044" y="4989623"/>
          <a:ext cx="6515911" cy="1097280"/>
        </p:xfrm>
        <a:graphic>
          <a:graphicData uri="http://schemas.openxmlformats.org/drawingml/2006/table">
            <a:tbl>
              <a:tblPr/>
              <a:tblGrid>
                <a:gridCol w="1856362">
                  <a:extLst>
                    <a:ext uri="{9D8B030D-6E8A-4147-A177-3AD203B41FA5}">
                      <a16:colId xmlns:a16="http://schemas.microsoft.com/office/drawing/2014/main" val="1710860498"/>
                    </a:ext>
                  </a:extLst>
                </a:gridCol>
                <a:gridCol w="2431915">
                  <a:extLst>
                    <a:ext uri="{9D8B030D-6E8A-4147-A177-3AD203B41FA5}">
                      <a16:colId xmlns:a16="http://schemas.microsoft.com/office/drawing/2014/main" val="925480868"/>
                    </a:ext>
                  </a:extLst>
                </a:gridCol>
                <a:gridCol w="2227634">
                  <a:extLst>
                    <a:ext uri="{9D8B030D-6E8A-4147-A177-3AD203B41FA5}">
                      <a16:colId xmlns:a16="http://schemas.microsoft.com/office/drawing/2014/main" val="1770155625"/>
                    </a:ext>
                  </a:extLst>
                </a:gridCol>
              </a:tblGrid>
              <a:tr h="0">
                <a:tc>
                  <a:txBody>
                    <a:bodyPr/>
                    <a:lstStyle/>
                    <a:p>
                      <a:endParaRPr lang="en-US" dirty="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b="1" dirty="0">
                          <a:latin typeface="Times New Roman" panose="02020603050405020304" pitchFamily="18" charset="0"/>
                          <a:cs typeface="Times New Roman" panose="02020603050405020304" pitchFamily="18" charset="0"/>
                        </a:rPr>
                        <a:t>Predicted Positive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r>
                        <a:rPr lang="en-US" b="1" dirty="0">
                          <a:latin typeface="Times New Roman" panose="02020603050405020304" pitchFamily="18" charset="0"/>
                          <a:cs typeface="Times New Roman" panose="02020603050405020304" pitchFamily="18" charset="0"/>
                        </a:rPr>
                        <a:t>Predicted Negative</a:t>
                      </a:r>
                    </a:p>
                  </a:txBody>
                  <a:tcPr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18387657"/>
                  </a:ext>
                </a:extLst>
              </a:tr>
              <a:tr h="0">
                <a:tc>
                  <a:txBody>
                    <a:bodyPr/>
                    <a:lstStyle/>
                    <a:p>
                      <a:r>
                        <a:rPr lang="en-US" b="1" dirty="0">
                          <a:latin typeface="Times New Roman" panose="02020603050405020304" pitchFamily="18" charset="0"/>
                          <a:cs typeface="Times New Roman" panose="02020603050405020304" pitchFamily="18" charset="0"/>
                        </a:rPr>
                        <a:t>Actual Positive</a:t>
                      </a:r>
                      <a:endParaRPr lang="en-US" dirty="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True Positive (TP)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False Negative (FN)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823360"/>
                  </a:ext>
                </a:extLst>
              </a:tr>
              <a:tr h="0">
                <a:tc>
                  <a:txBody>
                    <a:bodyPr/>
                    <a:lstStyle/>
                    <a:p>
                      <a:r>
                        <a:rPr lang="en-US" b="1" dirty="0">
                          <a:latin typeface="Times New Roman" panose="02020603050405020304" pitchFamily="18" charset="0"/>
                          <a:cs typeface="Times New Roman" panose="02020603050405020304" pitchFamily="18" charset="0"/>
                        </a:rPr>
                        <a:t>Actual Negative</a:t>
                      </a:r>
                      <a:endParaRPr lang="en-US" dirty="0">
                        <a:latin typeface="Times New Roman" panose="02020603050405020304" pitchFamily="18" charset="0"/>
                        <a:cs typeface="Times New Roman" panose="02020603050405020304" pitchFamily="18" charset="0"/>
                      </a:endParaRPr>
                    </a:p>
                  </a:txBody>
                  <a:tcPr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False Positive (FP)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latin typeface="Times New Roman" panose="02020603050405020304" pitchFamily="18" charset="0"/>
                          <a:cs typeface="Times New Roman" panose="02020603050405020304" pitchFamily="18" charset="0"/>
                        </a:rPr>
                        <a:t>True Negative (TN)</a:t>
                      </a:r>
                    </a:p>
                  </a:txBody>
                  <a:tcPr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0907607"/>
                  </a:ext>
                </a:extLst>
              </a:tr>
            </a:tbl>
          </a:graphicData>
        </a:graphic>
      </p:graphicFrame>
      <p:pic>
        <p:nvPicPr>
          <p:cNvPr id="5" name="Picture 2" descr="Iqra University - IU">
            <a:extLst>
              <a:ext uri="{FF2B5EF4-FFF2-40B4-BE49-F238E27FC236}">
                <a16:creationId xmlns:a16="http://schemas.microsoft.com/office/drawing/2014/main" id="{BA733EB6-6152-10DB-C00A-323C0B32F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5450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32869C-5691-D8BA-EE47-EC3896132AB8}"/>
              </a:ext>
            </a:extLst>
          </p:cNvPr>
          <p:cNvSpPr>
            <a:spLocks noGrp="1"/>
          </p:cNvSpPr>
          <p:nvPr>
            <p:ph idx="1"/>
          </p:nvPr>
        </p:nvSpPr>
        <p:spPr>
          <a:xfrm>
            <a:off x="838200" y="959863"/>
            <a:ext cx="10515600" cy="4857277"/>
          </a:xfrm>
        </p:spPr>
        <p:txBody>
          <a:bodyPr/>
          <a:lstStyle/>
          <a:p>
            <a:pPr marL="0" indent="0">
              <a:buNone/>
            </a:pPr>
            <a:r>
              <a:rPr lang="en-US" b="1" dirty="0">
                <a:latin typeface="Times New Roman" panose="02020603050405020304" pitchFamily="18" charset="0"/>
                <a:cs typeface="Times New Roman" panose="02020603050405020304" pitchFamily="18" charset="0"/>
              </a:rPr>
              <a:t>2. Accuracy</a:t>
            </a:r>
          </a:p>
          <a:p>
            <a:pPr algn="just"/>
            <a:r>
              <a:rPr lang="en-US" sz="2400" b="1" dirty="0">
                <a:latin typeface="Times New Roman" panose="02020603050405020304" pitchFamily="18" charset="0"/>
                <a:cs typeface="Times New Roman" panose="02020603050405020304" pitchFamily="18" charset="0"/>
              </a:rPr>
              <a:t>Accuracy</a:t>
            </a:r>
            <a:r>
              <a:rPr lang="en-US" sz="2400" dirty="0">
                <a:latin typeface="Times New Roman" panose="02020603050405020304" pitchFamily="18" charset="0"/>
                <a:cs typeface="Times New Roman" panose="02020603050405020304" pitchFamily="18" charset="0"/>
              </a:rPr>
              <a:t> measures how often the classifier correctly predicted the class label. It is the ratio of correctly predicted instances (both true positives and true negatives) to the total number of instances</a:t>
            </a:r>
            <a:r>
              <a:rPr lang="en-US" sz="2400" dirty="0"/>
              <a:t>.</a:t>
            </a:r>
          </a:p>
          <a:p>
            <a:pPr algn="just"/>
            <a:endParaRPr lang="en-US" sz="2400" dirty="0"/>
          </a:p>
          <a:p>
            <a:pPr algn="just"/>
            <a:endParaRPr lang="en-US" sz="2400" dirty="0"/>
          </a:p>
          <a:p>
            <a:pPr algn="just"/>
            <a:endParaRPr lang="en-US" sz="2400" dirty="0"/>
          </a:p>
          <a:p>
            <a:pPr algn="just"/>
            <a:r>
              <a:rPr lang="en-US" sz="2400" dirty="0">
                <a:latin typeface="Times New Roman" panose="02020603050405020304" pitchFamily="18" charset="0"/>
                <a:cs typeface="Times New Roman" panose="02020603050405020304" pitchFamily="18" charset="0"/>
              </a:rPr>
              <a:t>Accuracy is useful when the classes are balanced (i.e., there are roughly equal numbers of positive and negative samples). However, it can be misleading if the dataset is imbalanced (e.g., when one class is much more frequent than the other).</a:t>
            </a:r>
          </a:p>
          <a:p>
            <a:endParaRPr lang="en-US" dirty="0"/>
          </a:p>
          <a:p>
            <a:endParaRPr lang="en-US" dirty="0"/>
          </a:p>
        </p:txBody>
      </p:sp>
      <p:pic>
        <p:nvPicPr>
          <p:cNvPr id="5" name="Picture 4">
            <a:extLst>
              <a:ext uri="{FF2B5EF4-FFF2-40B4-BE49-F238E27FC236}">
                <a16:creationId xmlns:a16="http://schemas.microsoft.com/office/drawing/2014/main" id="{E612692E-5033-A0D5-70FA-B30BA4179747}"/>
              </a:ext>
            </a:extLst>
          </p:cNvPr>
          <p:cNvPicPr>
            <a:picLocks noChangeAspect="1"/>
          </p:cNvPicPr>
          <p:nvPr/>
        </p:nvPicPr>
        <p:blipFill>
          <a:blip r:embed="rId2"/>
          <a:stretch>
            <a:fillRect/>
          </a:stretch>
        </p:blipFill>
        <p:spPr>
          <a:xfrm>
            <a:off x="2815549" y="2604276"/>
            <a:ext cx="5526135" cy="1053324"/>
          </a:xfrm>
          <a:prstGeom prst="rect">
            <a:avLst/>
          </a:prstGeom>
        </p:spPr>
      </p:pic>
      <p:pic>
        <p:nvPicPr>
          <p:cNvPr id="6" name="Picture 2" descr="Iqra University - IU">
            <a:extLst>
              <a:ext uri="{FF2B5EF4-FFF2-40B4-BE49-F238E27FC236}">
                <a16:creationId xmlns:a16="http://schemas.microsoft.com/office/drawing/2014/main" id="{516CA0D8-CE3A-5171-8581-C060F6A31B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2403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2CBE23-687A-5896-FA4F-19E4903893E7}"/>
              </a:ext>
            </a:extLst>
          </p:cNvPr>
          <p:cNvSpPr>
            <a:spLocks noGrp="1"/>
          </p:cNvSpPr>
          <p:nvPr>
            <p:ph idx="1"/>
          </p:nvPr>
        </p:nvSpPr>
        <p:spPr>
          <a:xfrm>
            <a:off x="838200" y="794493"/>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3. Precision</a:t>
            </a:r>
          </a:p>
          <a:p>
            <a:pPr algn="just"/>
            <a:r>
              <a:rPr lang="en-US" sz="2400" b="1" dirty="0">
                <a:latin typeface="Times New Roman" panose="02020603050405020304" pitchFamily="18" charset="0"/>
                <a:cs typeface="Times New Roman" panose="02020603050405020304" pitchFamily="18" charset="0"/>
              </a:rPr>
              <a:t>Precision</a:t>
            </a:r>
            <a:r>
              <a:rPr lang="en-US" sz="2400" dirty="0">
                <a:latin typeface="Times New Roman" panose="02020603050405020304" pitchFamily="18" charset="0"/>
                <a:cs typeface="Times New Roman" panose="02020603050405020304" pitchFamily="18" charset="0"/>
              </a:rPr>
              <a:t> measures the proportion of positive predictions that are actually correct. In other words, it tells us how many of the instances predicted as positive are actually positive.</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Precision is important when the cost of false positives is high. For example, in email spam detection, you may want to make sure that emails flagged as "spam" are truly spam, so you care about high precision.</a:t>
            </a:r>
          </a:p>
          <a:p>
            <a:endParaRPr lang="en-US" dirty="0"/>
          </a:p>
        </p:txBody>
      </p:sp>
      <p:pic>
        <p:nvPicPr>
          <p:cNvPr id="5" name="Picture 4">
            <a:extLst>
              <a:ext uri="{FF2B5EF4-FFF2-40B4-BE49-F238E27FC236}">
                <a16:creationId xmlns:a16="http://schemas.microsoft.com/office/drawing/2014/main" id="{6CED76CA-8A81-0EA1-20F2-72A809B8E031}"/>
              </a:ext>
            </a:extLst>
          </p:cNvPr>
          <p:cNvPicPr>
            <a:picLocks noChangeAspect="1"/>
          </p:cNvPicPr>
          <p:nvPr/>
        </p:nvPicPr>
        <p:blipFill>
          <a:blip r:embed="rId2"/>
          <a:stretch>
            <a:fillRect/>
          </a:stretch>
        </p:blipFill>
        <p:spPr>
          <a:xfrm>
            <a:off x="4073761" y="2430294"/>
            <a:ext cx="3133440" cy="998706"/>
          </a:xfrm>
          <a:prstGeom prst="rect">
            <a:avLst/>
          </a:prstGeom>
        </p:spPr>
      </p:pic>
      <p:pic>
        <p:nvPicPr>
          <p:cNvPr id="6" name="Picture 2" descr="Iqra University - IU">
            <a:extLst>
              <a:ext uri="{FF2B5EF4-FFF2-40B4-BE49-F238E27FC236}">
                <a16:creationId xmlns:a16="http://schemas.microsoft.com/office/drawing/2014/main" id="{D37A97E0-B678-3EE8-DE4A-C12368F8F3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603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CF75B-9994-9EE8-0F1B-0D5700FB055B}"/>
              </a:ext>
            </a:extLst>
          </p:cNvPr>
          <p:cNvSpPr>
            <a:spLocks noGrp="1"/>
          </p:cNvSpPr>
          <p:nvPr>
            <p:ph idx="1"/>
          </p:nvPr>
        </p:nvSpPr>
        <p:spPr>
          <a:xfrm>
            <a:off x="935476" y="959864"/>
            <a:ext cx="10515600" cy="4351338"/>
          </a:xfrm>
        </p:spPr>
        <p:txBody>
          <a:bodyPr/>
          <a:lstStyle/>
          <a:p>
            <a:pPr marL="0" indent="0">
              <a:buNone/>
            </a:pPr>
            <a:r>
              <a:rPr lang="en-US" b="1" dirty="0">
                <a:latin typeface="Times New Roman" panose="02020603050405020304" pitchFamily="18" charset="0"/>
                <a:cs typeface="Times New Roman" panose="02020603050405020304" pitchFamily="18" charset="0"/>
              </a:rPr>
              <a:t>4. Recall (Sensitivity or True Positive Rate)</a:t>
            </a:r>
          </a:p>
          <a:p>
            <a:pPr algn="just"/>
            <a:r>
              <a:rPr lang="en-US" sz="2400" b="1" dirty="0">
                <a:latin typeface="Times New Roman" panose="02020603050405020304" pitchFamily="18" charset="0"/>
                <a:cs typeface="Times New Roman" panose="02020603050405020304" pitchFamily="18" charset="0"/>
              </a:rPr>
              <a:t>Recall</a:t>
            </a:r>
            <a:r>
              <a:rPr lang="en-US" sz="2400" dirty="0">
                <a:latin typeface="Times New Roman" panose="02020603050405020304" pitchFamily="18" charset="0"/>
                <a:cs typeface="Times New Roman" panose="02020603050405020304" pitchFamily="18" charset="0"/>
              </a:rPr>
              <a:t> measures the proportion of actual positives that were correctly identified by the classifier. In other words, it tells us how many of the actual positive instances were detected by the model.</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Recall is important when the cost of false negatives is high. For example, in medical testing, you want to catch as many positive cases as possible (e.g., cancer), so a high recall is desired, even if it means some false positives.</a:t>
            </a:r>
          </a:p>
          <a:p>
            <a:endParaRPr lang="en-US" b="1" dirty="0"/>
          </a:p>
        </p:txBody>
      </p:sp>
      <p:pic>
        <p:nvPicPr>
          <p:cNvPr id="5" name="Picture 4">
            <a:extLst>
              <a:ext uri="{FF2B5EF4-FFF2-40B4-BE49-F238E27FC236}">
                <a16:creationId xmlns:a16="http://schemas.microsoft.com/office/drawing/2014/main" id="{6DC18E90-DC16-068A-487E-5C1DCD9D9D7D}"/>
              </a:ext>
            </a:extLst>
          </p:cNvPr>
          <p:cNvPicPr>
            <a:picLocks noChangeAspect="1"/>
          </p:cNvPicPr>
          <p:nvPr/>
        </p:nvPicPr>
        <p:blipFill>
          <a:blip r:embed="rId2"/>
          <a:stretch>
            <a:fillRect/>
          </a:stretch>
        </p:blipFill>
        <p:spPr>
          <a:xfrm>
            <a:off x="3992088" y="2350000"/>
            <a:ext cx="3326807" cy="1171411"/>
          </a:xfrm>
          <a:prstGeom prst="rect">
            <a:avLst/>
          </a:prstGeom>
        </p:spPr>
      </p:pic>
      <p:pic>
        <p:nvPicPr>
          <p:cNvPr id="6" name="Picture 2" descr="Iqra University - IU">
            <a:extLst>
              <a:ext uri="{FF2B5EF4-FFF2-40B4-BE49-F238E27FC236}">
                <a16:creationId xmlns:a16="http://schemas.microsoft.com/office/drawing/2014/main" id="{6DC9BF15-FCCB-C76E-8642-742B984CE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3438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AABF7D-3133-B21F-7680-21732C86B3A5}"/>
              </a:ext>
            </a:extLst>
          </p:cNvPr>
          <p:cNvSpPr>
            <a:spLocks noGrp="1"/>
          </p:cNvSpPr>
          <p:nvPr>
            <p:ph idx="1"/>
          </p:nvPr>
        </p:nvSpPr>
        <p:spPr>
          <a:xfrm>
            <a:off x="838200" y="901497"/>
            <a:ext cx="10515600" cy="4351338"/>
          </a:xfrm>
        </p:spPr>
        <p:txBody>
          <a:bodyPr>
            <a:normAutofit fontScale="92500" lnSpcReduction="10000"/>
          </a:bodyPr>
          <a:lstStyle/>
          <a:p>
            <a:pPr marL="0" indent="0">
              <a:buNone/>
            </a:pPr>
            <a:r>
              <a:rPr lang="en-US" b="1" dirty="0">
                <a:latin typeface="Times New Roman" panose="02020603050405020304" pitchFamily="18" charset="0"/>
                <a:cs typeface="Times New Roman" panose="02020603050405020304" pitchFamily="18" charset="0"/>
              </a:rPr>
              <a:t>5. F1-Score</a:t>
            </a:r>
          </a:p>
          <a:p>
            <a:pPr algn="just"/>
            <a:r>
              <a:rPr lang="en-US" sz="2400" b="1" dirty="0">
                <a:latin typeface="Times New Roman" panose="02020603050405020304" pitchFamily="18" charset="0"/>
                <a:cs typeface="Times New Roman" panose="02020603050405020304" pitchFamily="18" charset="0"/>
              </a:rPr>
              <a:t>F1-Score</a:t>
            </a:r>
            <a:r>
              <a:rPr lang="en-US" sz="2400" dirty="0">
                <a:latin typeface="Times New Roman" panose="02020603050405020304" pitchFamily="18" charset="0"/>
                <a:cs typeface="Times New Roman" panose="02020603050405020304" pitchFamily="18" charset="0"/>
              </a:rPr>
              <a:t> is the harmonic mean of precision and recall. It is used when you need a balance between precision and recall, and there is an uneven class distribution (i.e., when false positives and false negatives have different costs).</a:t>
            </a:r>
          </a:p>
          <a:p>
            <a:endParaRPr lang="en-US" dirty="0"/>
          </a:p>
          <a:p>
            <a:endParaRPr lang="en-US" dirty="0"/>
          </a:p>
          <a:p>
            <a:endParaRPr lang="en-US" dirty="0"/>
          </a:p>
          <a:p>
            <a:endParaRPr lang="en-US" dirty="0"/>
          </a:p>
          <a:p>
            <a:pPr algn="just"/>
            <a:r>
              <a:rPr lang="en-US" sz="2600" dirty="0">
                <a:latin typeface="Times New Roman" panose="02020603050405020304" pitchFamily="18" charset="0"/>
                <a:cs typeface="Times New Roman" panose="02020603050405020304" pitchFamily="18" charset="0"/>
              </a:rPr>
              <a:t>The F1-Score is a good metric to use when you need to balance precision and recall. A high F1-Score indicates that the classifier has both high precision and high recall.</a:t>
            </a:r>
          </a:p>
        </p:txBody>
      </p:sp>
      <p:pic>
        <p:nvPicPr>
          <p:cNvPr id="5" name="Picture 4">
            <a:extLst>
              <a:ext uri="{FF2B5EF4-FFF2-40B4-BE49-F238E27FC236}">
                <a16:creationId xmlns:a16="http://schemas.microsoft.com/office/drawing/2014/main" id="{D9F0D932-9315-A203-FAE4-2BEFFB6F156C}"/>
              </a:ext>
            </a:extLst>
          </p:cNvPr>
          <p:cNvPicPr>
            <a:picLocks noChangeAspect="1"/>
          </p:cNvPicPr>
          <p:nvPr/>
        </p:nvPicPr>
        <p:blipFill>
          <a:blip r:embed="rId2"/>
          <a:stretch>
            <a:fillRect/>
          </a:stretch>
        </p:blipFill>
        <p:spPr>
          <a:xfrm>
            <a:off x="2902489" y="2495026"/>
            <a:ext cx="5313889" cy="1164279"/>
          </a:xfrm>
          <a:prstGeom prst="rect">
            <a:avLst/>
          </a:prstGeom>
        </p:spPr>
      </p:pic>
      <p:pic>
        <p:nvPicPr>
          <p:cNvPr id="6" name="Picture 2" descr="Iqra University - IU">
            <a:extLst>
              <a:ext uri="{FF2B5EF4-FFF2-40B4-BE49-F238E27FC236}">
                <a16:creationId xmlns:a16="http://schemas.microsoft.com/office/drawing/2014/main" id="{C6522120-2B1D-B5B9-5431-D4F35627D5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90218" y="114455"/>
            <a:ext cx="1043138" cy="1043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3710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1108</TotalTime>
  <Words>1185</Words>
  <Application>Microsoft Office PowerPoint</Application>
  <PresentationFormat>Widescreen</PresentationFormat>
  <Paragraphs>174</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Times New Roman</vt:lpstr>
      <vt:lpstr>Office Theme</vt:lpstr>
      <vt:lpstr>ML Algorithms</vt:lpstr>
      <vt:lpstr>Naive Bayes</vt:lpstr>
      <vt:lpstr>Bayes' Theorem</vt:lpstr>
      <vt:lpstr>Steps for Naive Bayes Classification</vt:lpstr>
      <vt:lpstr>Example</vt:lpstr>
      <vt:lpstr>PowerPoint Presentation</vt:lpstr>
      <vt:lpstr>PowerPoint Presentation</vt:lpstr>
      <vt:lpstr>PowerPoint Presentation</vt:lpstr>
      <vt:lpstr>PowerPoint Presentation</vt:lpstr>
      <vt:lpstr>PowerPoint Presentation</vt:lpstr>
      <vt:lpstr>Practice</vt:lpstr>
      <vt:lpstr>PowerPoint Presentation</vt:lpstr>
      <vt:lpstr>Machine Learning Algorithm Performance Evaluation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(FA21-RCS-015) LAIBA SABIR</dc:creator>
  <cp:lastModifiedBy>(FA21-RCS-015) LAIBA SABIR</cp:lastModifiedBy>
  <cp:revision>1</cp:revision>
  <dcterms:created xsi:type="dcterms:W3CDTF">2025-06-11T17:18:09Z</dcterms:created>
  <dcterms:modified xsi:type="dcterms:W3CDTF">2025-06-12T11:46:58Z</dcterms:modified>
</cp:coreProperties>
</file>