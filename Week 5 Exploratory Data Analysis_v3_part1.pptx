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57" r:id="rId4"/>
    <p:sldId id="263" r:id="rId5"/>
    <p:sldId id="260" r:id="rId6"/>
    <p:sldId id="261" r:id="rId7"/>
    <p:sldId id="262" r:id="rId8"/>
    <p:sldId id="265" r:id="rId9"/>
    <p:sldId id="271" r:id="rId10"/>
    <p:sldId id="268" r:id="rId11"/>
    <p:sldId id="281" r:id="rId12"/>
    <p:sldId id="269" r:id="rId13"/>
    <p:sldId id="272" r:id="rId14"/>
    <p:sldId id="273" r:id="rId15"/>
    <p:sldId id="270" r:id="rId16"/>
    <p:sldId id="274" r:id="rId17"/>
    <p:sldId id="275" r:id="rId18"/>
    <p:sldId id="276" r:id="rId19"/>
    <p:sldId id="277" r:id="rId20"/>
    <p:sldId id="280" r:id="rId21"/>
    <p:sldId id="291" r:id="rId22"/>
    <p:sldId id="292" r:id="rId23"/>
    <p:sldId id="267" r:id="rId24"/>
    <p:sldId id="293" r:id="rId25"/>
    <p:sldId id="294" r:id="rId26"/>
    <p:sldId id="296" r:id="rId27"/>
    <p:sldId id="297" r:id="rId28"/>
    <p:sldId id="295" r:id="rId29"/>
    <p:sldId id="29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9B6EA-830A-4E85-B2B7-3E269ED53C0C}" v="36" dt="2025-04-12T08:27:56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3556" autoAdjust="0"/>
  </p:normalViewPr>
  <p:slideViewPr>
    <p:cSldViewPr snapToGrid="0">
      <p:cViewPr varScale="1">
        <p:scale>
          <a:sx n="61" d="100"/>
          <a:sy n="61" d="100"/>
        </p:scale>
        <p:origin x="97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069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FA21-RCS-015) LAIBA SABIR" userId="cdfba985-6cea-425f-a12a-4b4fa79fe82d" providerId="ADAL" clId="{1559B6EA-830A-4E85-B2B7-3E269ED53C0C}"/>
    <pc:docChg chg="undo custSel addSld delSld modSld">
      <pc:chgData name="(FA21-RCS-015) LAIBA SABIR" userId="cdfba985-6cea-425f-a12a-4b4fa79fe82d" providerId="ADAL" clId="{1559B6EA-830A-4E85-B2B7-3E269ED53C0C}" dt="2025-04-12T11:07:21.286" v="248" actId="1076"/>
      <pc:docMkLst>
        <pc:docMk/>
      </pc:docMkLst>
      <pc:sldChg chg="addSp modSp">
        <pc:chgData name="(FA21-RCS-015) LAIBA SABIR" userId="cdfba985-6cea-425f-a12a-4b4fa79fe82d" providerId="ADAL" clId="{1559B6EA-830A-4E85-B2B7-3E269ED53C0C}" dt="2025-04-12T08:26:50.793" v="87"/>
        <pc:sldMkLst>
          <pc:docMk/>
          <pc:sldMk cId="1489559406" sldId="256"/>
        </pc:sldMkLst>
        <pc:picChg chg="add mod">
          <ac:chgData name="(FA21-RCS-015) LAIBA SABIR" userId="cdfba985-6cea-425f-a12a-4b4fa79fe82d" providerId="ADAL" clId="{1559B6EA-830A-4E85-B2B7-3E269ED53C0C}" dt="2025-04-12T08:26:50.793" v="87"/>
          <ac:picMkLst>
            <pc:docMk/>
            <pc:sldMk cId="1489559406" sldId="256"/>
            <ac:picMk id="4" creationId="{5EC6651A-CC3C-F8DE-66F6-A997B830A2A5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6:54.979" v="89"/>
        <pc:sldMkLst>
          <pc:docMk/>
          <pc:sldMk cId="3630493094" sldId="257"/>
        </pc:sldMkLst>
        <pc:picChg chg="add mod">
          <ac:chgData name="(FA21-RCS-015) LAIBA SABIR" userId="cdfba985-6cea-425f-a12a-4b4fa79fe82d" providerId="ADAL" clId="{1559B6EA-830A-4E85-B2B7-3E269ED53C0C}" dt="2025-04-12T08:26:54.979" v="89"/>
          <ac:picMkLst>
            <pc:docMk/>
            <pc:sldMk cId="3630493094" sldId="257"/>
            <ac:picMk id="6" creationId="{746D4903-60FB-B10E-62CB-8E3FAE337DC6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6:53.011" v="88"/>
        <pc:sldMkLst>
          <pc:docMk/>
          <pc:sldMk cId="3054667605" sldId="258"/>
        </pc:sldMkLst>
        <pc:picChg chg="add mod">
          <ac:chgData name="(FA21-RCS-015) LAIBA SABIR" userId="cdfba985-6cea-425f-a12a-4b4fa79fe82d" providerId="ADAL" clId="{1559B6EA-830A-4E85-B2B7-3E269ED53C0C}" dt="2025-04-12T08:26:53.011" v="88"/>
          <ac:picMkLst>
            <pc:docMk/>
            <pc:sldMk cId="3054667605" sldId="258"/>
            <ac:picMk id="2" creationId="{830D2106-4820-925D-2781-9228132B330E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06.527" v="92"/>
        <pc:sldMkLst>
          <pc:docMk/>
          <pc:sldMk cId="3263639409" sldId="260"/>
        </pc:sldMkLst>
        <pc:picChg chg="add mod">
          <ac:chgData name="(FA21-RCS-015) LAIBA SABIR" userId="cdfba985-6cea-425f-a12a-4b4fa79fe82d" providerId="ADAL" clId="{1559B6EA-830A-4E85-B2B7-3E269ED53C0C}" dt="2025-04-12T08:26:59.794" v="91"/>
          <ac:picMkLst>
            <pc:docMk/>
            <pc:sldMk cId="3263639409" sldId="260"/>
            <ac:picMk id="4" creationId="{AD75B520-94B7-55DB-A15C-D3774757179B}"/>
          </ac:picMkLst>
        </pc:picChg>
        <pc:picChg chg="add mod">
          <ac:chgData name="(FA21-RCS-015) LAIBA SABIR" userId="cdfba985-6cea-425f-a12a-4b4fa79fe82d" providerId="ADAL" clId="{1559B6EA-830A-4E85-B2B7-3E269ED53C0C}" dt="2025-04-12T08:27:06.527" v="92"/>
          <ac:picMkLst>
            <pc:docMk/>
            <pc:sldMk cId="3263639409" sldId="260"/>
            <ac:picMk id="5" creationId="{86190E70-2CD8-25D2-D6D9-E803D71943AC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08.924" v="93"/>
        <pc:sldMkLst>
          <pc:docMk/>
          <pc:sldMk cId="2294323490" sldId="261"/>
        </pc:sldMkLst>
        <pc:picChg chg="add mod">
          <ac:chgData name="(FA21-RCS-015) LAIBA SABIR" userId="cdfba985-6cea-425f-a12a-4b4fa79fe82d" providerId="ADAL" clId="{1559B6EA-830A-4E85-B2B7-3E269ED53C0C}" dt="2025-04-12T08:27:08.924" v="93"/>
          <ac:picMkLst>
            <pc:docMk/>
            <pc:sldMk cId="2294323490" sldId="261"/>
            <ac:picMk id="2" creationId="{AEF7CBF2-DB8F-740F-E05C-210C22310F45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10.563" v="94"/>
        <pc:sldMkLst>
          <pc:docMk/>
          <pc:sldMk cId="2885823002" sldId="262"/>
        </pc:sldMkLst>
        <pc:picChg chg="add mod">
          <ac:chgData name="(FA21-RCS-015) LAIBA SABIR" userId="cdfba985-6cea-425f-a12a-4b4fa79fe82d" providerId="ADAL" clId="{1559B6EA-830A-4E85-B2B7-3E269ED53C0C}" dt="2025-04-12T08:27:10.563" v="94"/>
          <ac:picMkLst>
            <pc:docMk/>
            <pc:sldMk cId="2885823002" sldId="262"/>
            <ac:picMk id="2" creationId="{30F306B3-A8FE-D28D-73FE-9736DDD98A4A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6:57.995" v="90"/>
        <pc:sldMkLst>
          <pc:docMk/>
          <pc:sldMk cId="4064954850" sldId="263"/>
        </pc:sldMkLst>
        <pc:picChg chg="add mod">
          <ac:chgData name="(FA21-RCS-015) LAIBA SABIR" userId="cdfba985-6cea-425f-a12a-4b4fa79fe82d" providerId="ADAL" clId="{1559B6EA-830A-4E85-B2B7-3E269ED53C0C}" dt="2025-04-12T08:26:57.995" v="90"/>
          <ac:picMkLst>
            <pc:docMk/>
            <pc:sldMk cId="4064954850" sldId="263"/>
            <ac:picMk id="4" creationId="{38C1F084-7365-597D-994F-D5A60D03C194}"/>
          </ac:picMkLst>
        </pc:picChg>
      </pc:sldChg>
      <pc:sldChg chg="addSp modSp del">
        <pc:chgData name="(FA21-RCS-015) LAIBA SABIR" userId="cdfba985-6cea-425f-a12a-4b4fa79fe82d" providerId="ADAL" clId="{1559B6EA-830A-4E85-B2B7-3E269ED53C0C}" dt="2025-04-12T08:27:20.666" v="97" actId="47"/>
        <pc:sldMkLst>
          <pc:docMk/>
          <pc:sldMk cId="2543984925" sldId="264"/>
        </pc:sldMkLst>
        <pc:picChg chg="add mod">
          <ac:chgData name="(FA21-RCS-015) LAIBA SABIR" userId="cdfba985-6cea-425f-a12a-4b4fa79fe82d" providerId="ADAL" clId="{1559B6EA-830A-4E85-B2B7-3E269ED53C0C}" dt="2025-04-12T08:27:12.908" v="95"/>
          <ac:picMkLst>
            <pc:docMk/>
            <pc:sldMk cId="2543984925" sldId="264"/>
            <ac:picMk id="2" creationId="{41A32E32-0623-4309-397A-664AEA64DD6A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16.842" v="96"/>
        <pc:sldMkLst>
          <pc:docMk/>
          <pc:sldMk cId="2083137896" sldId="265"/>
        </pc:sldMkLst>
        <pc:picChg chg="add mod">
          <ac:chgData name="(FA21-RCS-015) LAIBA SABIR" userId="cdfba985-6cea-425f-a12a-4b4fa79fe82d" providerId="ADAL" clId="{1559B6EA-830A-4E85-B2B7-3E269ED53C0C}" dt="2025-04-12T08:27:16.842" v="96"/>
          <ac:picMkLst>
            <pc:docMk/>
            <pc:sldMk cId="2083137896" sldId="265"/>
            <ac:picMk id="2" creationId="{3FC15FDF-0F57-E9C3-F353-47C0E5CBED89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6:44.616" v="85"/>
        <pc:sldMkLst>
          <pc:docMk/>
          <pc:sldMk cId="3491991325" sldId="267"/>
        </pc:sldMkLst>
        <pc:picChg chg="add mod">
          <ac:chgData name="(FA21-RCS-015) LAIBA SABIR" userId="cdfba985-6cea-425f-a12a-4b4fa79fe82d" providerId="ADAL" clId="{1559B6EA-830A-4E85-B2B7-3E269ED53C0C}" dt="2025-04-12T08:26:44.616" v="85"/>
          <ac:picMkLst>
            <pc:docMk/>
            <pc:sldMk cId="3491991325" sldId="267"/>
            <ac:picMk id="4" creationId="{316C414E-0326-3A28-C2F5-D27FB4116C92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27.274" v="99"/>
        <pc:sldMkLst>
          <pc:docMk/>
          <pc:sldMk cId="3161748661" sldId="268"/>
        </pc:sldMkLst>
        <pc:picChg chg="add mod">
          <ac:chgData name="(FA21-RCS-015) LAIBA SABIR" userId="cdfba985-6cea-425f-a12a-4b4fa79fe82d" providerId="ADAL" clId="{1559B6EA-830A-4E85-B2B7-3E269ED53C0C}" dt="2025-04-12T08:27:27.274" v="99"/>
          <ac:picMkLst>
            <pc:docMk/>
            <pc:sldMk cId="3161748661" sldId="268"/>
            <ac:picMk id="5" creationId="{B5060F6B-F3F1-7146-E7C9-9002095A7CFB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30.623" v="101"/>
        <pc:sldMkLst>
          <pc:docMk/>
          <pc:sldMk cId="3935122066" sldId="269"/>
        </pc:sldMkLst>
        <pc:picChg chg="add mod">
          <ac:chgData name="(FA21-RCS-015) LAIBA SABIR" userId="cdfba985-6cea-425f-a12a-4b4fa79fe82d" providerId="ADAL" clId="{1559B6EA-830A-4E85-B2B7-3E269ED53C0C}" dt="2025-04-12T08:27:30.623" v="101"/>
          <ac:picMkLst>
            <pc:docMk/>
            <pc:sldMk cId="3935122066" sldId="269"/>
            <ac:picMk id="3" creationId="{B09E711B-DD39-577B-8F17-CC0143733942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36.507" v="103"/>
        <pc:sldMkLst>
          <pc:docMk/>
          <pc:sldMk cId="2704732435" sldId="270"/>
        </pc:sldMkLst>
        <pc:picChg chg="add mod">
          <ac:chgData name="(FA21-RCS-015) LAIBA SABIR" userId="cdfba985-6cea-425f-a12a-4b4fa79fe82d" providerId="ADAL" clId="{1559B6EA-830A-4E85-B2B7-3E269ED53C0C}" dt="2025-04-12T08:27:36.507" v="103"/>
          <ac:picMkLst>
            <pc:docMk/>
            <pc:sldMk cId="2704732435" sldId="270"/>
            <ac:picMk id="3" creationId="{A331E61C-60F6-552E-54F2-A93CCA256165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22.998" v="98"/>
        <pc:sldMkLst>
          <pc:docMk/>
          <pc:sldMk cId="3583830322" sldId="271"/>
        </pc:sldMkLst>
        <pc:picChg chg="add mod">
          <ac:chgData name="(FA21-RCS-015) LAIBA SABIR" userId="cdfba985-6cea-425f-a12a-4b4fa79fe82d" providerId="ADAL" clId="{1559B6EA-830A-4E85-B2B7-3E269ED53C0C}" dt="2025-04-12T08:27:22.998" v="98"/>
          <ac:picMkLst>
            <pc:docMk/>
            <pc:sldMk cId="3583830322" sldId="271"/>
            <ac:picMk id="4" creationId="{9065726B-B57C-DCEB-3CC8-52E0467EE8F0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34.399" v="102"/>
        <pc:sldMkLst>
          <pc:docMk/>
          <pc:sldMk cId="3442030128" sldId="272"/>
        </pc:sldMkLst>
        <pc:picChg chg="add mod">
          <ac:chgData name="(FA21-RCS-015) LAIBA SABIR" userId="cdfba985-6cea-425f-a12a-4b4fa79fe82d" providerId="ADAL" clId="{1559B6EA-830A-4E85-B2B7-3E269ED53C0C}" dt="2025-04-12T08:27:34.399" v="102"/>
          <ac:picMkLst>
            <pc:docMk/>
            <pc:sldMk cId="3442030128" sldId="272"/>
            <ac:picMk id="3" creationId="{88A1B760-E079-69A0-3A0B-2F373C900FA5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38.058" v="104"/>
        <pc:sldMkLst>
          <pc:docMk/>
          <pc:sldMk cId="4093196701" sldId="273"/>
        </pc:sldMkLst>
        <pc:picChg chg="add mod">
          <ac:chgData name="(FA21-RCS-015) LAIBA SABIR" userId="cdfba985-6cea-425f-a12a-4b4fa79fe82d" providerId="ADAL" clId="{1559B6EA-830A-4E85-B2B7-3E269ED53C0C}" dt="2025-04-12T08:27:38.058" v="104"/>
          <ac:picMkLst>
            <pc:docMk/>
            <pc:sldMk cId="4093196701" sldId="273"/>
            <ac:picMk id="4" creationId="{D048BB17-6184-0AF7-7EE2-E45DC5BEB680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40.034" v="105"/>
        <pc:sldMkLst>
          <pc:docMk/>
          <pc:sldMk cId="172390882" sldId="274"/>
        </pc:sldMkLst>
        <pc:picChg chg="add mod">
          <ac:chgData name="(FA21-RCS-015) LAIBA SABIR" userId="cdfba985-6cea-425f-a12a-4b4fa79fe82d" providerId="ADAL" clId="{1559B6EA-830A-4E85-B2B7-3E269ED53C0C}" dt="2025-04-12T08:27:40.034" v="105"/>
          <ac:picMkLst>
            <pc:docMk/>
            <pc:sldMk cId="172390882" sldId="274"/>
            <ac:picMk id="3" creationId="{6D94C5FC-2A75-FF04-E331-031EAACE30A7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43.292" v="106"/>
        <pc:sldMkLst>
          <pc:docMk/>
          <pc:sldMk cId="298119887" sldId="275"/>
        </pc:sldMkLst>
        <pc:picChg chg="add mod">
          <ac:chgData name="(FA21-RCS-015) LAIBA SABIR" userId="cdfba985-6cea-425f-a12a-4b4fa79fe82d" providerId="ADAL" clId="{1559B6EA-830A-4E85-B2B7-3E269ED53C0C}" dt="2025-04-12T08:27:43.292" v="106"/>
          <ac:picMkLst>
            <pc:docMk/>
            <pc:sldMk cId="298119887" sldId="275"/>
            <ac:picMk id="3" creationId="{346EC94C-3673-9879-805A-21246443E12D}"/>
          </ac:picMkLst>
        </pc:picChg>
      </pc:sldChg>
      <pc:sldChg chg="modSp mod">
        <pc:chgData name="(FA21-RCS-015) LAIBA SABIR" userId="cdfba985-6cea-425f-a12a-4b4fa79fe82d" providerId="ADAL" clId="{1559B6EA-830A-4E85-B2B7-3E269ED53C0C}" dt="2025-04-12T11:07:21.286" v="248" actId="1076"/>
        <pc:sldMkLst>
          <pc:docMk/>
          <pc:sldMk cId="3003129862" sldId="276"/>
        </pc:sldMkLst>
        <pc:picChg chg="mod">
          <ac:chgData name="(FA21-RCS-015) LAIBA SABIR" userId="cdfba985-6cea-425f-a12a-4b4fa79fe82d" providerId="ADAL" clId="{1559B6EA-830A-4E85-B2B7-3E269ED53C0C}" dt="2025-04-12T11:07:21.286" v="248" actId="1076"/>
          <ac:picMkLst>
            <pc:docMk/>
            <pc:sldMk cId="3003129862" sldId="276"/>
            <ac:picMk id="4" creationId="{00000000-0000-0000-0000-000000000000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45.265" v="107"/>
        <pc:sldMkLst>
          <pc:docMk/>
          <pc:sldMk cId="1670249865" sldId="277"/>
        </pc:sldMkLst>
        <pc:picChg chg="add mod">
          <ac:chgData name="(FA21-RCS-015) LAIBA SABIR" userId="cdfba985-6cea-425f-a12a-4b4fa79fe82d" providerId="ADAL" clId="{1559B6EA-830A-4E85-B2B7-3E269ED53C0C}" dt="2025-04-12T08:27:45.265" v="107"/>
          <ac:picMkLst>
            <pc:docMk/>
            <pc:sldMk cId="1670249865" sldId="277"/>
            <ac:picMk id="3" creationId="{B06435D8-8D8A-E938-F1A3-D4152ED22883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46.777" v="108"/>
        <pc:sldMkLst>
          <pc:docMk/>
          <pc:sldMk cId="3927141689" sldId="280"/>
        </pc:sldMkLst>
        <pc:picChg chg="add mod">
          <ac:chgData name="(FA21-RCS-015) LAIBA SABIR" userId="cdfba985-6cea-425f-a12a-4b4fa79fe82d" providerId="ADAL" clId="{1559B6EA-830A-4E85-B2B7-3E269ED53C0C}" dt="2025-04-12T08:27:46.777" v="108"/>
          <ac:picMkLst>
            <pc:docMk/>
            <pc:sldMk cId="3927141689" sldId="280"/>
            <ac:picMk id="4" creationId="{B4277DAE-49FB-844D-31A7-07FEBA4F74F9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28.785" v="100"/>
        <pc:sldMkLst>
          <pc:docMk/>
          <pc:sldMk cId="658291504" sldId="281"/>
        </pc:sldMkLst>
        <pc:picChg chg="add mod">
          <ac:chgData name="(FA21-RCS-015) LAIBA SABIR" userId="cdfba985-6cea-425f-a12a-4b4fa79fe82d" providerId="ADAL" clId="{1559B6EA-830A-4E85-B2B7-3E269ED53C0C}" dt="2025-04-12T08:27:28.785" v="100"/>
          <ac:picMkLst>
            <pc:docMk/>
            <pc:sldMk cId="658291504" sldId="281"/>
            <ac:picMk id="4" creationId="{F3DE9C8D-C29F-0288-300D-12746CA9BFEF}"/>
          </ac:picMkLst>
        </pc:picChg>
      </pc:sldChg>
      <pc:sldChg chg="add del">
        <pc:chgData name="(FA21-RCS-015) LAIBA SABIR" userId="cdfba985-6cea-425f-a12a-4b4fa79fe82d" providerId="ADAL" clId="{1559B6EA-830A-4E85-B2B7-3E269ED53C0C}" dt="2025-04-12T08:17:01.657" v="6" actId="47"/>
        <pc:sldMkLst>
          <pc:docMk/>
          <pc:sldMk cId="2037629491" sldId="285"/>
        </pc:sldMkLst>
      </pc:sldChg>
      <pc:sldChg chg="add del">
        <pc:chgData name="(FA21-RCS-015) LAIBA SABIR" userId="cdfba985-6cea-425f-a12a-4b4fa79fe82d" providerId="ADAL" clId="{1559B6EA-830A-4E85-B2B7-3E269ED53C0C}" dt="2025-04-12T08:17:02.897" v="7" actId="47"/>
        <pc:sldMkLst>
          <pc:docMk/>
          <pc:sldMk cId="666607188" sldId="286"/>
        </pc:sldMkLst>
      </pc:sldChg>
      <pc:sldChg chg="add del">
        <pc:chgData name="(FA21-RCS-015) LAIBA SABIR" userId="cdfba985-6cea-425f-a12a-4b4fa79fe82d" providerId="ADAL" clId="{1559B6EA-830A-4E85-B2B7-3E269ED53C0C}" dt="2025-04-12T08:17:03.906" v="8" actId="47"/>
        <pc:sldMkLst>
          <pc:docMk/>
          <pc:sldMk cId="4139310180" sldId="287"/>
        </pc:sldMkLst>
      </pc:sldChg>
      <pc:sldChg chg="del">
        <pc:chgData name="(FA21-RCS-015) LAIBA SABIR" userId="cdfba985-6cea-425f-a12a-4b4fa79fe82d" providerId="ADAL" clId="{1559B6EA-830A-4E85-B2B7-3E269ED53C0C}" dt="2025-04-12T08:17:05.848" v="9" actId="47"/>
        <pc:sldMkLst>
          <pc:docMk/>
          <pc:sldMk cId="3193435476" sldId="289"/>
        </pc:sldMkLst>
      </pc:sldChg>
      <pc:sldChg chg="addSp modSp add del">
        <pc:chgData name="(FA21-RCS-015) LAIBA SABIR" userId="cdfba985-6cea-425f-a12a-4b4fa79fe82d" providerId="ADAL" clId="{1559B6EA-830A-4E85-B2B7-3E269ED53C0C}" dt="2025-04-12T08:27:48.551" v="109"/>
        <pc:sldMkLst>
          <pc:docMk/>
          <pc:sldMk cId="3255134172" sldId="291"/>
        </pc:sldMkLst>
        <pc:picChg chg="add mod">
          <ac:chgData name="(FA21-RCS-015) LAIBA SABIR" userId="cdfba985-6cea-425f-a12a-4b4fa79fe82d" providerId="ADAL" clId="{1559B6EA-830A-4E85-B2B7-3E269ED53C0C}" dt="2025-04-12T08:27:48.551" v="109"/>
          <ac:picMkLst>
            <pc:docMk/>
            <pc:sldMk cId="3255134172" sldId="291"/>
            <ac:picMk id="4" creationId="{84B386A5-1769-1068-E414-BE9DFB2B9AAC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6:46.908" v="86"/>
        <pc:sldMkLst>
          <pc:docMk/>
          <pc:sldMk cId="1093662393" sldId="292"/>
        </pc:sldMkLst>
        <pc:picChg chg="add mod">
          <ac:chgData name="(FA21-RCS-015) LAIBA SABIR" userId="cdfba985-6cea-425f-a12a-4b4fa79fe82d" providerId="ADAL" clId="{1559B6EA-830A-4E85-B2B7-3E269ED53C0C}" dt="2025-04-12T08:26:46.908" v="86"/>
          <ac:picMkLst>
            <pc:docMk/>
            <pc:sldMk cId="1093662393" sldId="292"/>
            <ac:picMk id="4" creationId="{A81E23A0-B858-CDCB-C462-C216F76CE425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6:42.229" v="84"/>
        <pc:sldMkLst>
          <pc:docMk/>
          <pc:sldMk cId="4026281397" sldId="293"/>
        </pc:sldMkLst>
        <pc:picChg chg="add mod">
          <ac:chgData name="(FA21-RCS-015) LAIBA SABIR" userId="cdfba985-6cea-425f-a12a-4b4fa79fe82d" providerId="ADAL" clId="{1559B6EA-830A-4E85-B2B7-3E269ED53C0C}" dt="2025-04-12T08:26:42.229" v="84"/>
          <ac:picMkLst>
            <pc:docMk/>
            <pc:sldMk cId="4026281397" sldId="293"/>
            <ac:picMk id="4" creationId="{CF3758C7-6ACA-C6FA-D069-2508C0C75778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6:38.208" v="82"/>
        <pc:sldMkLst>
          <pc:docMk/>
          <pc:sldMk cId="1673236802" sldId="294"/>
        </pc:sldMkLst>
        <pc:picChg chg="add mod">
          <ac:chgData name="(FA21-RCS-015) LAIBA SABIR" userId="cdfba985-6cea-425f-a12a-4b4fa79fe82d" providerId="ADAL" clId="{1559B6EA-830A-4E85-B2B7-3E269ED53C0C}" dt="2025-04-12T08:26:38.208" v="82"/>
          <ac:picMkLst>
            <pc:docMk/>
            <pc:sldMk cId="1673236802" sldId="294"/>
            <ac:picMk id="6" creationId="{B1F0E80B-823B-685B-8FD9-0F12B21AB98A}"/>
          </ac:picMkLst>
        </pc:picChg>
      </pc:sldChg>
      <pc:sldChg chg="addSp modSp">
        <pc:chgData name="(FA21-RCS-015) LAIBA SABIR" userId="cdfba985-6cea-425f-a12a-4b4fa79fe82d" providerId="ADAL" clId="{1559B6EA-830A-4E85-B2B7-3E269ED53C0C}" dt="2025-04-12T08:27:56.725" v="112"/>
        <pc:sldMkLst>
          <pc:docMk/>
          <pc:sldMk cId="1408257579" sldId="295"/>
        </pc:sldMkLst>
        <pc:picChg chg="add mod">
          <ac:chgData name="(FA21-RCS-015) LAIBA SABIR" userId="cdfba985-6cea-425f-a12a-4b4fa79fe82d" providerId="ADAL" clId="{1559B6EA-830A-4E85-B2B7-3E269ED53C0C}" dt="2025-04-12T08:27:56.725" v="112"/>
          <ac:picMkLst>
            <pc:docMk/>
            <pc:sldMk cId="1408257579" sldId="295"/>
            <ac:picMk id="6" creationId="{A80F5082-3C52-1E9C-FA8B-DD513E257526}"/>
          </ac:picMkLst>
        </pc:picChg>
      </pc:sldChg>
      <pc:sldChg chg="addSp delSp modSp new mod">
        <pc:chgData name="(FA21-RCS-015) LAIBA SABIR" userId="cdfba985-6cea-425f-a12a-4b4fa79fe82d" providerId="ADAL" clId="{1559B6EA-830A-4E85-B2B7-3E269ED53C0C}" dt="2025-04-12T08:26:40.507" v="83"/>
        <pc:sldMkLst>
          <pc:docMk/>
          <pc:sldMk cId="667810786" sldId="296"/>
        </pc:sldMkLst>
        <pc:spChg chg="mod">
          <ac:chgData name="(FA21-RCS-015) LAIBA SABIR" userId="cdfba985-6cea-425f-a12a-4b4fa79fe82d" providerId="ADAL" clId="{1559B6EA-830A-4E85-B2B7-3E269ED53C0C}" dt="2025-04-12T08:20:23.756" v="30" actId="20577"/>
          <ac:spMkLst>
            <pc:docMk/>
            <pc:sldMk cId="667810786" sldId="296"/>
            <ac:spMk id="2" creationId="{8D7C1A2D-6327-CB5A-71F1-AD64DBD2D804}"/>
          </ac:spMkLst>
        </pc:spChg>
        <pc:spChg chg="del">
          <ac:chgData name="(FA21-RCS-015) LAIBA SABIR" userId="cdfba985-6cea-425f-a12a-4b4fa79fe82d" providerId="ADAL" clId="{1559B6EA-830A-4E85-B2B7-3E269ED53C0C}" dt="2025-04-12T08:20:11.996" v="17" actId="478"/>
          <ac:spMkLst>
            <pc:docMk/>
            <pc:sldMk cId="667810786" sldId="296"/>
            <ac:spMk id="3" creationId="{988EE067-DA79-0E4C-FF96-1869B37D4550}"/>
          </ac:spMkLst>
        </pc:spChg>
        <pc:picChg chg="add del mod">
          <ac:chgData name="(FA21-RCS-015) LAIBA SABIR" userId="cdfba985-6cea-425f-a12a-4b4fa79fe82d" providerId="ADAL" clId="{1559B6EA-830A-4E85-B2B7-3E269ED53C0C}" dt="2025-04-12T08:20:42.591" v="31" actId="478"/>
          <ac:picMkLst>
            <pc:docMk/>
            <pc:sldMk cId="667810786" sldId="296"/>
            <ac:picMk id="5" creationId="{BEEFEA88-6D5C-E626-D207-E79A8903A68D}"/>
          </ac:picMkLst>
        </pc:picChg>
        <pc:picChg chg="add mod">
          <ac:chgData name="(FA21-RCS-015) LAIBA SABIR" userId="cdfba985-6cea-425f-a12a-4b4fa79fe82d" providerId="ADAL" clId="{1559B6EA-830A-4E85-B2B7-3E269ED53C0C}" dt="2025-04-12T08:20:52.516" v="34" actId="208"/>
          <ac:picMkLst>
            <pc:docMk/>
            <pc:sldMk cId="667810786" sldId="296"/>
            <ac:picMk id="7" creationId="{85D29986-1212-38C8-DD71-52872EDE9017}"/>
          </ac:picMkLst>
        </pc:picChg>
        <pc:picChg chg="add mod">
          <ac:chgData name="(FA21-RCS-015) LAIBA SABIR" userId="cdfba985-6cea-425f-a12a-4b4fa79fe82d" providerId="ADAL" clId="{1559B6EA-830A-4E85-B2B7-3E269ED53C0C}" dt="2025-04-12T08:26:40.507" v="83"/>
          <ac:picMkLst>
            <pc:docMk/>
            <pc:sldMk cId="667810786" sldId="296"/>
            <ac:picMk id="8" creationId="{9BBECB6C-61BF-A023-EBD9-1445564CA9F7}"/>
          </ac:picMkLst>
        </pc:picChg>
      </pc:sldChg>
      <pc:sldChg chg="addSp delSp modSp new mod modAnim">
        <pc:chgData name="(FA21-RCS-015) LAIBA SABIR" userId="cdfba985-6cea-425f-a12a-4b4fa79fe82d" providerId="ADAL" clId="{1559B6EA-830A-4E85-B2B7-3E269ED53C0C}" dt="2025-04-12T08:27:52.647" v="110"/>
        <pc:sldMkLst>
          <pc:docMk/>
          <pc:sldMk cId="91374544" sldId="297"/>
        </pc:sldMkLst>
        <pc:spChg chg="mod">
          <ac:chgData name="(FA21-RCS-015) LAIBA SABIR" userId="cdfba985-6cea-425f-a12a-4b4fa79fe82d" providerId="ADAL" clId="{1559B6EA-830A-4E85-B2B7-3E269ED53C0C}" dt="2025-04-12T08:22:31.897" v="36"/>
          <ac:spMkLst>
            <pc:docMk/>
            <pc:sldMk cId="91374544" sldId="297"/>
            <ac:spMk id="2" creationId="{0213201D-AABD-7001-47DD-782BFE31C10B}"/>
          </ac:spMkLst>
        </pc:spChg>
        <pc:spChg chg="del">
          <ac:chgData name="(FA21-RCS-015) LAIBA SABIR" userId="cdfba985-6cea-425f-a12a-4b4fa79fe82d" providerId="ADAL" clId="{1559B6EA-830A-4E85-B2B7-3E269ED53C0C}" dt="2025-04-12T08:22:51.719" v="37" actId="478"/>
          <ac:spMkLst>
            <pc:docMk/>
            <pc:sldMk cId="91374544" sldId="297"/>
            <ac:spMk id="3" creationId="{345DAE23-1752-CBA3-1A91-7BDB7AEE6898}"/>
          </ac:spMkLst>
        </pc:spChg>
        <pc:grpChg chg="add mod">
          <ac:chgData name="(FA21-RCS-015) LAIBA SABIR" userId="cdfba985-6cea-425f-a12a-4b4fa79fe82d" providerId="ADAL" clId="{1559B6EA-830A-4E85-B2B7-3E269ED53C0C}" dt="2025-04-12T08:25:08.158" v="69" actId="164"/>
          <ac:grpSpMkLst>
            <pc:docMk/>
            <pc:sldMk cId="91374544" sldId="297"/>
            <ac:grpSpMk id="13" creationId="{FF428D8F-2854-6CC8-DEB2-48D72D4C973F}"/>
          </ac:grpSpMkLst>
        </pc:grpChg>
        <pc:grpChg chg="add mod">
          <ac:chgData name="(FA21-RCS-015) LAIBA SABIR" userId="cdfba985-6cea-425f-a12a-4b4fa79fe82d" providerId="ADAL" clId="{1559B6EA-830A-4E85-B2B7-3E269ED53C0C}" dt="2025-04-12T08:25:16.305" v="70" actId="164"/>
          <ac:grpSpMkLst>
            <pc:docMk/>
            <pc:sldMk cId="91374544" sldId="297"/>
            <ac:grpSpMk id="14" creationId="{AEB7EE2A-6542-673B-4A23-BE02D831E110}"/>
          </ac:grpSpMkLst>
        </pc:grpChg>
        <pc:picChg chg="add mod modCrop">
          <ac:chgData name="(FA21-RCS-015) LAIBA SABIR" userId="cdfba985-6cea-425f-a12a-4b4fa79fe82d" providerId="ADAL" clId="{1559B6EA-830A-4E85-B2B7-3E269ED53C0C}" dt="2025-04-12T08:25:08.158" v="69" actId="164"/>
          <ac:picMkLst>
            <pc:docMk/>
            <pc:sldMk cId="91374544" sldId="297"/>
            <ac:picMk id="5" creationId="{93CBBFBB-12DE-1718-95C2-F19BA0563B99}"/>
          </ac:picMkLst>
        </pc:picChg>
        <pc:picChg chg="add mod">
          <ac:chgData name="(FA21-RCS-015) LAIBA SABIR" userId="cdfba985-6cea-425f-a12a-4b4fa79fe82d" providerId="ADAL" clId="{1559B6EA-830A-4E85-B2B7-3E269ED53C0C}" dt="2025-04-12T08:24:53.294" v="65" actId="1076"/>
          <ac:picMkLst>
            <pc:docMk/>
            <pc:sldMk cId="91374544" sldId="297"/>
            <ac:picMk id="7" creationId="{9A00E6F6-0E71-3882-C0DD-EEAADE446912}"/>
          </ac:picMkLst>
        </pc:picChg>
        <pc:picChg chg="add mod modCrop">
          <ac:chgData name="(FA21-RCS-015) LAIBA SABIR" userId="cdfba985-6cea-425f-a12a-4b4fa79fe82d" providerId="ADAL" clId="{1559B6EA-830A-4E85-B2B7-3E269ED53C0C}" dt="2025-04-12T08:25:08.158" v="69" actId="164"/>
          <ac:picMkLst>
            <pc:docMk/>
            <pc:sldMk cId="91374544" sldId="297"/>
            <ac:picMk id="8" creationId="{3C68C4AC-226F-4A73-9A3B-DB9F1CD435D7}"/>
          </ac:picMkLst>
        </pc:picChg>
        <pc:picChg chg="add mod modCrop">
          <ac:chgData name="(FA21-RCS-015) LAIBA SABIR" userId="cdfba985-6cea-425f-a12a-4b4fa79fe82d" providerId="ADAL" clId="{1559B6EA-830A-4E85-B2B7-3E269ED53C0C}" dt="2025-04-12T08:25:16.305" v="70" actId="164"/>
          <ac:picMkLst>
            <pc:docMk/>
            <pc:sldMk cId="91374544" sldId="297"/>
            <ac:picMk id="10" creationId="{F4B599CC-C089-1D1D-3AE8-626768B4B2B5}"/>
          </ac:picMkLst>
        </pc:picChg>
        <pc:picChg chg="add mod modCrop">
          <ac:chgData name="(FA21-RCS-015) LAIBA SABIR" userId="cdfba985-6cea-425f-a12a-4b4fa79fe82d" providerId="ADAL" clId="{1559B6EA-830A-4E85-B2B7-3E269ED53C0C}" dt="2025-04-12T08:25:16.305" v="70" actId="164"/>
          <ac:picMkLst>
            <pc:docMk/>
            <pc:sldMk cId="91374544" sldId="297"/>
            <ac:picMk id="12" creationId="{9510BBF3-E26F-5908-133D-8220F43F73BF}"/>
          </ac:picMkLst>
        </pc:picChg>
        <pc:picChg chg="add mod modCrop">
          <ac:chgData name="(FA21-RCS-015) LAIBA SABIR" userId="cdfba985-6cea-425f-a12a-4b4fa79fe82d" providerId="ADAL" clId="{1559B6EA-830A-4E85-B2B7-3E269ED53C0C}" dt="2025-04-12T08:26:11.559" v="80" actId="1076"/>
          <ac:picMkLst>
            <pc:docMk/>
            <pc:sldMk cId="91374544" sldId="297"/>
            <ac:picMk id="16" creationId="{29B26970-DAA6-DD8D-E4C6-B8E8A6BD6ECC}"/>
          </ac:picMkLst>
        </pc:picChg>
        <pc:picChg chg="add mod">
          <ac:chgData name="(FA21-RCS-015) LAIBA SABIR" userId="cdfba985-6cea-425f-a12a-4b4fa79fe82d" providerId="ADAL" clId="{1559B6EA-830A-4E85-B2B7-3E269ED53C0C}" dt="2025-04-12T08:27:52.647" v="110"/>
          <ac:picMkLst>
            <pc:docMk/>
            <pc:sldMk cId="91374544" sldId="297"/>
            <ac:picMk id="17" creationId="{F51E0812-16BF-8F9F-4632-8627617AD0F9}"/>
          </ac:picMkLst>
        </pc:picChg>
      </pc:sldChg>
      <pc:sldChg chg="new del">
        <pc:chgData name="(FA21-RCS-015) LAIBA SABIR" userId="cdfba985-6cea-425f-a12a-4b4fa79fe82d" providerId="ADAL" clId="{1559B6EA-830A-4E85-B2B7-3E269ED53C0C}" dt="2025-04-12T08:27:54.072" v="111" actId="47"/>
        <pc:sldMkLst>
          <pc:docMk/>
          <pc:sldMk cId="2197731263" sldId="298"/>
        </pc:sldMkLst>
      </pc:sldChg>
      <pc:sldChg chg="addSp delSp modSp new mod">
        <pc:chgData name="(FA21-RCS-015) LAIBA SABIR" userId="cdfba985-6cea-425f-a12a-4b4fa79fe82d" providerId="ADAL" clId="{1559B6EA-830A-4E85-B2B7-3E269ED53C0C}" dt="2025-04-12T08:57:31.126" v="247" actId="20577"/>
        <pc:sldMkLst>
          <pc:docMk/>
          <pc:sldMk cId="4236553852" sldId="298"/>
        </pc:sldMkLst>
        <pc:spChg chg="mod">
          <ac:chgData name="(FA21-RCS-015) LAIBA SABIR" userId="cdfba985-6cea-425f-a12a-4b4fa79fe82d" providerId="ADAL" clId="{1559B6EA-830A-4E85-B2B7-3E269ED53C0C}" dt="2025-04-12T08:57:31.126" v="247" actId="20577"/>
          <ac:spMkLst>
            <pc:docMk/>
            <pc:sldMk cId="4236553852" sldId="298"/>
            <ac:spMk id="2" creationId="{9F35FCA7-0797-D4E6-22D4-E5E71555E9B1}"/>
          </ac:spMkLst>
        </pc:spChg>
        <pc:spChg chg="del">
          <ac:chgData name="(FA21-RCS-015) LAIBA SABIR" userId="cdfba985-6cea-425f-a12a-4b4fa79fe82d" providerId="ADAL" clId="{1559B6EA-830A-4E85-B2B7-3E269ED53C0C}" dt="2025-04-12T08:52:34.245" v="114" actId="478"/>
          <ac:spMkLst>
            <pc:docMk/>
            <pc:sldMk cId="4236553852" sldId="298"/>
            <ac:spMk id="3" creationId="{46AC7FA1-77C0-D17F-A34F-EA7E9E3725CE}"/>
          </ac:spMkLst>
        </pc:spChg>
        <pc:graphicFrameChg chg="add mod modGraphic">
          <ac:chgData name="(FA21-RCS-015) LAIBA SABIR" userId="cdfba985-6cea-425f-a12a-4b4fa79fe82d" providerId="ADAL" clId="{1559B6EA-830A-4E85-B2B7-3E269ED53C0C}" dt="2025-04-12T08:56:03.086" v="227" actId="122"/>
          <ac:graphicFrameMkLst>
            <pc:docMk/>
            <pc:sldMk cId="4236553852" sldId="298"/>
            <ac:graphicFrameMk id="4" creationId="{A4A6FA6F-320D-0EC4-A65A-7791AA4D5A7A}"/>
          </ac:graphicFrameMkLst>
        </pc:graphicFrameChg>
      </pc:sldChg>
      <pc:sldChg chg="del">
        <pc:chgData name="(FA21-RCS-015) LAIBA SABIR" userId="cdfba985-6cea-425f-a12a-4b4fa79fe82d" providerId="ADAL" clId="{1559B6EA-830A-4E85-B2B7-3E269ED53C0C}" dt="2025-04-12T08:18:11.102" v="12" actId="47"/>
        <pc:sldMkLst>
          <pc:docMk/>
          <pc:sldMk cId="3997787889" sldId="309"/>
        </pc:sldMkLst>
      </pc:sldChg>
      <pc:sldChg chg="del">
        <pc:chgData name="(FA21-RCS-015) LAIBA SABIR" userId="cdfba985-6cea-425f-a12a-4b4fa79fe82d" providerId="ADAL" clId="{1559B6EA-830A-4E85-B2B7-3E269ED53C0C}" dt="2025-04-12T08:18:17.693" v="13" actId="47"/>
        <pc:sldMkLst>
          <pc:docMk/>
          <pc:sldMk cId="1438877889" sldId="310"/>
        </pc:sldMkLst>
      </pc:sldChg>
      <pc:sldChg chg="del">
        <pc:chgData name="(FA21-RCS-015) LAIBA SABIR" userId="cdfba985-6cea-425f-a12a-4b4fa79fe82d" providerId="ADAL" clId="{1559B6EA-830A-4E85-B2B7-3E269ED53C0C}" dt="2025-04-12T08:18:20.909" v="14" actId="47"/>
        <pc:sldMkLst>
          <pc:docMk/>
          <pc:sldMk cId="1669603233" sldId="31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93227B-6453-4893-9FF3-234D2DA07A16}" type="doc">
      <dgm:prSet loTypeId="urn:microsoft.com/office/officeart/2005/8/layout/target3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AE2AE85-A550-4C06-9CB2-3A693E3377F2}">
      <dgm:prSet phldrT="[Text]"/>
      <dgm:spPr/>
      <dgm:t>
        <a:bodyPr/>
        <a:lstStyle/>
        <a:p>
          <a:r>
            <a:rPr lang="en-US"/>
            <a:t>Primary Goal</a:t>
          </a:r>
        </a:p>
      </dgm:t>
    </dgm:pt>
    <dgm:pt modelId="{DDDB1550-DD26-4D8A-8D93-FA8C56182EEE}" type="parTrans" cxnId="{813446BC-4723-4FB5-9D2B-D19247635845}">
      <dgm:prSet/>
      <dgm:spPr/>
      <dgm:t>
        <a:bodyPr/>
        <a:lstStyle/>
        <a:p>
          <a:endParaRPr lang="en-US"/>
        </a:p>
      </dgm:t>
    </dgm:pt>
    <dgm:pt modelId="{9843D543-6691-453C-82A5-E18AE749666A}" type="sibTrans" cxnId="{813446BC-4723-4FB5-9D2B-D19247635845}">
      <dgm:prSet/>
      <dgm:spPr/>
      <dgm:t>
        <a:bodyPr/>
        <a:lstStyle/>
        <a:p>
          <a:endParaRPr lang="en-US"/>
        </a:p>
      </dgm:t>
    </dgm:pt>
    <dgm:pt modelId="{A421235A-73AB-4E43-8130-0E92B4051B6C}">
      <dgm:prSet/>
      <dgm:spPr/>
      <dgm:t>
        <a:bodyPr/>
        <a:lstStyle/>
        <a:p>
          <a:r>
            <a:rPr lang="en-US" dirty="0"/>
            <a:t>Insight into the Data</a:t>
          </a:r>
        </a:p>
      </dgm:t>
    </dgm:pt>
    <dgm:pt modelId="{B9EB982C-36EC-4F42-ABDC-CA22726D9303}" type="parTrans" cxnId="{5092C0DA-2DBB-4B70-BD60-8BC5452CC9A2}">
      <dgm:prSet/>
      <dgm:spPr/>
      <dgm:t>
        <a:bodyPr/>
        <a:lstStyle/>
        <a:p>
          <a:endParaRPr lang="en-US"/>
        </a:p>
      </dgm:t>
    </dgm:pt>
    <dgm:pt modelId="{0520007B-2190-47A6-81E6-3DD8A4AB38FC}" type="sibTrans" cxnId="{5092C0DA-2DBB-4B70-BD60-8BC5452CC9A2}">
      <dgm:prSet/>
      <dgm:spPr/>
      <dgm:t>
        <a:bodyPr/>
        <a:lstStyle/>
        <a:p>
          <a:endParaRPr lang="en-US"/>
        </a:p>
      </dgm:t>
    </dgm:pt>
    <dgm:pt modelId="{505EB4BC-7EE3-4F53-87D0-D1A0FF962BAF}">
      <dgm:prSet/>
      <dgm:spPr/>
      <dgm:t>
        <a:bodyPr/>
        <a:lstStyle/>
        <a:p>
          <a:r>
            <a:rPr lang="en-US"/>
            <a:t>Secondary Goals</a:t>
          </a:r>
          <a:endParaRPr lang="en-US" dirty="0"/>
        </a:p>
      </dgm:t>
    </dgm:pt>
    <dgm:pt modelId="{DA7149A7-C981-4F2F-B832-B81BD6C211FA}" type="parTrans" cxnId="{648AE69B-BFB5-4D33-85F9-6D24A0FAF643}">
      <dgm:prSet/>
      <dgm:spPr/>
      <dgm:t>
        <a:bodyPr/>
        <a:lstStyle/>
        <a:p>
          <a:endParaRPr lang="en-US"/>
        </a:p>
      </dgm:t>
    </dgm:pt>
    <dgm:pt modelId="{B4E407C2-0B1D-4492-9476-96840205A6A6}" type="sibTrans" cxnId="{648AE69B-BFB5-4D33-85F9-6D24A0FAF643}">
      <dgm:prSet/>
      <dgm:spPr/>
      <dgm:t>
        <a:bodyPr/>
        <a:lstStyle/>
        <a:p>
          <a:endParaRPr lang="en-US"/>
        </a:p>
      </dgm:t>
    </dgm:pt>
    <dgm:pt modelId="{6830DE84-29CE-4199-B380-81DD0919B9FF}">
      <dgm:prSet/>
      <dgm:spPr/>
      <dgm:t>
        <a:bodyPr/>
        <a:lstStyle/>
        <a:p>
          <a:r>
            <a:rPr lang="en-US" dirty="0"/>
            <a:t>A good-fitting, parsimonious model</a:t>
          </a:r>
        </a:p>
      </dgm:t>
    </dgm:pt>
    <dgm:pt modelId="{F6F14879-F213-4AE2-BFC2-1D7411D7B711}" type="parTrans" cxnId="{68A7ABFD-CAD1-4D59-8821-2D6CE2287AFD}">
      <dgm:prSet/>
      <dgm:spPr/>
      <dgm:t>
        <a:bodyPr/>
        <a:lstStyle/>
        <a:p>
          <a:endParaRPr lang="en-US"/>
        </a:p>
      </dgm:t>
    </dgm:pt>
    <dgm:pt modelId="{92A45A75-64E1-4D0C-94FF-F634DB8667E6}" type="sibTrans" cxnId="{68A7ABFD-CAD1-4D59-8821-2D6CE2287AFD}">
      <dgm:prSet/>
      <dgm:spPr/>
      <dgm:t>
        <a:bodyPr/>
        <a:lstStyle/>
        <a:p>
          <a:endParaRPr lang="en-US"/>
        </a:p>
      </dgm:t>
    </dgm:pt>
    <dgm:pt modelId="{ABF5FD03-0550-4CF2-8EBE-5477EA49AADD}">
      <dgm:prSet/>
      <dgm:spPr/>
      <dgm:t>
        <a:bodyPr/>
        <a:lstStyle/>
        <a:p>
          <a:r>
            <a:rPr lang="en-US"/>
            <a:t>Outliers</a:t>
          </a:r>
          <a:endParaRPr lang="en-US" dirty="0"/>
        </a:p>
      </dgm:t>
    </dgm:pt>
    <dgm:pt modelId="{67CA171D-E8D3-460B-BD0E-90BB076E83F0}" type="parTrans" cxnId="{73425182-59E4-4305-BC82-6181F589FB5B}">
      <dgm:prSet/>
      <dgm:spPr/>
      <dgm:t>
        <a:bodyPr/>
        <a:lstStyle/>
        <a:p>
          <a:endParaRPr lang="en-US"/>
        </a:p>
      </dgm:t>
    </dgm:pt>
    <dgm:pt modelId="{B3A9660E-1B09-4451-8E77-0DF8578A571A}" type="sibTrans" cxnId="{73425182-59E4-4305-BC82-6181F589FB5B}">
      <dgm:prSet/>
      <dgm:spPr/>
      <dgm:t>
        <a:bodyPr/>
        <a:lstStyle/>
        <a:p>
          <a:endParaRPr lang="en-US"/>
        </a:p>
      </dgm:t>
    </dgm:pt>
    <dgm:pt modelId="{FA178724-A43D-41F2-8903-1FA79F6A690C}">
      <dgm:prSet/>
      <dgm:spPr/>
      <dgm:t>
        <a:bodyPr/>
        <a:lstStyle/>
        <a:p>
          <a:r>
            <a:rPr lang="en-US"/>
            <a:t>Robustness of conclusions</a:t>
          </a:r>
          <a:endParaRPr lang="en-US" dirty="0"/>
        </a:p>
      </dgm:t>
    </dgm:pt>
    <dgm:pt modelId="{C21DBEBF-FF34-493B-B59E-87F98786F0D9}" type="parTrans" cxnId="{723A5B1F-6179-473E-8871-BA8BD2B5940F}">
      <dgm:prSet/>
      <dgm:spPr/>
      <dgm:t>
        <a:bodyPr/>
        <a:lstStyle/>
        <a:p>
          <a:endParaRPr lang="en-US"/>
        </a:p>
      </dgm:t>
    </dgm:pt>
    <dgm:pt modelId="{21AE0761-5BC2-486D-A007-EB857FA14A51}" type="sibTrans" cxnId="{723A5B1F-6179-473E-8871-BA8BD2B5940F}">
      <dgm:prSet/>
      <dgm:spPr/>
      <dgm:t>
        <a:bodyPr/>
        <a:lstStyle/>
        <a:p>
          <a:endParaRPr lang="en-US"/>
        </a:p>
      </dgm:t>
    </dgm:pt>
    <dgm:pt modelId="{A7E00E78-5560-4857-A447-4AC565C07E7B}">
      <dgm:prSet/>
      <dgm:spPr/>
      <dgm:t>
        <a:bodyPr/>
        <a:lstStyle/>
        <a:p>
          <a:r>
            <a:rPr lang="en-US"/>
            <a:t>Estimates for parameters</a:t>
          </a:r>
          <a:endParaRPr lang="en-US" dirty="0"/>
        </a:p>
      </dgm:t>
    </dgm:pt>
    <dgm:pt modelId="{D7CFB447-BBBC-49C7-8387-E0917EE202C9}" type="parTrans" cxnId="{68F6DD45-77C9-4D0D-8D0F-BAEF0C0A47CE}">
      <dgm:prSet/>
      <dgm:spPr/>
      <dgm:t>
        <a:bodyPr/>
        <a:lstStyle/>
        <a:p>
          <a:endParaRPr lang="en-US"/>
        </a:p>
      </dgm:t>
    </dgm:pt>
    <dgm:pt modelId="{0C1D6125-F8B5-437D-A122-C0DE9CD8E903}" type="sibTrans" cxnId="{68F6DD45-77C9-4D0D-8D0F-BAEF0C0A47CE}">
      <dgm:prSet/>
      <dgm:spPr/>
      <dgm:t>
        <a:bodyPr/>
        <a:lstStyle/>
        <a:p>
          <a:endParaRPr lang="en-US"/>
        </a:p>
      </dgm:t>
    </dgm:pt>
    <dgm:pt modelId="{4AE8CB50-98AD-402D-AFA7-FDE81D2A16D9}">
      <dgm:prSet/>
      <dgm:spPr/>
      <dgm:t>
        <a:bodyPr/>
        <a:lstStyle/>
        <a:p>
          <a:r>
            <a:rPr lang="en-US"/>
            <a:t>Uncertainties for those estimates</a:t>
          </a:r>
          <a:endParaRPr lang="en-US" dirty="0"/>
        </a:p>
      </dgm:t>
    </dgm:pt>
    <dgm:pt modelId="{EECCA706-C69F-49D9-A5AC-5B694E01199F}" type="parTrans" cxnId="{20070915-ED8F-43F8-92AA-E897AA15792C}">
      <dgm:prSet/>
      <dgm:spPr/>
      <dgm:t>
        <a:bodyPr/>
        <a:lstStyle/>
        <a:p>
          <a:endParaRPr lang="en-US"/>
        </a:p>
      </dgm:t>
    </dgm:pt>
    <dgm:pt modelId="{8E253FDB-0632-4A1E-BEA9-E08FA5F273FD}" type="sibTrans" cxnId="{20070915-ED8F-43F8-92AA-E897AA15792C}">
      <dgm:prSet/>
      <dgm:spPr/>
      <dgm:t>
        <a:bodyPr/>
        <a:lstStyle/>
        <a:p>
          <a:endParaRPr lang="en-US"/>
        </a:p>
      </dgm:t>
    </dgm:pt>
    <dgm:pt modelId="{B8627542-DEAC-410F-AFC8-6ECB351D865B}">
      <dgm:prSet/>
      <dgm:spPr/>
      <dgm:t>
        <a:bodyPr/>
        <a:lstStyle/>
        <a:p>
          <a:r>
            <a:rPr lang="en-US"/>
            <a:t>A ranked list of important factors</a:t>
          </a:r>
          <a:endParaRPr lang="en-US" dirty="0"/>
        </a:p>
      </dgm:t>
    </dgm:pt>
    <dgm:pt modelId="{F60F1CC7-D637-4551-8BD5-5B0DD87391E3}" type="parTrans" cxnId="{7F01A295-7CE0-4E76-83D2-98DE00C9966F}">
      <dgm:prSet/>
      <dgm:spPr/>
      <dgm:t>
        <a:bodyPr/>
        <a:lstStyle/>
        <a:p>
          <a:endParaRPr lang="en-US"/>
        </a:p>
      </dgm:t>
    </dgm:pt>
    <dgm:pt modelId="{945DAF66-678E-4E73-B9C9-85F28BD707CB}" type="sibTrans" cxnId="{7F01A295-7CE0-4E76-83D2-98DE00C9966F}">
      <dgm:prSet/>
      <dgm:spPr/>
      <dgm:t>
        <a:bodyPr/>
        <a:lstStyle/>
        <a:p>
          <a:endParaRPr lang="en-US"/>
        </a:p>
      </dgm:t>
    </dgm:pt>
    <dgm:pt modelId="{BF77DD14-7751-48BE-81AD-331D51CCF9AB}">
      <dgm:prSet/>
      <dgm:spPr/>
      <dgm:t>
        <a:bodyPr/>
        <a:lstStyle/>
        <a:p>
          <a:r>
            <a:rPr lang="en-US"/>
            <a:t>Statistical significance of conclusions</a:t>
          </a:r>
          <a:endParaRPr lang="en-US" dirty="0"/>
        </a:p>
      </dgm:t>
    </dgm:pt>
    <dgm:pt modelId="{A20D7F09-CFD3-4CCF-91F3-B935BC0FFBDD}" type="parTrans" cxnId="{7F2EBA74-E78D-48B0-9786-AF77AEF69910}">
      <dgm:prSet/>
      <dgm:spPr/>
      <dgm:t>
        <a:bodyPr/>
        <a:lstStyle/>
        <a:p>
          <a:endParaRPr lang="en-US"/>
        </a:p>
      </dgm:t>
    </dgm:pt>
    <dgm:pt modelId="{0A13AF95-8506-436A-8E90-D903976D0062}" type="sibTrans" cxnId="{7F2EBA74-E78D-48B0-9786-AF77AEF69910}">
      <dgm:prSet/>
      <dgm:spPr/>
      <dgm:t>
        <a:bodyPr/>
        <a:lstStyle/>
        <a:p>
          <a:endParaRPr lang="en-US"/>
        </a:p>
      </dgm:t>
    </dgm:pt>
    <dgm:pt modelId="{8644DD12-274B-4E1F-9799-3F53D6E8B806}">
      <dgm:prSet/>
      <dgm:spPr/>
      <dgm:t>
        <a:bodyPr/>
        <a:lstStyle/>
        <a:p>
          <a:r>
            <a:rPr lang="en-US"/>
            <a:t>Optimal settings</a:t>
          </a:r>
          <a:endParaRPr lang="en-US" dirty="0"/>
        </a:p>
      </dgm:t>
    </dgm:pt>
    <dgm:pt modelId="{88AD5A16-0B78-4473-ACFE-DE9DFBA651BA}" type="parTrans" cxnId="{11149E4F-189F-4D34-9971-CC5A9D8B8983}">
      <dgm:prSet/>
      <dgm:spPr/>
      <dgm:t>
        <a:bodyPr/>
        <a:lstStyle/>
        <a:p>
          <a:endParaRPr lang="en-US"/>
        </a:p>
      </dgm:t>
    </dgm:pt>
    <dgm:pt modelId="{FC4B8396-4179-43CB-8EB4-938B9D084D40}" type="sibTrans" cxnId="{11149E4F-189F-4D34-9971-CC5A9D8B8983}">
      <dgm:prSet/>
      <dgm:spPr/>
      <dgm:t>
        <a:bodyPr/>
        <a:lstStyle/>
        <a:p>
          <a:endParaRPr lang="en-US"/>
        </a:p>
      </dgm:t>
    </dgm:pt>
    <dgm:pt modelId="{1DC0C819-2338-4ADE-A573-1533750ACD16}" type="pres">
      <dgm:prSet presAssocID="{C293227B-6453-4893-9FF3-234D2DA07A16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E3A10C5-FE59-44F2-BF5B-1D534993934B}" type="pres">
      <dgm:prSet presAssocID="{1AE2AE85-A550-4C06-9CB2-3A693E3377F2}" presName="circle1" presStyleLbl="node1" presStyleIdx="0" presStyleCnt="2"/>
      <dgm:spPr/>
    </dgm:pt>
    <dgm:pt modelId="{D965CB73-F323-4A50-91D9-8FFE5EFA1711}" type="pres">
      <dgm:prSet presAssocID="{1AE2AE85-A550-4C06-9CB2-3A693E3377F2}" presName="space" presStyleCnt="0"/>
      <dgm:spPr/>
    </dgm:pt>
    <dgm:pt modelId="{B4384943-BACC-49A6-962E-8FE738A06AB6}" type="pres">
      <dgm:prSet presAssocID="{1AE2AE85-A550-4C06-9CB2-3A693E3377F2}" presName="rect1" presStyleLbl="alignAcc1" presStyleIdx="0" presStyleCnt="2"/>
      <dgm:spPr/>
    </dgm:pt>
    <dgm:pt modelId="{8261829C-3245-4E81-91E7-CB3D6ECBED8A}" type="pres">
      <dgm:prSet presAssocID="{505EB4BC-7EE3-4F53-87D0-D1A0FF962BAF}" presName="vertSpace2" presStyleLbl="node1" presStyleIdx="0" presStyleCnt="2"/>
      <dgm:spPr/>
    </dgm:pt>
    <dgm:pt modelId="{2C42380F-F85E-4FA2-BA74-CA625DAC558B}" type="pres">
      <dgm:prSet presAssocID="{505EB4BC-7EE3-4F53-87D0-D1A0FF962BAF}" presName="circle2" presStyleLbl="node1" presStyleIdx="1" presStyleCnt="2"/>
      <dgm:spPr/>
    </dgm:pt>
    <dgm:pt modelId="{3646EE1D-E3A7-4446-92E7-E54CDCF8CCF1}" type="pres">
      <dgm:prSet presAssocID="{505EB4BC-7EE3-4F53-87D0-D1A0FF962BAF}" presName="rect2" presStyleLbl="alignAcc1" presStyleIdx="1" presStyleCnt="2"/>
      <dgm:spPr/>
    </dgm:pt>
    <dgm:pt modelId="{636A52B0-77E3-4EF8-877C-9A2F60D7C665}" type="pres">
      <dgm:prSet presAssocID="{1AE2AE85-A550-4C06-9CB2-3A693E3377F2}" presName="rect1ParTx" presStyleLbl="alignAcc1" presStyleIdx="1" presStyleCnt="2">
        <dgm:presLayoutVars>
          <dgm:chMax val="1"/>
          <dgm:bulletEnabled val="1"/>
        </dgm:presLayoutVars>
      </dgm:prSet>
      <dgm:spPr/>
    </dgm:pt>
    <dgm:pt modelId="{D252C8C6-A265-4786-B1D5-B8B4D866DC90}" type="pres">
      <dgm:prSet presAssocID="{1AE2AE85-A550-4C06-9CB2-3A693E3377F2}" presName="rect1ChTx" presStyleLbl="alignAcc1" presStyleIdx="1" presStyleCnt="2">
        <dgm:presLayoutVars>
          <dgm:bulletEnabled val="1"/>
        </dgm:presLayoutVars>
      </dgm:prSet>
      <dgm:spPr/>
    </dgm:pt>
    <dgm:pt modelId="{8ECAEF2F-D0F4-49CB-93C9-BE30D5328531}" type="pres">
      <dgm:prSet presAssocID="{505EB4BC-7EE3-4F53-87D0-D1A0FF962BAF}" presName="rect2ParTx" presStyleLbl="alignAcc1" presStyleIdx="1" presStyleCnt="2">
        <dgm:presLayoutVars>
          <dgm:chMax val="1"/>
          <dgm:bulletEnabled val="1"/>
        </dgm:presLayoutVars>
      </dgm:prSet>
      <dgm:spPr/>
    </dgm:pt>
    <dgm:pt modelId="{5940C4A4-540C-4943-9A37-6C0BC2010FC7}" type="pres">
      <dgm:prSet presAssocID="{505EB4BC-7EE3-4F53-87D0-D1A0FF962BAF}" presName="rect2ChTx" presStyleLbl="alignAcc1" presStyleIdx="1" presStyleCnt="2">
        <dgm:presLayoutVars>
          <dgm:bulletEnabled val="1"/>
        </dgm:presLayoutVars>
      </dgm:prSet>
      <dgm:spPr/>
    </dgm:pt>
  </dgm:ptLst>
  <dgm:cxnLst>
    <dgm:cxn modelId="{20070915-ED8F-43F8-92AA-E897AA15792C}" srcId="{505EB4BC-7EE3-4F53-87D0-D1A0FF962BAF}" destId="{4AE8CB50-98AD-402D-AFA7-FDE81D2A16D9}" srcOrd="4" destOrd="0" parTransId="{EECCA706-C69F-49D9-A5AC-5B694E01199F}" sibTransId="{8E253FDB-0632-4A1E-BEA9-E08FA5F273FD}"/>
    <dgm:cxn modelId="{036A6317-D08E-4B73-A62E-823AA10E4CDF}" type="presOf" srcId="{4AE8CB50-98AD-402D-AFA7-FDE81D2A16D9}" destId="{5940C4A4-540C-4943-9A37-6C0BC2010FC7}" srcOrd="0" destOrd="4" presId="urn:microsoft.com/office/officeart/2005/8/layout/target3"/>
    <dgm:cxn modelId="{1E42161C-0690-43AE-8B9C-BAD3DAA7B5CB}" type="presOf" srcId="{B8627542-DEAC-410F-AFC8-6ECB351D865B}" destId="{5940C4A4-540C-4943-9A37-6C0BC2010FC7}" srcOrd="0" destOrd="5" presId="urn:microsoft.com/office/officeart/2005/8/layout/target3"/>
    <dgm:cxn modelId="{723A5B1F-6179-473E-8871-BA8BD2B5940F}" srcId="{505EB4BC-7EE3-4F53-87D0-D1A0FF962BAF}" destId="{FA178724-A43D-41F2-8903-1FA79F6A690C}" srcOrd="2" destOrd="0" parTransId="{C21DBEBF-FF34-493B-B59E-87F98786F0D9}" sibTransId="{21AE0761-5BC2-486D-A007-EB857FA14A51}"/>
    <dgm:cxn modelId="{7D9D4720-61C6-42A1-A761-B987D2A401E0}" type="presOf" srcId="{505EB4BC-7EE3-4F53-87D0-D1A0FF962BAF}" destId="{8ECAEF2F-D0F4-49CB-93C9-BE30D5328531}" srcOrd="1" destOrd="0" presId="urn:microsoft.com/office/officeart/2005/8/layout/target3"/>
    <dgm:cxn modelId="{77C2BD22-53B2-4DE6-BEE2-CC7133622144}" type="presOf" srcId="{1AE2AE85-A550-4C06-9CB2-3A693E3377F2}" destId="{B4384943-BACC-49A6-962E-8FE738A06AB6}" srcOrd="0" destOrd="0" presId="urn:microsoft.com/office/officeart/2005/8/layout/target3"/>
    <dgm:cxn modelId="{6688F92A-27EC-4942-95BA-3E9C5F5AE662}" type="presOf" srcId="{A421235A-73AB-4E43-8130-0E92B4051B6C}" destId="{D252C8C6-A265-4786-B1D5-B8B4D866DC90}" srcOrd="0" destOrd="0" presId="urn:microsoft.com/office/officeart/2005/8/layout/target3"/>
    <dgm:cxn modelId="{624D372C-FE53-4822-8710-939B376B49F8}" type="presOf" srcId="{ABF5FD03-0550-4CF2-8EBE-5477EA49AADD}" destId="{5940C4A4-540C-4943-9A37-6C0BC2010FC7}" srcOrd="0" destOrd="1" presId="urn:microsoft.com/office/officeart/2005/8/layout/target3"/>
    <dgm:cxn modelId="{E193BB3B-DCC3-4124-AD22-0147D4E6E033}" type="presOf" srcId="{6830DE84-29CE-4199-B380-81DD0919B9FF}" destId="{5940C4A4-540C-4943-9A37-6C0BC2010FC7}" srcOrd="0" destOrd="0" presId="urn:microsoft.com/office/officeart/2005/8/layout/target3"/>
    <dgm:cxn modelId="{D6A36A44-7877-47F9-A0DA-E73D07E5D692}" type="presOf" srcId="{FA178724-A43D-41F2-8903-1FA79F6A690C}" destId="{5940C4A4-540C-4943-9A37-6C0BC2010FC7}" srcOrd="0" destOrd="2" presId="urn:microsoft.com/office/officeart/2005/8/layout/target3"/>
    <dgm:cxn modelId="{68F6DD45-77C9-4D0D-8D0F-BAEF0C0A47CE}" srcId="{505EB4BC-7EE3-4F53-87D0-D1A0FF962BAF}" destId="{A7E00E78-5560-4857-A447-4AC565C07E7B}" srcOrd="3" destOrd="0" parTransId="{D7CFB447-BBBC-49C7-8387-E0917EE202C9}" sibTransId="{0C1D6125-F8B5-437D-A122-C0DE9CD8E903}"/>
    <dgm:cxn modelId="{C5E8606E-94CC-49F7-A63E-65391D21E6C1}" type="presOf" srcId="{C293227B-6453-4893-9FF3-234D2DA07A16}" destId="{1DC0C819-2338-4ADE-A573-1533750ACD16}" srcOrd="0" destOrd="0" presId="urn:microsoft.com/office/officeart/2005/8/layout/target3"/>
    <dgm:cxn modelId="{11149E4F-189F-4D34-9971-CC5A9D8B8983}" srcId="{505EB4BC-7EE3-4F53-87D0-D1A0FF962BAF}" destId="{8644DD12-274B-4E1F-9799-3F53D6E8B806}" srcOrd="7" destOrd="0" parTransId="{88AD5A16-0B78-4473-ACFE-DE9DFBA651BA}" sibTransId="{FC4B8396-4179-43CB-8EB4-938B9D084D40}"/>
    <dgm:cxn modelId="{7F2EBA74-E78D-48B0-9786-AF77AEF69910}" srcId="{505EB4BC-7EE3-4F53-87D0-D1A0FF962BAF}" destId="{BF77DD14-7751-48BE-81AD-331D51CCF9AB}" srcOrd="6" destOrd="0" parTransId="{A20D7F09-CFD3-4CCF-91F3-B935BC0FFBDD}" sibTransId="{0A13AF95-8506-436A-8E90-D903976D0062}"/>
    <dgm:cxn modelId="{73425182-59E4-4305-BC82-6181F589FB5B}" srcId="{505EB4BC-7EE3-4F53-87D0-D1A0FF962BAF}" destId="{ABF5FD03-0550-4CF2-8EBE-5477EA49AADD}" srcOrd="1" destOrd="0" parTransId="{67CA171D-E8D3-460B-BD0E-90BB076E83F0}" sibTransId="{B3A9660E-1B09-4451-8E77-0DF8578A571A}"/>
    <dgm:cxn modelId="{7F01A295-7CE0-4E76-83D2-98DE00C9966F}" srcId="{505EB4BC-7EE3-4F53-87D0-D1A0FF962BAF}" destId="{B8627542-DEAC-410F-AFC8-6ECB351D865B}" srcOrd="5" destOrd="0" parTransId="{F60F1CC7-D637-4551-8BD5-5B0DD87391E3}" sibTransId="{945DAF66-678E-4E73-B9C9-85F28BD707CB}"/>
    <dgm:cxn modelId="{648AE69B-BFB5-4D33-85F9-6D24A0FAF643}" srcId="{C293227B-6453-4893-9FF3-234D2DA07A16}" destId="{505EB4BC-7EE3-4F53-87D0-D1A0FF962BAF}" srcOrd="1" destOrd="0" parTransId="{DA7149A7-C981-4F2F-B832-B81BD6C211FA}" sibTransId="{B4E407C2-0B1D-4492-9476-96840205A6A6}"/>
    <dgm:cxn modelId="{909D64B6-21D3-4E87-A3A1-D8C6CF0D1797}" type="presOf" srcId="{1AE2AE85-A550-4C06-9CB2-3A693E3377F2}" destId="{636A52B0-77E3-4EF8-877C-9A2F60D7C665}" srcOrd="1" destOrd="0" presId="urn:microsoft.com/office/officeart/2005/8/layout/target3"/>
    <dgm:cxn modelId="{813446BC-4723-4FB5-9D2B-D19247635845}" srcId="{C293227B-6453-4893-9FF3-234D2DA07A16}" destId="{1AE2AE85-A550-4C06-9CB2-3A693E3377F2}" srcOrd="0" destOrd="0" parTransId="{DDDB1550-DD26-4D8A-8D93-FA8C56182EEE}" sibTransId="{9843D543-6691-453C-82A5-E18AE749666A}"/>
    <dgm:cxn modelId="{BCA81CC0-3C9F-48CE-B24C-48CBF3BDF7B6}" type="presOf" srcId="{8644DD12-274B-4E1F-9799-3F53D6E8B806}" destId="{5940C4A4-540C-4943-9A37-6C0BC2010FC7}" srcOrd="0" destOrd="7" presId="urn:microsoft.com/office/officeart/2005/8/layout/target3"/>
    <dgm:cxn modelId="{D651CDC7-F5C2-42E9-9315-95CDDC92680F}" type="presOf" srcId="{A7E00E78-5560-4857-A447-4AC565C07E7B}" destId="{5940C4A4-540C-4943-9A37-6C0BC2010FC7}" srcOrd="0" destOrd="3" presId="urn:microsoft.com/office/officeart/2005/8/layout/target3"/>
    <dgm:cxn modelId="{8DEDE2D5-6B3C-4C04-8CF3-1299675C14D3}" type="presOf" srcId="{BF77DD14-7751-48BE-81AD-331D51CCF9AB}" destId="{5940C4A4-540C-4943-9A37-6C0BC2010FC7}" srcOrd="0" destOrd="6" presId="urn:microsoft.com/office/officeart/2005/8/layout/target3"/>
    <dgm:cxn modelId="{5092C0DA-2DBB-4B70-BD60-8BC5452CC9A2}" srcId="{1AE2AE85-A550-4C06-9CB2-3A693E3377F2}" destId="{A421235A-73AB-4E43-8130-0E92B4051B6C}" srcOrd="0" destOrd="0" parTransId="{B9EB982C-36EC-4F42-ABDC-CA22726D9303}" sibTransId="{0520007B-2190-47A6-81E6-3DD8A4AB38FC}"/>
    <dgm:cxn modelId="{D01E8BE3-8627-48CB-9F1B-24C70C9FB3C4}" type="presOf" srcId="{505EB4BC-7EE3-4F53-87D0-D1A0FF962BAF}" destId="{3646EE1D-E3A7-4446-92E7-E54CDCF8CCF1}" srcOrd="0" destOrd="0" presId="urn:microsoft.com/office/officeart/2005/8/layout/target3"/>
    <dgm:cxn modelId="{68A7ABFD-CAD1-4D59-8821-2D6CE2287AFD}" srcId="{505EB4BC-7EE3-4F53-87D0-D1A0FF962BAF}" destId="{6830DE84-29CE-4199-B380-81DD0919B9FF}" srcOrd="0" destOrd="0" parTransId="{F6F14879-F213-4AE2-BFC2-1D7411D7B711}" sibTransId="{92A45A75-64E1-4D0C-94FF-F634DB8667E6}"/>
    <dgm:cxn modelId="{12ABE564-26B1-45A0-8E96-B7FF5E4F0108}" type="presParOf" srcId="{1DC0C819-2338-4ADE-A573-1533750ACD16}" destId="{AE3A10C5-FE59-44F2-BF5B-1D534993934B}" srcOrd="0" destOrd="0" presId="urn:microsoft.com/office/officeart/2005/8/layout/target3"/>
    <dgm:cxn modelId="{DD406144-8ED9-4796-9B7A-849E06AE74B7}" type="presParOf" srcId="{1DC0C819-2338-4ADE-A573-1533750ACD16}" destId="{D965CB73-F323-4A50-91D9-8FFE5EFA1711}" srcOrd="1" destOrd="0" presId="urn:microsoft.com/office/officeart/2005/8/layout/target3"/>
    <dgm:cxn modelId="{719D2157-CAAA-4BE8-9242-87709BF96C67}" type="presParOf" srcId="{1DC0C819-2338-4ADE-A573-1533750ACD16}" destId="{B4384943-BACC-49A6-962E-8FE738A06AB6}" srcOrd="2" destOrd="0" presId="urn:microsoft.com/office/officeart/2005/8/layout/target3"/>
    <dgm:cxn modelId="{AEEFF1EC-D50D-4D85-A95A-0D87E8D5661E}" type="presParOf" srcId="{1DC0C819-2338-4ADE-A573-1533750ACD16}" destId="{8261829C-3245-4E81-91E7-CB3D6ECBED8A}" srcOrd="3" destOrd="0" presId="urn:microsoft.com/office/officeart/2005/8/layout/target3"/>
    <dgm:cxn modelId="{796B8399-CF4A-4A8F-A4A8-081C4A288DA9}" type="presParOf" srcId="{1DC0C819-2338-4ADE-A573-1533750ACD16}" destId="{2C42380F-F85E-4FA2-BA74-CA625DAC558B}" srcOrd="4" destOrd="0" presId="urn:microsoft.com/office/officeart/2005/8/layout/target3"/>
    <dgm:cxn modelId="{D600A986-D0A0-4E91-A957-636A9F455A04}" type="presParOf" srcId="{1DC0C819-2338-4ADE-A573-1533750ACD16}" destId="{3646EE1D-E3A7-4446-92E7-E54CDCF8CCF1}" srcOrd="5" destOrd="0" presId="urn:microsoft.com/office/officeart/2005/8/layout/target3"/>
    <dgm:cxn modelId="{CB2DF6C0-08FB-4DCE-A724-A7D83EC67C39}" type="presParOf" srcId="{1DC0C819-2338-4ADE-A573-1533750ACD16}" destId="{636A52B0-77E3-4EF8-877C-9A2F60D7C665}" srcOrd="6" destOrd="0" presId="urn:microsoft.com/office/officeart/2005/8/layout/target3"/>
    <dgm:cxn modelId="{DF639124-EE7D-48C6-9B2B-54F3A1E094F4}" type="presParOf" srcId="{1DC0C819-2338-4ADE-A573-1533750ACD16}" destId="{D252C8C6-A265-4786-B1D5-B8B4D866DC90}" srcOrd="7" destOrd="0" presId="urn:microsoft.com/office/officeart/2005/8/layout/target3"/>
    <dgm:cxn modelId="{39F26FB1-9293-42DF-9EC3-0A22798A6531}" type="presParOf" srcId="{1DC0C819-2338-4ADE-A573-1533750ACD16}" destId="{8ECAEF2F-D0F4-49CB-93C9-BE30D5328531}" srcOrd="8" destOrd="0" presId="urn:microsoft.com/office/officeart/2005/8/layout/target3"/>
    <dgm:cxn modelId="{E856C9CB-28FD-48C3-9655-7D1A8FDD9BA6}" type="presParOf" srcId="{1DC0C819-2338-4ADE-A573-1533750ACD16}" destId="{5940C4A4-540C-4943-9A37-6C0BC2010FC7}" srcOrd="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BE932A-754D-4D72-ABD4-EB0E9C45364F}" type="doc">
      <dgm:prSet loTypeId="urn:microsoft.com/office/officeart/2005/8/layout/lProcess3" loCatId="process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D174A8A-63CC-4397-BC20-247FA1549F7B}">
      <dgm:prSet phldrT="[Text]"/>
      <dgm:spPr/>
      <dgm:t>
        <a:bodyPr/>
        <a:lstStyle/>
        <a:p>
          <a:r>
            <a:rPr lang="en-US" dirty="0"/>
            <a:t>Classical Analysis</a:t>
          </a:r>
        </a:p>
      </dgm:t>
    </dgm:pt>
    <dgm:pt modelId="{4CDB0E51-8E49-425E-B826-69AFF7D31772}" type="parTrans" cxnId="{0463C8C7-9FFF-493F-B4DB-D58E167A01AF}">
      <dgm:prSet/>
      <dgm:spPr/>
      <dgm:t>
        <a:bodyPr/>
        <a:lstStyle/>
        <a:p>
          <a:endParaRPr lang="en-US"/>
        </a:p>
      </dgm:t>
    </dgm:pt>
    <dgm:pt modelId="{7096B8C2-2A66-4D7F-8ED2-526084D08171}" type="sibTrans" cxnId="{0463C8C7-9FFF-493F-B4DB-D58E167A01AF}">
      <dgm:prSet/>
      <dgm:spPr/>
      <dgm:t>
        <a:bodyPr/>
        <a:lstStyle/>
        <a:p>
          <a:endParaRPr lang="en-US"/>
        </a:p>
      </dgm:t>
    </dgm:pt>
    <dgm:pt modelId="{5DB484EB-43BA-432A-80E6-2C742EA02A66}">
      <dgm:prSet/>
      <dgm:spPr/>
      <dgm:t>
        <a:bodyPr/>
        <a:lstStyle/>
        <a:p>
          <a:r>
            <a:rPr lang="en-US" dirty="0"/>
            <a:t>Problem</a:t>
          </a:r>
        </a:p>
      </dgm:t>
    </dgm:pt>
    <dgm:pt modelId="{54D1C70F-2E37-4A8D-91C3-D5771C5A7B82}" type="parTrans" cxnId="{034B90E1-607C-4774-A7F2-556ED44DFE33}">
      <dgm:prSet/>
      <dgm:spPr/>
      <dgm:t>
        <a:bodyPr/>
        <a:lstStyle/>
        <a:p>
          <a:endParaRPr lang="en-US"/>
        </a:p>
      </dgm:t>
    </dgm:pt>
    <dgm:pt modelId="{B40DF228-F5CD-41E3-AA02-2AD35D794A5E}" type="sibTrans" cxnId="{034B90E1-607C-4774-A7F2-556ED44DFE33}">
      <dgm:prSet/>
      <dgm:spPr/>
      <dgm:t>
        <a:bodyPr/>
        <a:lstStyle/>
        <a:p>
          <a:endParaRPr lang="en-US"/>
        </a:p>
      </dgm:t>
    </dgm:pt>
    <dgm:pt modelId="{5A5F5CB1-18CE-4F31-80B0-9CEB60D99DD0}">
      <dgm:prSet/>
      <dgm:spPr/>
      <dgm:t>
        <a:bodyPr/>
        <a:lstStyle/>
        <a:p>
          <a:r>
            <a:rPr lang="en-US" dirty="0"/>
            <a:t>Data</a:t>
          </a:r>
        </a:p>
      </dgm:t>
    </dgm:pt>
    <dgm:pt modelId="{5962BA9B-4446-4E5B-8E58-DD2C6D8249DF}" type="parTrans" cxnId="{3BB6A782-C1AA-484D-AE14-00D6FD366E30}">
      <dgm:prSet/>
      <dgm:spPr/>
      <dgm:t>
        <a:bodyPr/>
        <a:lstStyle/>
        <a:p>
          <a:endParaRPr lang="en-US"/>
        </a:p>
      </dgm:t>
    </dgm:pt>
    <dgm:pt modelId="{30B51953-0288-4D6B-8F7B-151943FA7DE7}" type="sibTrans" cxnId="{3BB6A782-C1AA-484D-AE14-00D6FD366E30}">
      <dgm:prSet/>
      <dgm:spPr/>
      <dgm:t>
        <a:bodyPr/>
        <a:lstStyle/>
        <a:p>
          <a:endParaRPr lang="en-US"/>
        </a:p>
      </dgm:t>
    </dgm:pt>
    <dgm:pt modelId="{EC73AC4D-15AA-43EE-9211-10C07534304B}">
      <dgm:prSet/>
      <dgm:spPr/>
      <dgm:t>
        <a:bodyPr/>
        <a:lstStyle/>
        <a:p>
          <a:r>
            <a:rPr lang="en-US" dirty="0"/>
            <a:t>Model</a:t>
          </a:r>
        </a:p>
      </dgm:t>
    </dgm:pt>
    <dgm:pt modelId="{4DE29FF9-8AF5-405F-B02D-6A9712990D96}" type="parTrans" cxnId="{3319A05C-F22E-4662-A22B-BA86D3A7AEBE}">
      <dgm:prSet/>
      <dgm:spPr/>
      <dgm:t>
        <a:bodyPr/>
        <a:lstStyle/>
        <a:p>
          <a:endParaRPr lang="en-US"/>
        </a:p>
      </dgm:t>
    </dgm:pt>
    <dgm:pt modelId="{CC1886E6-3E97-4490-8900-2F1A4ADF9472}" type="sibTrans" cxnId="{3319A05C-F22E-4662-A22B-BA86D3A7AEBE}">
      <dgm:prSet/>
      <dgm:spPr/>
      <dgm:t>
        <a:bodyPr/>
        <a:lstStyle/>
        <a:p>
          <a:endParaRPr lang="en-US"/>
        </a:p>
      </dgm:t>
    </dgm:pt>
    <dgm:pt modelId="{A888B5A1-6D2C-433E-98D2-F3FD3B7A9E71}">
      <dgm:prSet/>
      <dgm:spPr/>
      <dgm:t>
        <a:bodyPr/>
        <a:lstStyle/>
        <a:p>
          <a:r>
            <a:rPr lang="en-US" dirty="0"/>
            <a:t>Analysis</a:t>
          </a:r>
        </a:p>
      </dgm:t>
    </dgm:pt>
    <dgm:pt modelId="{50917719-F86C-47E6-ADC8-2A5932E0EAD0}" type="parTrans" cxnId="{AC45A463-4416-44F3-8EF9-E3EFAD5BBFF4}">
      <dgm:prSet/>
      <dgm:spPr/>
      <dgm:t>
        <a:bodyPr/>
        <a:lstStyle/>
        <a:p>
          <a:endParaRPr lang="en-US"/>
        </a:p>
      </dgm:t>
    </dgm:pt>
    <dgm:pt modelId="{0D166FAC-4518-47BB-8A3C-2E23A278A827}" type="sibTrans" cxnId="{AC45A463-4416-44F3-8EF9-E3EFAD5BBFF4}">
      <dgm:prSet/>
      <dgm:spPr/>
      <dgm:t>
        <a:bodyPr/>
        <a:lstStyle/>
        <a:p>
          <a:endParaRPr lang="en-US"/>
        </a:p>
      </dgm:t>
    </dgm:pt>
    <dgm:pt modelId="{6C03EFC0-4A78-404A-A7E3-7DE8C3DA3BF8}">
      <dgm:prSet/>
      <dgm:spPr/>
      <dgm:t>
        <a:bodyPr/>
        <a:lstStyle/>
        <a:p>
          <a:r>
            <a:rPr lang="en-US"/>
            <a:t>Conclusions </a:t>
          </a:r>
          <a:endParaRPr lang="en-US" dirty="0"/>
        </a:p>
      </dgm:t>
    </dgm:pt>
    <dgm:pt modelId="{A93132A9-F7F4-4EDD-9FA1-93F20612F16A}" type="parTrans" cxnId="{283366E7-A761-499A-8F29-A84B9B2DECCF}">
      <dgm:prSet/>
      <dgm:spPr/>
      <dgm:t>
        <a:bodyPr/>
        <a:lstStyle/>
        <a:p>
          <a:endParaRPr lang="en-US"/>
        </a:p>
      </dgm:t>
    </dgm:pt>
    <dgm:pt modelId="{E974D540-9384-4044-A8BA-B159A86DE7F8}" type="sibTrans" cxnId="{283366E7-A761-499A-8F29-A84B9B2DECCF}">
      <dgm:prSet/>
      <dgm:spPr/>
      <dgm:t>
        <a:bodyPr/>
        <a:lstStyle/>
        <a:p>
          <a:endParaRPr lang="en-US"/>
        </a:p>
      </dgm:t>
    </dgm:pt>
    <dgm:pt modelId="{6D1D2E90-997D-4FC2-B392-9FCB6EC6BBED}">
      <dgm:prSet/>
      <dgm:spPr/>
      <dgm:t>
        <a:bodyPr/>
        <a:lstStyle/>
        <a:p>
          <a:r>
            <a:rPr lang="en-US" dirty="0"/>
            <a:t>Bayesian</a:t>
          </a:r>
        </a:p>
      </dgm:t>
    </dgm:pt>
    <dgm:pt modelId="{23C6E368-36C8-4027-BA57-C0137A2BB502}" type="parTrans" cxnId="{5F8EB978-3D6D-487C-A32C-2D617CD8289B}">
      <dgm:prSet/>
      <dgm:spPr/>
      <dgm:t>
        <a:bodyPr/>
        <a:lstStyle/>
        <a:p>
          <a:endParaRPr lang="en-US"/>
        </a:p>
      </dgm:t>
    </dgm:pt>
    <dgm:pt modelId="{672D2270-656B-4024-8F19-B50FBE955B17}" type="sibTrans" cxnId="{5F8EB978-3D6D-487C-A32C-2D617CD8289B}">
      <dgm:prSet/>
      <dgm:spPr/>
      <dgm:t>
        <a:bodyPr/>
        <a:lstStyle/>
        <a:p>
          <a:endParaRPr lang="en-US"/>
        </a:p>
      </dgm:t>
    </dgm:pt>
    <dgm:pt modelId="{FAF3BF15-22AE-439C-8D2D-456C12B9BA7E}">
      <dgm:prSet/>
      <dgm:spPr/>
      <dgm:t>
        <a:bodyPr/>
        <a:lstStyle/>
        <a:p>
          <a:r>
            <a:rPr lang="en-US" dirty="0"/>
            <a:t>Problem</a:t>
          </a:r>
        </a:p>
      </dgm:t>
    </dgm:pt>
    <dgm:pt modelId="{9E0E7726-3CFD-47D2-A820-10E0970B4980}" type="parTrans" cxnId="{AD5A301D-D94E-4BCA-9237-0E8ADB3973DD}">
      <dgm:prSet/>
      <dgm:spPr/>
      <dgm:t>
        <a:bodyPr/>
        <a:lstStyle/>
        <a:p>
          <a:endParaRPr lang="en-US"/>
        </a:p>
      </dgm:t>
    </dgm:pt>
    <dgm:pt modelId="{CF5B197E-C1E6-4F9F-84AC-C643D90D9381}" type="sibTrans" cxnId="{AD5A301D-D94E-4BCA-9237-0E8ADB3973DD}">
      <dgm:prSet/>
      <dgm:spPr/>
      <dgm:t>
        <a:bodyPr/>
        <a:lstStyle/>
        <a:p>
          <a:endParaRPr lang="en-US"/>
        </a:p>
      </dgm:t>
    </dgm:pt>
    <dgm:pt modelId="{43E23F18-142E-4CDD-A49D-5ECC1CE006E2}">
      <dgm:prSet/>
      <dgm:spPr/>
      <dgm:t>
        <a:bodyPr/>
        <a:lstStyle/>
        <a:p>
          <a:r>
            <a:rPr lang="en-US" dirty="0"/>
            <a:t>Data</a:t>
          </a:r>
        </a:p>
      </dgm:t>
    </dgm:pt>
    <dgm:pt modelId="{1BCBE831-4EF9-48D3-BB46-FD83F5C7C2FD}" type="parTrans" cxnId="{A8A8A418-446C-4B3A-AACB-26A25D3A1931}">
      <dgm:prSet/>
      <dgm:spPr/>
      <dgm:t>
        <a:bodyPr/>
        <a:lstStyle/>
        <a:p>
          <a:endParaRPr lang="en-US"/>
        </a:p>
      </dgm:t>
    </dgm:pt>
    <dgm:pt modelId="{FA618B8B-6DDE-45D9-99E2-D225805B5F86}" type="sibTrans" cxnId="{A8A8A418-446C-4B3A-AACB-26A25D3A1931}">
      <dgm:prSet/>
      <dgm:spPr/>
      <dgm:t>
        <a:bodyPr/>
        <a:lstStyle/>
        <a:p>
          <a:endParaRPr lang="en-US"/>
        </a:p>
      </dgm:t>
    </dgm:pt>
    <dgm:pt modelId="{24A4F6AA-C34F-4471-842A-50EA57DDAAAE}">
      <dgm:prSet/>
      <dgm:spPr/>
      <dgm:t>
        <a:bodyPr/>
        <a:lstStyle/>
        <a:p>
          <a:r>
            <a:rPr lang="en-US" dirty="0"/>
            <a:t>Model</a:t>
          </a:r>
        </a:p>
      </dgm:t>
    </dgm:pt>
    <dgm:pt modelId="{E49120DF-ECE9-4B50-A59A-FF33EAE08023}" type="parTrans" cxnId="{740F363D-7968-4697-B4E3-1BE5F3250F46}">
      <dgm:prSet/>
      <dgm:spPr/>
      <dgm:t>
        <a:bodyPr/>
        <a:lstStyle/>
        <a:p>
          <a:endParaRPr lang="en-US"/>
        </a:p>
      </dgm:t>
    </dgm:pt>
    <dgm:pt modelId="{B7C821DA-5D4C-4E78-B180-2A8118029059}" type="sibTrans" cxnId="{740F363D-7968-4697-B4E3-1BE5F3250F46}">
      <dgm:prSet/>
      <dgm:spPr/>
      <dgm:t>
        <a:bodyPr/>
        <a:lstStyle/>
        <a:p>
          <a:endParaRPr lang="en-US"/>
        </a:p>
      </dgm:t>
    </dgm:pt>
    <dgm:pt modelId="{9400E09F-25E7-4D6D-B1C7-A3BCA4109B2B}">
      <dgm:prSet/>
      <dgm:spPr/>
      <dgm:t>
        <a:bodyPr/>
        <a:lstStyle/>
        <a:p>
          <a:r>
            <a:rPr lang="en-US" dirty="0"/>
            <a:t>Prior Distribution</a:t>
          </a:r>
        </a:p>
      </dgm:t>
    </dgm:pt>
    <dgm:pt modelId="{44C5E80B-361D-4FC3-BC57-AB1279D126DE}" type="parTrans" cxnId="{85394B80-E94F-4981-9C95-2DEEA0E80200}">
      <dgm:prSet/>
      <dgm:spPr/>
      <dgm:t>
        <a:bodyPr/>
        <a:lstStyle/>
        <a:p>
          <a:endParaRPr lang="en-US"/>
        </a:p>
      </dgm:t>
    </dgm:pt>
    <dgm:pt modelId="{0C8D10B5-25A8-4EEC-ADBA-1728A3A36743}" type="sibTrans" cxnId="{85394B80-E94F-4981-9C95-2DEEA0E80200}">
      <dgm:prSet/>
      <dgm:spPr/>
      <dgm:t>
        <a:bodyPr/>
        <a:lstStyle/>
        <a:p>
          <a:endParaRPr lang="en-US"/>
        </a:p>
      </dgm:t>
    </dgm:pt>
    <dgm:pt modelId="{81821BA5-03E1-41B8-8E53-DB537B33CC27}">
      <dgm:prSet/>
      <dgm:spPr/>
      <dgm:t>
        <a:bodyPr/>
        <a:lstStyle/>
        <a:p>
          <a:r>
            <a:rPr lang="en-US" dirty="0"/>
            <a:t>Analysis</a:t>
          </a:r>
        </a:p>
      </dgm:t>
    </dgm:pt>
    <dgm:pt modelId="{6537711F-C6DE-4FAE-8914-A4D43E8CEC88}" type="parTrans" cxnId="{E988A6E4-5722-4E34-AC86-0F226D4E9063}">
      <dgm:prSet/>
      <dgm:spPr/>
      <dgm:t>
        <a:bodyPr/>
        <a:lstStyle/>
        <a:p>
          <a:endParaRPr lang="en-US"/>
        </a:p>
      </dgm:t>
    </dgm:pt>
    <dgm:pt modelId="{B100663C-3CDE-45DC-869B-253DBE201EF3}" type="sibTrans" cxnId="{E988A6E4-5722-4E34-AC86-0F226D4E9063}">
      <dgm:prSet/>
      <dgm:spPr/>
      <dgm:t>
        <a:bodyPr/>
        <a:lstStyle/>
        <a:p>
          <a:endParaRPr lang="en-US"/>
        </a:p>
      </dgm:t>
    </dgm:pt>
    <dgm:pt modelId="{7F6042E0-0C2A-4C8E-B4BE-B8C7C039EA3A}">
      <dgm:prSet/>
      <dgm:spPr/>
      <dgm:t>
        <a:bodyPr/>
        <a:lstStyle/>
        <a:p>
          <a:r>
            <a:rPr lang="en-US" dirty="0"/>
            <a:t>Conclusions </a:t>
          </a:r>
        </a:p>
      </dgm:t>
    </dgm:pt>
    <dgm:pt modelId="{26656747-EA9D-47FB-BCED-9026838B16CA}" type="parTrans" cxnId="{897F3579-F998-4506-8E9D-602BCBD8BCD1}">
      <dgm:prSet/>
      <dgm:spPr/>
      <dgm:t>
        <a:bodyPr/>
        <a:lstStyle/>
        <a:p>
          <a:endParaRPr lang="en-US"/>
        </a:p>
      </dgm:t>
    </dgm:pt>
    <dgm:pt modelId="{F4F10E57-767D-4B22-A28C-22BC90DAF2C2}" type="sibTrans" cxnId="{897F3579-F998-4506-8E9D-602BCBD8BCD1}">
      <dgm:prSet/>
      <dgm:spPr/>
      <dgm:t>
        <a:bodyPr/>
        <a:lstStyle/>
        <a:p>
          <a:endParaRPr lang="en-US"/>
        </a:p>
      </dgm:t>
    </dgm:pt>
    <dgm:pt modelId="{F0F5EFBE-4B9A-4B71-A9D7-C0A57047838F}">
      <dgm:prSet/>
      <dgm:spPr/>
      <dgm:t>
        <a:bodyPr/>
        <a:lstStyle/>
        <a:p>
          <a:r>
            <a:rPr lang="en-US"/>
            <a:t>EDA</a:t>
          </a:r>
          <a:endParaRPr lang="en-US" dirty="0"/>
        </a:p>
      </dgm:t>
    </dgm:pt>
    <dgm:pt modelId="{DB811BB4-8BBB-4A7C-BA88-EA3F21D92D20}" type="parTrans" cxnId="{0796C91F-B715-41C5-98CC-77C4C735D7A4}">
      <dgm:prSet/>
      <dgm:spPr/>
      <dgm:t>
        <a:bodyPr/>
        <a:lstStyle/>
        <a:p>
          <a:endParaRPr lang="en-US"/>
        </a:p>
      </dgm:t>
    </dgm:pt>
    <dgm:pt modelId="{8D16CB1A-9CE9-42F8-8864-29B67F7C501C}" type="sibTrans" cxnId="{0796C91F-B715-41C5-98CC-77C4C735D7A4}">
      <dgm:prSet/>
      <dgm:spPr/>
      <dgm:t>
        <a:bodyPr/>
        <a:lstStyle/>
        <a:p>
          <a:endParaRPr lang="en-US"/>
        </a:p>
      </dgm:t>
    </dgm:pt>
    <dgm:pt modelId="{F75C67E6-F336-4552-9E99-1A2B5DD0D52C}">
      <dgm:prSet/>
      <dgm:spPr/>
      <dgm:t>
        <a:bodyPr/>
        <a:lstStyle/>
        <a:p>
          <a:r>
            <a:rPr lang="en-US" dirty="0"/>
            <a:t>Problem</a:t>
          </a:r>
        </a:p>
      </dgm:t>
    </dgm:pt>
    <dgm:pt modelId="{BB89182E-3CE9-481A-98FB-3DC034CE0912}" type="parTrans" cxnId="{C4A50DDE-FC65-4717-BEDD-18340570E608}">
      <dgm:prSet/>
      <dgm:spPr/>
      <dgm:t>
        <a:bodyPr/>
        <a:lstStyle/>
        <a:p>
          <a:endParaRPr lang="en-US"/>
        </a:p>
      </dgm:t>
    </dgm:pt>
    <dgm:pt modelId="{0111DAFA-E13C-4B46-A830-390908A6B3C2}" type="sibTrans" cxnId="{C4A50DDE-FC65-4717-BEDD-18340570E608}">
      <dgm:prSet/>
      <dgm:spPr/>
      <dgm:t>
        <a:bodyPr/>
        <a:lstStyle/>
        <a:p>
          <a:endParaRPr lang="en-US"/>
        </a:p>
      </dgm:t>
    </dgm:pt>
    <dgm:pt modelId="{FD69DBB8-49A5-4FF6-BEAE-04939D6F3E6F}">
      <dgm:prSet/>
      <dgm:spPr/>
      <dgm:t>
        <a:bodyPr/>
        <a:lstStyle/>
        <a:p>
          <a:r>
            <a:rPr lang="en-US" dirty="0"/>
            <a:t>Data</a:t>
          </a:r>
        </a:p>
      </dgm:t>
    </dgm:pt>
    <dgm:pt modelId="{E1937337-6874-45AE-9928-5D2A84E14869}" type="parTrans" cxnId="{1136EA08-0F5D-46C7-9568-7E71158855E8}">
      <dgm:prSet/>
      <dgm:spPr/>
      <dgm:t>
        <a:bodyPr/>
        <a:lstStyle/>
        <a:p>
          <a:endParaRPr lang="en-US"/>
        </a:p>
      </dgm:t>
    </dgm:pt>
    <dgm:pt modelId="{061C40A0-66F9-4FAF-AEED-695CAF526B07}" type="sibTrans" cxnId="{1136EA08-0F5D-46C7-9568-7E71158855E8}">
      <dgm:prSet/>
      <dgm:spPr/>
      <dgm:t>
        <a:bodyPr/>
        <a:lstStyle/>
        <a:p>
          <a:endParaRPr lang="en-US"/>
        </a:p>
      </dgm:t>
    </dgm:pt>
    <dgm:pt modelId="{1119F66B-5BB2-466B-BE28-C4628A9DF664}">
      <dgm:prSet/>
      <dgm:spPr/>
      <dgm:t>
        <a:bodyPr/>
        <a:lstStyle/>
        <a:p>
          <a:r>
            <a:rPr lang="en-US" dirty="0"/>
            <a:t>Analysis</a:t>
          </a:r>
        </a:p>
      </dgm:t>
    </dgm:pt>
    <dgm:pt modelId="{41A80520-8794-4C37-918F-9D826C0A759B}" type="parTrans" cxnId="{7410DC09-5442-485F-BD07-7C34B730736D}">
      <dgm:prSet/>
      <dgm:spPr/>
      <dgm:t>
        <a:bodyPr/>
        <a:lstStyle/>
        <a:p>
          <a:endParaRPr lang="en-US"/>
        </a:p>
      </dgm:t>
    </dgm:pt>
    <dgm:pt modelId="{1CEA2EF3-1E21-42FA-B1BF-04A25BE5EE68}" type="sibTrans" cxnId="{7410DC09-5442-485F-BD07-7C34B730736D}">
      <dgm:prSet/>
      <dgm:spPr/>
      <dgm:t>
        <a:bodyPr/>
        <a:lstStyle/>
        <a:p>
          <a:endParaRPr lang="en-US"/>
        </a:p>
      </dgm:t>
    </dgm:pt>
    <dgm:pt modelId="{37F5FDB5-A519-4145-94FF-7D095BDD95C7}">
      <dgm:prSet/>
      <dgm:spPr/>
      <dgm:t>
        <a:bodyPr/>
        <a:lstStyle/>
        <a:p>
          <a:r>
            <a:rPr lang="en-US" dirty="0"/>
            <a:t>Model</a:t>
          </a:r>
        </a:p>
      </dgm:t>
    </dgm:pt>
    <dgm:pt modelId="{9AEBB483-49F3-486B-8DC6-9B5EC7424B85}" type="parTrans" cxnId="{06FCB3A3-D7CB-4946-9540-AD3EA88EB07A}">
      <dgm:prSet/>
      <dgm:spPr/>
      <dgm:t>
        <a:bodyPr/>
        <a:lstStyle/>
        <a:p>
          <a:endParaRPr lang="en-US"/>
        </a:p>
      </dgm:t>
    </dgm:pt>
    <dgm:pt modelId="{99189FB5-145D-4BA0-981E-9F5E1993D57A}" type="sibTrans" cxnId="{06FCB3A3-D7CB-4946-9540-AD3EA88EB07A}">
      <dgm:prSet/>
      <dgm:spPr/>
      <dgm:t>
        <a:bodyPr/>
        <a:lstStyle/>
        <a:p>
          <a:endParaRPr lang="en-US"/>
        </a:p>
      </dgm:t>
    </dgm:pt>
    <dgm:pt modelId="{784F0B4C-3FC1-464B-8D88-AB4C822C797C}">
      <dgm:prSet/>
      <dgm:spPr/>
      <dgm:t>
        <a:bodyPr/>
        <a:lstStyle/>
        <a:p>
          <a:r>
            <a:rPr lang="en-US" dirty="0"/>
            <a:t>Conclusions </a:t>
          </a:r>
          <a:endParaRPr lang="en-US"/>
        </a:p>
      </dgm:t>
    </dgm:pt>
    <dgm:pt modelId="{10CCAD50-8F3C-4FAE-8AD0-9758C9779907}" type="parTrans" cxnId="{2ED90F43-F8C6-40BF-A95B-91C67441706B}">
      <dgm:prSet/>
      <dgm:spPr/>
      <dgm:t>
        <a:bodyPr/>
        <a:lstStyle/>
        <a:p>
          <a:endParaRPr lang="en-US"/>
        </a:p>
      </dgm:t>
    </dgm:pt>
    <dgm:pt modelId="{DEDCCB9C-FE42-480B-B135-45D2B9220290}" type="sibTrans" cxnId="{2ED90F43-F8C6-40BF-A95B-91C67441706B}">
      <dgm:prSet/>
      <dgm:spPr/>
      <dgm:t>
        <a:bodyPr/>
        <a:lstStyle/>
        <a:p>
          <a:endParaRPr lang="en-US"/>
        </a:p>
      </dgm:t>
    </dgm:pt>
    <dgm:pt modelId="{757887B5-3908-4D5D-AB8A-3A41D34EABB0}" type="pres">
      <dgm:prSet presAssocID="{FFBE932A-754D-4D72-ABD4-EB0E9C45364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0A2DC27D-6D38-4238-B6CE-B66EB88B09A7}" type="pres">
      <dgm:prSet presAssocID="{9D174A8A-63CC-4397-BC20-247FA1549F7B}" presName="horFlow" presStyleCnt="0"/>
      <dgm:spPr/>
    </dgm:pt>
    <dgm:pt modelId="{A7457FEA-92B9-4FF2-8B96-B1DE7F418482}" type="pres">
      <dgm:prSet presAssocID="{9D174A8A-63CC-4397-BC20-247FA1549F7B}" presName="bigChev" presStyleLbl="node1" presStyleIdx="0" presStyleCnt="3"/>
      <dgm:spPr/>
    </dgm:pt>
    <dgm:pt modelId="{D2E166D2-790E-4FA1-81E7-5D9DD31EE1D2}" type="pres">
      <dgm:prSet presAssocID="{54D1C70F-2E37-4A8D-91C3-D5771C5A7B82}" presName="parTrans" presStyleCnt="0"/>
      <dgm:spPr/>
    </dgm:pt>
    <dgm:pt modelId="{A232C983-E380-4798-8864-F9375C131494}" type="pres">
      <dgm:prSet presAssocID="{5DB484EB-43BA-432A-80E6-2C742EA02A66}" presName="node" presStyleLbl="alignAccFollowNode1" presStyleIdx="0" presStyleCnt="16">
        <dgm:presLayoutVars>
          <dgm:bulletEnabled val="1"/>
        </dgm:presLayoutVars>
      </dgm:prSet>
      <dgm:spPr/>
    </dgm:pt>
    <dgm:pt modelId="{46672606-350A-4E3F-963A-283336EA542C}" type="pres">
      <dgm:prSet presAssocID="{B40DF228-F5CD-41E3-AA02-2AD35D794A5E}" presName="sibTrans" presStyleCnt="0"/>
      <dgm:spPr/>
    </dgm:pt>
    <dgm:pt modelId="{5E36DD7E-885E-4181-A168-D6E8A3DAA68F}" type="pres">
      <dgm:prSet presAssocID="{5A5F5CB1-18CE-4F31-80B0-9CEB60D99DD0}" presName="node" presStyleLbl="alignAccFollowNode1" presStyleIdx="1" presStyleCnt="16">
        <dgm:presLayoutVars>
          <dgm:bulletEnabled val="1"/>
        </dgm:presLayoutVars>
      </dgm:prSet>
      <dgm:spPr/>
    </dgm:pt>
    <dgm:pt modelId="{467D7295-562E-4FF5-93B3-36E543167A39}" type="pres">
      <dgm:prSet presAssocID="{30B51953-0288-4D6B-8F7B-151943FA7DE7}" presName="sibTrans" presStyleCnt="0"/>
      <dgm:spPr/>
    </dgm:pt>
    <dgm:pt modelId="{9779BBAE-8C38-4DA8-8927-70703199FBC4}" type="pres">
      <dgm:prSet presAssocID="{EC73AC4D-15AA-43EE-9211-10C07534304B}" presName="node" presStyleLbl="alignAccFollowNode1" presStyleIdx="2" presStyleCnt="16">
        <dgm:presLayoutVars>
          <dgm:bulletEnabled val="1"/>
        </dgm:presLayoutVars>
      </dgm:prSet>
      <dgm:spPr/>
    </dgm:pt>
    <dgm:pt modelId="{006BA3F6-E127-4D4A-95A6-CA81F4C5ED9E}" type="pres">
      <dgm:prSet presAssocID="{CC1886E6-3E97-4490-8900-2F1A4ADF9472}" presName="sibTrans" presStyleCnt="0"/>
      <dgm:spPr/>
    </dgm:pt>
    <dgm:pt modelId="{73D50B75-1945-44FB-858F-E732CF6BAD2F}" type="pres">
      <dgm:prSet presAssocID="{A888B5A1-6D2C-433E-98D2-F3FD3B7A9E71}" presName="node" presStyleLbl="alignAccFollowNode1" presStyleIdx="3" presStyleCnt="16">
        <dgm:presLayoutVars>
          <dgm:bulletEnabled val="1"/>
        </dgm:presLayoutVars>
      </dgm:prSet>
      <dgm:spPr/>
    </dgm:pt>
    <dgm:pt modelId="{453D27AA-021A-43DA-81AC-955407B31F29}" type="pres">
      <dgm:prSet presAssocID="{0D166FAC-4518-47BB-8A3C-2E23A278A827}" presName="sibTrans" presStyleCnt="0"/>
      <dgm:spPr/>
    </dgm:pt>
    <dgm:pt modelId="{93E562C1-F1C1-4EBE-A4EC-72E841F5A722}" type="pres">
      <dgm:prSet presAssocID="{6C03EFC0-4A78-404A-A7E3-7DE8C3DA3BF8}" presName="node" presStyleLbl="alignAccFollowNode1" presStyleIdx="4" presStyleCnt="16">
        <dgm:presLayoutVars>
          <dgm:bulletEnabled val="1"/>
        </dgm:presLayoutVars>
      </dgm:prSet>
      <dgm:spPr/>
    </dgm:pt>
    <dgm:pt modelId="{879D2BBA-93DB-45A4-B02C-42BF6E802CE7}" type="pres">
      <dgm:prSet presAssocID="{9D174A8A-63CC-4397-BC20-247FA1549F7B}" presName="vSp" presStyleCnt="0"/>
      <dgm:spPr/>
    </dgm:pt>
    <dgm:pt modelId="{8193E0E7-88DE-4FC6-92AE-2E08068A1D2C}" type="pres">
      <dgm:prSet presAssocID="{6D1D2E90-997D-4FC2-B392-9FCB6EC6BBED}" presName="horFlow" presStyleCnt="0"/>
      <dgm:spPr/>
    </dgm:pt>
    <dgm:pt modelId="{148AF5DC-D9C7-4409-B881-117CD54F5832}" type="pres">
      <dgm:prSet presAssocID="{6D1D2E90-997D-4FC2-B392-9FCB6EC6BBED}" presName="bigChev" presStyleLbl="node1" presStyleIdx="1" presStyleCnt="3"/>
      <dgm:spPr/>
    </dgm:pt>
    <dgm:pt modelId="{7F1C3AF2-8BE1-44EB-8948-185580908618}" type="pres">
      <dgm:prSet presAssocID="{9E0E7726-3CFD-47D2-A820-10E0970B4980}" presName="parTrans" presStyleCnt="0"/>
      <dgm:spPr/>
    </dgm:pt>
    <dgm:pt modelId="{9E646B3B-3E91-49A0-9314-AA7C3FE03BC8}" type="pres">
      <dgm:prSet presAssocID="{FAF3BF15-22AE-439C-8D2D-456C12B9BA7E}" presName="node" presStyleLbl="alignAccFollowNode1" presStyleIdx="5" presStyleCnt="16">
        <dgm:presLayoutVars>
          <dgm:bulletEnabled val="1"/>
        </dgm:presLayoutVars>
      </dgm:prSet>
      <dgm:spPr/>
    </dgm:pt>
    <dgm:pt modelId="{65E64FDD-F909-4C99-8724-2FC89E2EF49A}" type="pres">
      <dgm:prSet presAssocID="{CF5B197E-C1E6-4F9F-84AC-C643D90D9381}" presName="sibTrans" presStyleCnt="0"/>
      <dgm:spPr/>
    </dgm:pt>
    <dgm:pt modelId="{F726E83A-EC2D-4478-87E3-72CFB982C396}" type="pres">
      <dgm:prSet presAssocID="{43E23F18-142E-4CDD-A49D-5ECC1CE006E2}" presName="node" presStyleLbl="alignAccFollowNode1" presStyleIdx="6" presStyleCnt="16">
        <dgm:presLayoutVars>
          <dgm:bulletEnabled val="1"/>
        </dgm:presLayoutVars>
      </dgm:prSet>
      <dgm:spPr/>
    </dgm:pt>
    <dgm:pt modelId="{533CF85A-63DE-470C-8442-0A563CC09AB7}" type="pres">
      <dgm:prSet presAssocID="{FA618B8B-6DDE-45D9-99E2-D225805B5F86}" presName="sibTrans" presStyleCnt="0"/>
      <dgm:spPr/>
    </dgm:pt>
    <dgm:pt modelId="{151B98CD-4656-4336-9719-602A0FEEFBFA}" type="pres">
      <dgm:prSet presAssocID="{24A4F6AA-C34F-4471-842A-50EA57DDAAAE}" presName="node" presStyleLbl="alignAccFollowNode1" presStyleIdx="7" presStyleCnt="16">
        <dgm:presLayoutVars>
          <dgm:bulletEnabled val="1"/>
        </dgm:presLayoutVars>
      </dgm:prSet>
      <dgm:spPr/>
    </dgm:pt>
    <dgm:pt modelId="{3C5F8B2E-44D1-4CA6-B0DD-FD7615B472EB}" type="pres">
      <dgm:prSet presAssocID="{B7C821DA-5D4C-4E78-B180-2A8118029059}" presName="sibTrans" presStyleCnt="0"/>
      <dgm:spPr/>
    </dgm:pt>
    <dgm:pt modelId="{00A0D34C-08C3-4706-B236-E7556BBB862E}" type="pres">
      <dgm:prSet presAssocID="{9400E09F-25E7-4D6D-B1C7-A3BCA4109B2B}" presName="node" presStyleLbl="alignAccFollowNode1" presStyleIdx="8" presStyleCnt="16">
        <dgm:presLayoutVars>
          <dgm:bulletEnabled val="1"/>
        </dgm:presLayoutVars>
      </dgm:prSet>
      <dgm:spPr/>
    </dgm:pt>
    <dgm:pt modelId="{C8C96943-6EF7-4593-BFCD-32737D279104}" type="pres">
      <dgm:prSet presAssocID="{0C8D10B5-25A8-4EEC-ADBA-1728A3A36743}" presName="sibTrans" presStyleCnt="0"/>
      <dgm:spPr/>
    </dgm:pt>
    <dgm:pt modelId="{A362A84D-875D-4DB7-BB75-888C11ED2C4A}" type="pres">
      <dgm:prSet presAssocID="{81821BA5-03E1-41B8-8E53-DB537B33CC27}" presName="node" presStyleLbl="alignAccFollowNode1" presStyleIdx="9" presStyleCnt="16">
        <dgm:presLayoutVars>
          <dgm:bulletEnabled val="1"/>
        </dgm:presLayoutVars>
      </dgm:prSet>
      <dgm:spPr/>
    </dgm:pt>
    <dgm:pt modelId="{F75ED237-BECC-4DD8-9BAC-735793402D2C}" type="pres">
      <dgm:prSet presAssocID="{B100663C-3CDE-45DC-869B-253DBE201EF3}" presName="sibTrans" presStyleCnt="0"/>
      <dgm:spPr/>
    </dgm:pt>
    <dgm:pt modelId="{EB20AFD3-45FA-4964-894C-4177C0E17D08}" type="pres">
      <dgm:prSet presAssocID="{7F6042E0-0C2A-4C8E-B4BE-B8C7C039EA3A}" presName="node" presStyleLbl="alignAccFollowNode1" presStyleIdx="10" presStyleCnt="16">
        <dgm:presLayoutVars>
          <dgm:bulletEnabled val="1"/>
        </dgm:presLayoutVars>
      </dgm:prSet>
      <dgm:spPr/>
    </dgm:pt>
    <dgm:pt modelId="{F6F8F1C0-1391-44E9-B265-E7DAD0746F14}" type="pres">
      <dgm:prSet presAssocID="{6D1D2E90-997D-4FC2-B392-9FCB6EC6BBED}" presName="vSp" presStyleCnt="0"/>
      <dgm:spPr/>
    </dgm:pt>
    <dgm:pt modelId="{760DEEF9-6061-4F9E-84BA-35F2A4DC74AB}" type="pres">
      <dgm:prSet presAssocID="{F0F5EFBE-4B9A-4B71-A9D7-C0A57047838F}" presName="horFlow" presStyleCnt="0"/>
      <dgm:spPr/>
    </dgm:pt>
    <dgm:pt modelId="{0EEA8540-66B0-4381-8022-106F814A2D01}" type="pres">
      <dgm:prSet presAssocID="{F0F5EFBE-4B9A-4B71-A9D7-C0A57047838F}" presName="bigChev" presStyleLbl="node1" presStyleIdx="2" presStyleCnt="3"/>
      <dgm:spPr/>
    </dgm:pt>
    <dgm:pt modelId="{4EB78B90-2BA6-4B28-A095-EB7A1F26EE7B}" type="pres">
      <dgm:prSet presAssocID="{BB89182E-3CE9-481A-98FB-3DC034CE0912}" presName="parTrans" presStyleCnt="0"/>
      <dgm:spPr/>
    </dgm:pt>
    <dgm:pt modelId="{FE618408-79D5-43A8-A1B2-3D916609B5C1}" type="pres">
      <dgm:prSet presAssocID="{F75C67E6-F336-4552-9E99-1A2B5DD0D52C}" presName="node" presStyleLbl="alignAccFollowNode1" presStyleIdx="11" presStyleCnt="16">
        <dgm:presLayoutVars>
          <dgm:bulletEnabled val="1"/>
        </dgm:presLayoutVars>
      </dgm:prSet>
      <dgm:spPr/>
    </dgm:pt>
    <dgm:pt modelId="{2A3980B7-D79F-43BB-B561-00A42D69624E}" type="pres">
      <dgm:prSet presAssocID="{0111DAFA-E13C-4B46-A830-390908A6B3C2}" presName="sibTrans" presStyleCnt="0"/>
      <dgm:spPr/>
    </dgm:pt>
    <dgm:pt modelId="{688F85DF-1615-4660-A8F2-C2CEB9B22B20}" type="pres">
      <dgm:prSet presAssocID="{FD69DBB8-49A5-4FF6-BEAE-04939D6F3E6F}" presName="node" presStyleLbl="alignAccFollowNode1" presStyleIdx="12" presStyleCnt="16">
        <dgm:presLayoutVars>
          <dgm:bulletEnabled val="1"/>
        </dgm:presLayoutVars>
      </dgm:prSet>
      <dgm:spPr/>
    </dgm:pt>
    <dgm:pt modelId="{2D99591C-F915-48E2-BEE2-B15775F76826}" type="pres">
      <dgm:prSet presAssocID="{061C40A0-66F9-4FAF-AEED-695CAF526B07}" presName="sibTrans" presStyleCnt="0"/>
      <dgm:spPr/>
    </dgm:pt>
    <dgm:pt modelId="{0DFD7875-9361-4422-9919-8D358880BD31}" type="pres">
      <dgm:prSet presAssocID="{1119F66B-5BB2-466B-BE28-C4628A9DF664}" presName="node" presStyleLbl="alignAccFollowNode1" presStyleIdx="13" presStyleCnt="16">
        <dgm:presLayoutVars>
          <dgm:bulletEnabled val="1"/>
        </dgm:presLayoutVars>
      </dgm:prSet>
      <dgm:spPr/>
    </dgm:pt>
    <dgm:pt modelId="{66D01A77-BEAB-40E1-BCBD-69493E0F1F67}" type="pres">
      <dgm:prSet presAssocID="{1CEA2EF3-1E21-42FA-B1BF-04A25BE5EE68}" presName="sibTrans" presStyleCnt="0"/>
      <dgm:spPr/>
    </dgm:pt>
    <dgm:pt modelId="{FDBA6836-B48A-41FD-A3B6-DD0845B1D674}" type="pres">
      <dgm:prSet presAssocID="{37F5FDB5-A519-4145-94FF-7D095BDD95C7}" presName="node" presStyleLbl="alignAccFollowNode1" presStyleIdx="14" presStyleCnt="16">
        <dgm:presLayoutVars>
          <dgm:bulletEnabled val="1"/>
        </dgm:presLayoutVars>
      </dgm:prSet>
      <dgm:spPr/>
    </dgm:pt>
    <dgm:pt modelId="{2672A4D9-7CAB-4568-A576-8B76D4FE8BFF}" type="pres">
      <dgm:prSet presAssocID="{99189FB5-145D-4BA0-981E-9F5E1993D57A}" presName="sibTrans" presStyleCnt="0"/>
      <dgm:spPr/>
    </dgm:pt>
    <dgm:pt modelId="{80980F40-BCD6-4D92-A981-9DD1D98167FA}" type="pres">
      <dgm:prSet presAssocID="{784F0B4C-3FC1-464B-8D88-AB4C822C797C}" presName="node" presStyleLbl="alignAccFollowNode1" presStyleIdx="15" presStyleCnt="16">
        <dgm:presLayoutVars>
          <dgm:bulletEnabled val="1"/>
        </dgm:presLayoutVars>
      </dgm:prSet>
      <dgm:spPr/>
    </dgm:pt>
  </dgm:ptLst>
  <dgm:cxnLst>
    <dgm:cxn modelId="{0F9A8900-4DA1-4748-B05C-A653CB0CF482}" type="presOf" srcId="{24A4F6AA-C34F-4471-842A-50EA57DDAAAE}" destId="{151B98CD-4656-4336-9719-602A0FEEFBFA}" srcOrd="0" destOrd="0" presId="urn:microsoft.com/office/officeart/2005/8/layout/lProcess3"/>
    <dgm:cxn modelId="{1136EA08-0F5D-46C7-9568-7E71158855E8}" srcId="{F0F5EFBE-4B9A-4B71-A9D7-C0A57047838F}" destId="{FD69DBB8-49A5-4FF6-BEAE-04939D6F3E6F}" srcOrd="1" destOrd="0" parTransId="{E1937337-6874-45AE-9928-5D2A84E14869}" sibTransId="{061C40A0-66F9-4FAF-AEED-695CAF526B07}"/>
    <dgm:cxn modelId="{7410DC09-5442-485F-BD07-7C34B730736D}" srcId="{F0F5EFBE-4B9A-4B71-A9D7-C0A57047838F}" destId="{1119F66B-5BB2-466B-BE28-C4628A9DF664}" srcOrd="2" destOrd="0" parTransId="{41A80520-8794-4C37-918F-9D826C0A759B}" sibTransId="{1CEA2EF3-1E21-42FA-B1BF-04A25BE5EE68}"/>
    <dgm:cxn modelId="{A8A8A418-446C-4B3A-AACB-26A25D3A1931}" srcId="{6D1D2E90-997D-4FC2-B392-9FCB6EC6BBED}" destId="{43E23F18-142E-4CDD-A49D-5ECC1CE006E2}" srcOrd="1" destOrd="0" parTransId="{1BCBE831-4EF9-48D3-BB46-FD83F5C7C2FD}" sibTransId="{FA618B8B-6DDE-45D9-99E2-D225805B5F86}"/>
    <dgm:cxn modelId="{AD5A301D-D94E-4BCA-9237-0E8ADB3973DD}" srcId="{6D1D2E90-997D-4FC2-B392-9FCB6EC6BBED}" destId="{FAF3BF15-22AE-439C-8D2D-456C12B9BA7E}" srcOrd="0" destOrd="0" parTransId="{9E0E7726-3CFD-47D2-A820-10E0970B4980}" sibTransId="{CF5B197E-C1E6-4F9F-84AC-C643D90D9381}"/>
    <dgm:cxn modelId="{0796C91F-B715-41C5-98CC-77C4C735D7A4}" srcId="{FFBE932A-754D-4D72-ABD4-EB0E9C45364F}" destId="{F0F5EFBE-4B9A-4B71-A9D7-C0A57047838F}" srcOrd="2" destOrd="0" parTransId="{DB811BB4-8BBB-4A7C-BA88-EA3F21D92D20}" sibTransId="{8D16CB1A-9CE9-42F8-8864-29B67F7C501C}"/>
    <dgm:cxn modelId="{9A8C0431-5819-4895-9471-263E6619580D}" type="presOf" srcId="{5DB484EB-43BA-432A-80E6-2C742EA02A66}" destId="{A232C983-E380-4798-8864-F9375C131494}" srcOrd="0" destOrd="0" presId="urn:microsoft.com/office/officeart/2005/8/layout/lProcess3"/>
    <dgm:cxn modelId="{6D0B0E3B-7029-4C51-9ACE-7BFDDA0FDB2C}" type="presOf" srcId="{9400E09F-25E7-4D6D-B1C7-A3BCA4109B2B}" destId="{00A0D34C-08C3-4706-B236-E7556BBB862E}" srcOrd="0" destOrd="0" presId="urn:microsoft.com/office/officeart/2005/8/layout/lProcess3"/>
    <dgm:cxn modelId="{740F363D-7968-4697-B4E3-1BE5F3250F46}" srcId="{6D1D2E90-997D-4FC2-B392-9FCB6EC6BBED}" destId="{24A4F6AA-C34F-4471-842A-50EA57DDAAAE}" srcOrd="2" destOrd="0" parTransId="{E49120DF-ECE9-4B50-A59A-FF33EAE08023}" sibTransId="{B7C821DA-5D4C-4E78-B180-2A8118029059}"/>
    <dgm:cxn modelId="{EC8B013E-3622-4831-BA08-B4491F6DC3F4}" type="presOf" srcId="{37F5FDB5-A519-4145-94FF-7D095BDD95C7}" destId="{FDBA6836-B48A-41FD-A3B6-DD0845B1D674}" srcOrd="0" destOrd="0" presId="urn:microsoft.com/office/officeart/2005/8/layout/lProcess3"/>
    <dgm:cxn modelId="{3319A05C-F22E-4662-A22B-BA86D3A7AEBE}" srcId="{9D174A8A-63CC-4397-BC20-247FA1549F7B}" destId="{EC73AC4D-15AA-43EE-9211-10C07534304B}" srcOrd="2" destOrd="0" parTransId="{4DE29FF9-8AF5-405F-B02D-6A9712990D96}" sibTransId="{CC1886E6-3E97-4490-8900-2F1A4ADF9472}"/>
    <dgm:cxn modelId="{3FE88C41-A35F-4C32-8FFD-02C0D697E3D2}" type="presOf" srcId="{5A5F5CB1-18CE-4F31-80B0-9CEB60D99DD0}" destId="{5E36DD7E-885E-4181-A168-D6E8A3DAA68F}" srcOrd="0" destOrd="0" presId="urn:microsoft.com/office/officeart/2005/8/layout/lProcess3"/>
    <dgm:cxn modelId="{2ED90F43-F8C6-40BF-A95B-91C67441706B}" srcId="{F0F5EFBE-4B9A-4B71-A9D7-C0A57047838F}" destId="{784F0B4C-3FC1-464B-8D88-AB4C822C797C}" srcOrd="4" destOrd="0" parTransId="{10CCAD50-8F3C-4FAE-8AD0-9758C9779907}" sibTransId="{DEDCCB9C-FE42-480B-B135-45D2B9220290}"/>
    <dgm:cxn modelId="{AC45A463-4416-44F3-8EF9-E3EFAD5BBFF4}" srcId="{9D174A8A-63CC-4397-BC20-247FA1549F7B}" destId="{A888B5A1-6D2C-433E-98D2-F3FD3B7A9E71}" srcOrd="3" destOrd="0" parTransId="{50917719-F86C-47E6-ADC8-2A5932E0EAD0}" sibTransId="{0D166FAC-4518-47BB-8A3C-2E23A278A827}"/>
    <dgm:cxn modelId="{C19D7049-051F-4BAA-9746-7DF73C6FBB76}" type="presOf" srcId="{81821BA5-03E1-41B8-8E53-DB537B33CC27}" destId="{A362A84D-875D-4DB7-BB75-888C11ED2C4A}" srcOrd="0" destOrd="0" presId="urn:microsoft.com/office/officeart/2005/8/layout/lProcess3"/>
    <dgm:cxn modelId="{11C8BD6C-C3BD-41A3-8B46-B55BD087A5F4}" type="presOf" srcId="{6C03EFC0-4A78-404A-A7E3-7DE8C3DA3BF8}" destId="{93E562C1-F1C1-4EBE-A4EC-72E841F5A722}" srcOrd="0" destOrd="0" presId="urn:microsoft.com/office/officeart/2005/8/layout/lProcess3"/>
    <dgm:cxn modelId="{46C1FF75-45DB-45DF-A719-00CF38E1B127}" type="presOf" srcId="{6D1D2E90-997D-4FC2-B392-9FCB6EC6BBED}" destId="{148AF5DC-D9C7-4409-B881-117CD54F5832}" srcOrd="0" destOrd="0" presId="urn:microsoft.com/office/officeart/2005/8/layout/lProcess3"/>
    <dgm:cxn modelId="{5F8EB978-3D6D-487C-A32C-2D617CD8289B}" srcId="{FFBE932A-754D-4D72-ABD4-EB0E9C45364F}" destId="{6D1D2E90-997D-4FC2-B392-9FCB6EC6BBED}" srcOrd="1" destOrd="0" parTransId="{23C6E368-36C8-4027-BA57-C0137A2BB502}" sibTransId="{672D2270-656B-4024-8F19-B50FBE955B17}"/>
    <dgm:cxn modelId="{897F3579-F998-4506-8E9D-602BCBD8BCD1}" srcId="{6D1D2E90-997D-4FC2-B392-9FCB6EC6BBED}" destId="{7F6042E0-0C2A-4C8E-B4BE-B8C7C039EA3A}" srcOrd="5" destOrd="0" parTransId="{26656747-EA9D-47FB-BCED-9026838B16CA}" sibTransId="{F4F10E57-767D-4B22-A28C-22BC90DAF2C2}"/>
    <dgm:cxn modelId="{60FC4C5A-E36D-425E-9A64-E7EE27221A97}" type="presOf" srcId="{1119F66B-5BB2-466B-BE28-C4628A9DF664}" destId="{0DFD7875-9361-4422-9919-8D358880BD31}" srcOrd="0" destOrd="0" presId="urn:microsoft.com/office/officeart/2005/8/layout/lProcess3"/>
    <dgm:cxn modelId="{85394B80-E94F-4981-9C95-2DEEA0E80200}" srcId="{6D1D2E90-997D-4FC2-B392-9FCB6EC6BBED}" destId="{9400E09F-25E7-4D6D-B1C7-A3BCA4109B2B}" srcOrd="3" destOrd="0" parTransId="{44C5E80B-361D-4FC3-BC57-AB1279D126DE}" sibTransId="{0C8D10B5-25A8-4EEC-ADBA-1728A3A36743}"/>
    <dgm:cxn modelId="{3BB6A782-C1AA-484D-AE14-00D6FD366E30}" srcId="{9D174A8A-63CC-4397-BC20-247FA1549F7B}" destId="{5A5F5CB1-18CE-4F31-80B0-9CEB60D99DD0}" srcOrd="1" destOrd="0" parTransId="{5962BA9B-4446-4E5B-8E58-DD2C6D8249DF}" sibTransId="{30B51953-0288-4D6B-8F7B-151943FA7DE7}"/>
    <dgm:cxn modelId="{9977F683-9017-40A9-B4E6-5FC0EEA85748}" type="presOf" srcId="{7F6042E0-0C2A-4C8E-B4BE-B8C7C039EA3A}" destId="{EB20AFD3-45FA-4964-894C-4177C0E17D08}" srcOrd="0" destOrd="0" presId="urn:microsoft.com/office/officeart/2005/8/layout/lProcess3"/>
    <dgm:cxn modelId="{CB53C096-738B-4FF3-8AFA-0333C1FA0009}" type="presOf" srcId="{9D174A8A-63CC-4397-BC20-247FA1549F7B}" destId="{A7457FEA-92B9-4FF2-8B96-B1DE7F418482}" srcOrd="0" destOrd="0" presId="urn:microsoft.com/office/officeart/2005/8/layout/lProcess3"/>
    <dgm:cxn modelId="{06FCB3A3-D7CB-4946-9540-AD3EA88EB07A}" srcId="{F0F5EFBE-4B9A-4B71-A9D7-C0A57047838F}" destId="{37F5FDB5-A519-4145-94FF-7D095BDD95C7}" srcOrd="3" destOrd="0" parTransId="{9AEBB483-49F3-486B-8DC6-9B5EC7424B85}" sibTransId="{99189FB5-145D-4BA0-981E-9F5E1993D57A}"/>
    <dgm:cxn modelId="{660CA6A5-DA28-4012-903E-522880A2418B}" type="presOf" srcId="{F0F5EFBE-4B9A-4B71-A9D7-C0A57047838F}" destId="{0EEA8540-66B0-4381-8022-106F814A2D01}" srcOrd="0" destOrd="0" presId="urn:microsoft.com/office/officeart/2005/8/layout/lProcess3"/>
    <dgm:cxn modelId="{850EC9AC-041C-4526-A8C7-FC40D735AA82}" type="presOf" srcId="{FD69DBB8-49A5-4FF6-BEAE-04939D6F3E6F}" destId="{688F85DF-1615-4660-A8F2-C2CEB9B22B20}" srcOrd="0" destOrd="0" presId="urn:microsoft.com/office/officeart/2005/8/layout/lProcess3"/>
    <dgm:cxn modelId="{968194B1-36F7-4E45-92CC-308BBFBD99C3}" type="presOf" srcId="{EC73AC4D-15AA-43EE-9211-10C07534304B}" destId="{9779BBAE-8C38-4DA8-8927-70703199FBC4}" srcOrd="0" destOrd="0" presId="urn:microsoft.com/office/officeart/2005/8/layout/lProcess3"/>
    <dgm:cxn modelId="{90FD7FB2-7B59-4CD2-A68B-0E803E488EFB}" type="presOf" srcId="{FFBE932A-754D-4D72-ABD4-EB0E9C45364F}" destId="{757887B5-3908-4D5D-AB8A-3A41D34EABB0}" srcOrd="0" destOrd="0" presId="urn:microsoft.com/office/officeart/2005/8/layout/lProcess3"/>
    <dgm:cxn modelId="{76EADEBA-60CF-480C-8405-7F09FF29BA71}" type="presOf" srcId="{43E23F18-142E-4CDD-A49D-5ECC1CE006E2}" destId="{F726E83A-EC2D-4478-87E3-72CFB982C396}" srcOrd="0" destOrd="0" presId="urn:microsoft.com/office/officeart/2005/8/layout/lProcess3"/>
    <dgm:cxn modelId="{852881BB-15EB-4E00-8E5D-A7C8FBD92E7A}" type="presOf" srcId="{FAF3BF15-22AE-439C-8D2D-456C12B9BA7E}" destId="{9E646B3B-3E91-49A0-9314-AA7C3FE03BC8}" srcOrd="0" destOrd="0" presId="urn:microsoft.com/office/officeart/2005/8/layout/lProcess3"/>
    <dgm:cxn modelId="{26FEDDBB-B057-444D-83FB-53465BB15A8F}" type="presOf" srcId="{F75C67E6-F336-4552-9E99-1A2B5DD0D52C}" destId="{FE618408-79D5-43A8-A1B2-3D916609B5C1}" srcOrd="0" destOrd="0" presId="urn:microsoft.com/office/officeart/2005/8/layout/lProcess3"/>
    <dgm:cxn modelId="{0463C8C7-9FFF-493F-B4DB-D58E167A01AF}" srcId="{FFBE932A-754D-4D72-ABD4-EB0E9C45364F}" destId="{9D174A8A-63CC-4397-BC20-247FA1549F7B}" srcOrd="0" destOrd="0" parTransId="{4CDB0E51-8E49-425E-B826-69AFF7D31772}" sibTransId="{7096B8C2-2A66-4D7F-8ED2-526084D08171}"/>
    <dgm:cxn modelId="{B9A28BCA-D1FE-4C81-9951-0C8DB567FA85}" type="presOf" srcId="{784F0B4C-3FC1-464B-8D88-AB4C822C797C}" destId="{80980F40-BCD6-4D92-A981-9DD1D98167FA}" srcOrd="0" destOrd="0" presId="urn:microsoft.com/office/officeart/2005/8/layout/lProcess3"/>
    <dgm:cxn modelId="{90A21DCC-1649-4D98-837E-8B39D0DBABAB}" type="presOf" srcId="{A888B5A1-6D2C-433E-98D2-F3FD3B7A9E71}" destId="{73D50B75-1945-44FB-858F-E732CF6BAD2F}" srcOrd="0" destOrd="0" presId="urn:microsoft.com/office/officeart/2005/8/layout/lProcess3"/>
    <dgm:cxn modelId="{C4A50DDE-FC65-4717-BEDD-18340570E608}" srcId="{F0F5EFBE-4B9A-4B71-A9D7-C0A57047838F}" destId="{F75C67E6-F336-4552-9E99-1A2B5DD0D52C}" srcOrd="0" destOrd="0" parTransId="{BB89182E-3CE9-481A-98FB-3DC034CE0912}" sibTransId="{0111DAFA-E13C-4B46-A830-390908A6B3C2}"/>
    <dgm:cxn modelId="{034B90E1-607C-4774-A7F2-556ED44DFE33}" srcId="{9D174A8A-63CC-4397-BC20-247FA1549F7B}" destId="{5DB484EB-43BA-432A-80E6-2C742EA02A66}" srcOrd="0" destOrd="0" parTransId="{54D1C70F-2E37-4A8D-91C3-D5771C5A7B82}" sibTransId="{B40DF228-F5CD-41E3-AA02-2AD35D794A5E}"/>
    <dgm:cxn modelId="{E988A6E4-5722-4E34-AC86-0F226D4E9063}" srcId="{6D1D2E90-997D-4FC2-B392-9FCB6EC6BBED}" destId="{81821BA5-03E1-41B8-8E53-DB537B33CC27}" srcOrd="4" destOrd="0" parTransId="{6537711F-C6DE-4FAE-8914-A4D43E8CEC88}" sibTransId="{B100663C-3CDE-45DC-869B-253DBE201EF3}"/>
    <dgm:cxn modelId="{283366E7-A761-499A-8F29-A84B9B2DECCF}" srcId="{9D174A8A-63CC-4397-BC20-247FA1549F7B}" destId="{6C03EFC0-4A78-404A-A7E3-7DE8C3DA3BF8}" srcOrd="4" destOrd="0" parTransId="{A93132A9-F7F4-4EDD-9FA1-93F20612F16A}" sibTransId="{E974D540-9384-4044-A8BA-B159A86DE7F8}"/>
    <dgm:cxn modelId="{8174281F-8648-42FB-BDC2-80CCF5226370}" type="presParOf" srcId="{757887B5-3908-4D5D-AB8A-3A41D34EABB0}" destId="{0A2DC27D-6D38-4238-B6CE-B66EB88B09A7}" srcOrd="0" destOrd="0" presId="urn:microsoft.com/office/officeart/2005/8/layout/lProcess3"/>
    <dgm:cxn modelId="{5D5EB940-7161-48E4-9119-85FB43F29815}" type="presParOf" srcId="{0A2DC27D-6D38-4238-B6CE-B66EB88B09A7}" destId="{A7457FEA-92B9-4FF2-8B96-B1DE7F418482}" srcOrd="0" destOrd="0" presId="urn:microsoft.com/office/officeart/2005/8/layout/lProcess3"/>
    <dgm:cxn modelId="{BD1862C7-BCD9-4163-A360-15FDE00A87AB}" type="presParOf" srcId="{0A2DC27D-6D38-4238-B6CE-B66EB88B09A7}" destId="{D2E166D2-790E-4FA1-81E7-5D9DD31EE1D2}" srcOrd="1" destOrd="0" presId="urn:microsoft.com/office/officeart/2005/8/layout/lProcess3"/>
    <dgm:cxn modelId="{B296A7EE-F470-496B-9934-F73B886345FB}" type="presParOf" srcId="{0A2DC27D-6D38-4238-B6CE-B66EB88B09A7}" destId="{A232C983-E380-4798-8864-F9375C131494}" srcOrd="2" destOrd="0" presId="urn:microsoft.com/office/officeart/2005/8/layout/lProcess3"/>
    <dgm:cxn modelId="{8974F5E1-62DB-4D20-971B-11BDFA946153}" type="presParOf" srcId="{0A2DC27D-6D38-4238-B6CE-B66EB88B09A7}" destId="{46672606-350A-4E3F-963A-283336EA542C}" srcOrd="3" destOrd="0" presId="urn:microsoft.com/office/officeart/2005/8/layout/lProcess3"/>
    <dgm:cxn modelId="{954534A6-7E3A-4A39-B1F0-1784AFB558D8}" type="presParOf" srcId="{0A2DC27D-6D38-4238-B6CE-B66EB88B09A7}" destId="{5E36DD7E-885E-4181-A168-D6E8A3DAA68F}" srcOrd="4" destOrd="0" presId="urn:microsoft.com/office/officeart/2005/8/layout/lProcess3"/>
    <dgm:cxn modelId="{EAE7E573-DD5E-4323-9E2D-B77A83D48D0E}" type="presParOf" srcId="{0A2DC27D-6D38-4238-B6CE-B66EB88B09A7}" destId="{467D7295-562E-4FF5-93B3-36E543167A39}" srcOrd="5" destOrd="0" presId="urn:microsoft.com/office/officeart/2005/8/layout/lProcess3"/>
    <dgm:cxn modelId="{DA82DC62-06EA-4263-B8B0-5CE343659410}" type="presParOf" srcId="{0A2DC27D-6D38-4238-B6CE-B66EB88B09A7}" destId="{9779BBAE-8C38-4DA8-8927-70703199FBC4}" srcOrd="6" destOrd="0" presId="urn:microsoft.com/office/officeart/2005/8/layout/lProcess3"/>
    <dgm:cxn modelId="{C59FF5F8-3761-4BD4-80F5-33B90EB9FD97}" type="presParOf" srcId="{0A2DC27D-6D38-4238-B6CE-B66EB88B09A7}" destId="{006BA3F6-E127-4D4A-95A6-CA81F4C5ED9E}" srcOrd="7" destOrd="0" presId="urn:microsoft.com/office/officeart/2005/8/layout/lProcess3"/>
    <dgm:cxn modelId="{57377258-AE9C-4970-A2AD-E4143312A398}" type="presParOf" srcId="{0A2DC27D-6D38-4238-B6CE-B66EB88B09A7}" destId="{73D50B75-1945-44FB-858F-E732CF6BAD2F}" srcOrd="8" destOrd="0" presId="urn:microsoft.com/office/officeart/2005/8/layout/lProcess3"/>
    <dgm:cxn modelId="{D472D760-C9AB-4B3D-A93B-ECF2A2B253DC}" type="presParOf" srcId="{0A2DC27D-6D38-4238-B6CE-B66EB88B09A7}" destId="{453D27AA-021A-43DA-81AC-955407B31F29}" srcOrd="9" destOrd="0" presId="urn:microsoft.com/office/officeart/2005/8/layout/lProcess3"/>
    <dgm:cxn modelId="{F3B013BD-A005-4E82-8B43-38E750A88A41}" type="presParOf" srcId="{0A2DC27D-6D38-4238-B6CE-B66EB88B09A7}" destId="{93E562C1-F1C1-4EBE-A4EC-72E841F5A722}" srcOrd="10" destOrd="0" presId="urn:microsoft.com/office/officeart/2005/8/layout/lProcess3"/>
    <dgm:cxn modelId="{3010B271-813F-42C3-A0DF-B21DF00CC5F1}" type="presParOf" srcId="{757887B5-3908-4D5D-AB8A-3A41D34EABB0}" destId="{879D2BBA-93DB-45A4-B02C-42BF6E802CE7}" srcOrd="1" destOrd="0" presId="urn:microsoft.com/office/officeart/2005/8/layout/lProcess3"/>
    <dgm:cxn modelId="{DD7FFC04-BA03-499F-89CA-3D49A96E6C65}" type="presParOf" srcId="{757887B5-3908-4D5D-AB8A-3A41D34EABB0}" destId="{8193E0E7-88DE-4FC6-92AE-2E08068A1D2C}" srcOrd="2" destOrd="0" presId="urn:microsoft.com/office/officeart/2005/8/layout/lProcess3"/>
    <dgm:cxn modelId="{05C76A2F-3BAA-426D-B770-5AE357EB6A48}" type="presParOf" srcId="{8193E0E7-88DE-4FC6-92AE-2E08068A1D2C}" destId="{148AF5DC-D9C7-4409-B881-117CD54F5832}" srcOrd="0" destOrd="0" presId="urn:microsoft.com/office/officeart/2005/8/layout/lProcess3"/>
    <dgm:cxn modelId="{CB89DB10-EAFA-46B0-BD90-10FB2956B078}" type="presParOf" srcId="{8193E0E7-88DE-4FC6-92AE-2E08068A1D2C}" destId="{7F1C3AF2-8BE1-44EB-8948-185580908618}" srcOrd="1" destOrd="0" presId="urn:microsoft.com/office/officeart/2005/8/layout/lProcess3"/>
    <dgm:cxn modelId="{5EF807F6-D5B0-42F1-878E-654569A5AADD}" type="presParOf" srcId="{8193E0E7-88DE-4FC6-92AE-2E08068A1D2C}" destId="{9E646B3B-3E91-49A0-9314-AA7C3FE03BC8}" srcOrd="2" destOrd="0" presId="urn:microsoft.com/office/officeart/2005/8/layout/lProcess3"/>
    <dgm:cxn modelId="{2C790123-4173-4808-B52A-61114E7B956D}" type="presParOf" srcId="{8193E0E7-88DE-4FC6-92AE-2E08068A1D2C}" destId="{65E64FDD-F909-4C99-8724-2FC89E2EF49A}" srcOrd="3" destOrd="0" presId="urn:microsoft.com/office/officeart/2005/8/layout/lProcess3"/>
    <dgm:cxn modelId="{CDAB861E-78FC-408F-AF1A-E288723CE1D5}" type="presParOf" srcId="{8193E0E7-88DE-4FC6-92AE-2E08068A1D2C}" destId="{F726E83A-EC2D-4478-87E3-72CFB982C396}" srcOrd="4" destOrd="0" presId="urn:microsoft.com/office/officeart/2005/8/layout/lProcess3"/>
    <dgm:cxn modelId="{AD47FE19-2170-4AB6-BC03-07C3398B98D0}" type="presParOf" srcId="{8193E0E7-88DE-4FC6-92AE-2E08068A1D2C}" destId="{533CF85A-63DE-470C-8442-0A563CC09AB7}" srcOrd="5" destOrd="0" presId="urn:microsoft.com/office/officeart/2005/8/layout/lProcess3"/>
    <dgm:cxn modelId="{B9000B47-580B-4AE0-A206-20828B9AEB41}" type="presParOf" srcId="{8193E0E7-88DE-4FC6-92AE-2E08068A1D2C}" destId="{151B98CD-4656-4336-9719-602A0FEEFBFA}" srcOrd="6" destOrd="0" presId="urn:microsoft.com/office/officeart/2005/8/layout/lProcess3"/>
    <dgm:cxn modelId="{0FDD3230-1276-4B7E-9CA7-6D2D305B6441}" type="presParOf" srcId="{8193E0E7-88DE-4FC6-92AE-2E08068A1D2C}" destId="{3C5F8B2E-44D1-4CA6-B0DD-FD7615B472EB}" srcOrd="7" destOrd="0" presId="urn:microsoft.com/office/officeart/2005/8/layout/lProcess3"/>
    <dgm:cxn modelId="{4E4A556F-AE50-4362-B79A-D51760F78C84}" type="presParOf" srcId="{8193E0E7-88DE-4FC6-92AE-2E08068A1D2C}" destId="{00A0D34C-08C3-4706-B236-E7556BBB862E}" srcOrd="8" destOrd="0" presId="urn:microsoft.com/office/officeart/2005/8/layout/lProcess3"/>
    <dgm:cxn modelId="{5F6DCC33-8B02-45D2-B75F-4A2AA9422A5C}" type="presParOf" srcId="{8193E0E7-88DE-4FC6-92AE-2E08068A1D2C}" destId="{C8C96943-6EF7-4593-BFCD-32737D279104}" srcOrd="9" destOrd="0" presId="urn:microsoft.com/office/officeart/2005/8/layout/lProcess3"/>
    <dgm:cxn modelId="{33C41E9D-013D-4A8D-A9E9-A18674C34D61}" type="presParOf" srcId="{8193E0E7-88DE-4FC6-92AE-2E08068A1D2C}" destId="{A362A84D-875D-4DB7-BB75-888C11ED2C4A}" srcOrd="10" destOrd="0" presId="urn:microsoft.com/office/officeart/2005/8/layout/lProcess3"/>
    <dgm:cxn modelId="{422119FB-FF6B-418A-B40E-0BC604CA9B45}" type="presParOf" srcId="{8193E0E7-88DE-4FC6-92AE-2E08068A1D2C}" destId="{F75ED237-BECC-4DD8-9BAC-735793402D2C}" srcOrd="11" destOrd="0" presId="urn:microsoft.com/office/officeart/2005/8/layout/lProcess3"/>
    <dgm:cxn modelId="{4020F3E6-F12D-4A15-A718-3411FF82FB7F}" type="presParOf" srcId="{8193E0E7-88DE-4FC6-92AE-2E08068A1D2C}" destId="{EB20AFD3-45FA-4964-894C-4177C0E17D08}" srcOrd="12" destOrd="0" presId="urn:microsoft.com/office/officeart/2005/8/layout/lProcess3"/>
    <dgm:cxn modelId="{9DF90D98-2AE6-4336-AF24-851AF6C7AE9E}" type="presParOf" srcId="{757887B5-3908-4D5D-AB8A-3A41D34EABB0}" destId="{F6F8F1C0-1391-44E9-B265-E7DAD0746F14}" srcOrd="3" destOrd="0" presId="urn:microsoft.com/office/officeart/2005/8/layout/lProcess3"/>
    <dgm:cxn modelId="{6A5A70A4-EA64-4BDE-B87D-1E9140EDBB1D}" type="presParOf" srcId="{757887B5-3908-4D5D-AB8A-3A41D34EABB0}" destId="{760DEEF9-6061-4F9E-84BA-35F2A4DC74AB}" srcOrd="4" destOrd="0" presId="urn:microsoft.com/office/officeart/2005/8/layout/lProcess3"/>
    <dgm:cxn modelId="{8F4F4F21-451E-4223-A2C0-6FB5DA7B814C}" type="presParOf" srcId="{760DEEF9-6061-4F9E-84BA-35F2A4DC74AB}" destId="{0EEA8540-66B0-4381-8022-106F814A2D01}" srcOrd="0" destOrd="0" presId="urn:microsoft.com/office/officeart/2005/8/layout/lProcess3"/>
    <dgm:cxn modelId="{6AB10970-09DF-4BA3-9348-C817DA1C2F4B}" type="presParOf" srcId="{760DEEF9-6061-4F9E-84BA-35F2A4DC74AB}" destId="{4EB78B90-2BA6-4B28-A095-EB7A1F26EE7B}" srcOrd="1" destOrd="0" presId="urn:microsoft.com/office/officeart/2005/8/layout/lProcess3"/>
    <dgm:cxn modelId="{41374386-C92F-4FF8-A803-C04AD1385314}" type="presParOf" srcId="{760DEEF9-6061-4F9E-84BA-35F2A4DC74AB}" destId="{FE618408-79D5-43A8-A1B2-3D916609B5C1}" srcOrd="2" destOrd="0" presId="urn:microsoft.com/office/officeart/2005/8/layout/lProcess3"/>
    <dgm:cxn modelId="{1402F776-A303-4036-975E-3EA4D6A62A0A}" type="presParOf" srcId="{760DEEF9-6061-4F9E-84BA-35F2A4DC74AB}" destId="{2A3980B7-D79F-43BB-B561-00A42D69624E}" srcOrd="3" destOrd="0" presId="urn:microsoft.com/office/officeart/2005/8/layout/lProcess3"/>
    <dgm:cxn modelId="{1E42525B-33A0-4FA9-BA86-68BF42FB08D8}" type="presParOf" srcId="{760DEEF9-6061-4F9E-84BA-35F2A4DC74AB}" destId="{688F85DF-1615-4660-A8F2-C2CEB9B22B20}" srcOrd="4" destOrd="0" presId="urn:microsoft.com/office/officeart/2005/8/layout/lProcess3"/>
    <dgm:cxn modelId="{2A87D39C-F78C-44AC-8109-BD14B8730583}" type="presParOf" srcId="{760DEEF9-6061-4F9E-84BA-35F2A4DC74AB}" destId="{2D99591C-F915-48E2-BEE2-B15775F76826}" srcOrd="5" destOrd="0" presId="urn:microsoft.com/office/officeart/2005/8/layout/lProcess3"/>
    <dgm:cxn modelId="{8705FDDC-9E9D-42D4-883F-1BEA1A6DC31C}" type="presParOf" srcId="{760DEEF9-6061-4F9E-84BA-35F2A4DC74AB}" destId="{0DFD7875-9361-4422-9919-8D358880BD31}" srcOrd="6" destOrd="0" presId="urn:microsoft.com/office/officeart/2005/8/layout/lProcess3"/>
    <dgm:cxn modelId="{BA781B97-366A-4C8B-8FC9-7CEF078183FD}" type="presParOf" srcId="{760DEEF9-6061-4F9E-84BA-35F2A4DC74AB}" destId="{66D01A77-BEAB-40E1-BCBD-69493E0F1F67}" srcOrd="7" destOrd="0" presId="urn:microsoft.com/office/officeart/2005/8/layout/lProcess3"/>
    <dgm:cxn modelId="{3659146E-BF83-48B3-929F-1513A4E0C48A}" type="presParOf" srcId="{760DEEF9-6061-4F9E-84BA-35F2A4DC74AB}" destId="{FDBA6836-B48A-41FD-A3B6-DD0845B1D674}" srcOrd="8" destOrd="0" presId="urn:microsoft.com/office/officeart/2005/8/layout/lProcess3"/>
    <dgm:cxn modelId="{FE4571E4-9203-460F-B5E2-D5E88B19DD71}" type="presParOf" srcId="{760DEEF9-6061-4F9E-84BA-35F2A4DC74AB}" destId="{2672A4D9-7CAB-4568-A576-8B76D4FE8BFF}" srcOrd="9" destOrd="0" presId="urn:microsoft.com/office/officeart/2005/8/layout/lProcess3"/>
    <dgm:cxn modelId="{BE2CAF08-A139-4433-9650-12B53B24A6FF}" type="presParOf" srcId="{760DEEF9-6061-4F9E-84BA-35F2A4DC74AB}" destId="{80980F40-BCD6-4D92-A981-9DD1D98167FA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A10C5-FE59-44F2-BF5B-1D534993934B}">
      <dsp:nvSpPr>
        <dsp:cNvPr id="0" name=""/>
        <dsp:cNvSpPr/>
      </dsp:nvSpPr>
      <dsp:spPr>
        <a:xfrm>
          <a:off x="0" y="0"/>
          <a:ext cx="5418666" cy="5418666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84943-BACC-49A6-962E-8FE738A06AB6}">
      <dsp:nvSpPr>
        <dsp:cNvPr id="0" name=""/>
        <dsp:cNvSpPr/>
      </dsp:nvSpPr>
      <dsp:spPr>
        <a:xfrm>
          <a:off x="2709333" y="0"/>
          <a:ext cx="8593666" cy="541866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Primary Goal</a:t>
          </a:r>
        </a:p>
      </dsp:txBody>
      <dsp:txXfrm>
        <a:off x="2709333" y="0"/>
        <a:ext cx="4296833" cy="2573866"/>
      </dsp:txXfrm>
    </dsp:sp>
    <dsp:sp modelId="{2C42380F-F85E-4FA2-BA74-CA625DAC558B}">
      <dsp:nvSpPr>
        <dsp:cNvPr id="0" name=""/>
        <dsp:cNvSpPr/>
      </dsp:nvSpPr>
      <dsp:spPr>
        <a:xfrm>
          <a:off x="1422400" y="2573866"/>
          <a:ext cx="2573866" cy="2573866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6EE1D-E3A7-4446-92E7-E54CDCF8CCF1}">
      <dsp:nvSpPr>
        <dsp:cNvPr id="0" name=""/>
        <dsp:cNvSpPr/>
      </dsp:nvSpPr>
      <dsp:spPr>
        <a:xfrm>
          <a:off x="2709333" y="2573866"/>
          <a:ext cx="8593666" cy="257386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Secondary Goals</a:t>
          </a:r>
          <a:endParaRPr lang="en-US" sz="6400" kern="1200" dirty="0"/>
        </a:p>
      </dsp:txBody>
      <dsp:txXfrm>
        <a:off x="2709333" y="2573866"/>
        <a:ext cx="4296833" cy="2573866"/>
      </dsp:txXfrm>
    </dsp:sp>
    <dsp:sp modelId="{D252C8C6-A265-4786-B1D5-B8B4D866DC90}">
      <dsp:nvSpPr>
        <dsp:cNvPr id="0" name=""/>
        <dsp:cNvSpPr/>
      </dsp:nvSpPr>
      <dsp:spPr>
        <a:xfrm>
          <a:off x="7006166" y="0"/>
          <a:ext cx="4296833" cy="257386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Insight into the Data</a:t>
          </a:r>
        </a:p>
      </dsp:txBody>
      <dsp:txXfrm>
        <a:off x="7006166" y="0"/>
        <a:ext cx="4296833" cy="2573866"/>
      </dsp:txXfrm>
    </dsp:sp>
    <dsp:sp modelId="{5940C4A4-540C-4943-9A37-6C0BC2010FC7}">
      <dsp:nvSpPr>
        <dsp:cNvPr id="0" name=""/>
        <dsp:cNvSpPr/>
      </dsp:nvSpPr>
      <dsp:spPr>
        <a:xfrm>
          <a:off x="7006166" y="2573866"/>
          <a:ext cx="4296833" cy="257386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 good-fitting, parsimonious model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Outliers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Robustness of conclusions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Estimates for parameters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Uncertainties for those estimates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 ranked list of important factors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Statistical significance of conclusions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Optimal settings</a:t>
          </a:r>
          <a:endParaRPr lang="en-US" sz="1800" kern="1200" dirty="0"/>
        </a:p>
      </dsp:txBody>
      <dsp:txXfrm>
        <a:off x="7006166" y="2573866"/>
        <a:ext cx="4296833" cy="25738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57FEA-92B9-4FF2-8B96-B1DE7F418482}">
      <dsp:nvSpPr>
        <dsp:cNvPr id="0" name=""/>
        <dsp:cNvSpPr/>
      </dsp:nvSpPr>
      <dsp:spPr>
        <a:xfrm>
          <a:off x="2676" y="679793"/>
          <a:ext cx="2093555" cy="837422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Classical Analysis</a:t>
          </a:r>
        </a:p>
      </dsp:txBody>
      <dsp:txXfrm>
        <a:off x="421387" y="679793"/>
        <a:ext cx="1256133" cy="837422"/>
      </dsp:txXfrm>
    </dsp:sp>
    <dsp:sp modelId="{A232C983-E380-4798-8864-F9375C131494}">
      <dsp:nvSpPr>
        <dsp:cNvPr id="0" name=""/>
        <dsp:cNvSpPr/>
      </dsp:nvSpPr>
      <dsp:spPr>
        <a:xfrm>
          <a:off x="1824070" y="750974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Problem</a:t>
          </a:r>
        </a:p>
      </dsp:txBody>
      <dsp:txXfrm>
        <a:off x="2171600" y="750974"/>
        <a:ext cx="1042591" cy="695060"/>
      </dsp:txXfrm>
    </dsp:sp>
    <dsp:sp modelId="{5E36DD7E-885E-4181-A168-D6E8A3DAA68F}">
      <dsp:nvSpPr>
        <dsp:cNvPr id="0" name=""/>
        <dsp:cNvSpPr/>
      </dsp:nvSpPr>
      <dsp:spPr>
        <a:xfrm>
          <a:off x="3318450" y="750974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</a:t>
          </a:r>
        </a:p>
      </dsp:txBody>
      <dsp:txXfrm>
        <a:off x="3665980" y="750974"/>
        <a:ext cx="1042591" cy="695060"/>
      </dsp:txXfrm>
    </dsp:sp>
    <dsp:sp modelId="{9779BBAE-8C38-4DA8-8927-70703199FBC4}">
      <dsp:nvSpPr>
        <dsp:cNvPr id="0" name=""/>
        <dsp:cNvSpPr/>
      </dsp:nvSpPr>
      <dsp:spPr>
        <a:xfrm>
          <a:off x="4812831" y="750974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</a:t>
          </a:r>
        </a:p>
      </dsp:txBody>
      <dsp:txXfrm>
        <a:off x="5160361" y="750974"/>
        <a:ext cx="1042591" cy="695060"/>
      </dsp:txXfrm>
    </dsp:sp>
    <dsp:sp modelId="{73D50B75-1945-44FB-858F-E732CF6BAD2F}">
      <dsp:nvSpPr>
        <dsp:cNvPr id="0" name=""/>
        <dsp:cNvSpPr/>
      </dsp:nvSpPr>
      <dsp:spPr>
        <a:xfrm>
          <a:off x="6307211" y="750974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Analysis</a:t>
          </a:r>
        </a:p>
      </dsp:txBody>
      <dsp:txXfrm>
        <a:off x="6654741" y="750974"/>
        <a:ext cx="1042591" cy="695060"/>
      </dsp:txXfrm>
    </dsp:sp>
    <dsp:sp modelId="{93E562C1-F1C1-4EBE-A4EC-72E841F5A722}">
      <dsp:nvSpPr>
        <dsp:cNvPr id="0" name=""/>
        <dsp:cNvSpPr/>
      </dsp:nvSpPr>
      <dsp:spPr>
        <a:xfrm>
          <a:off x="7801591" y="750974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Conclusions </a:t>
          </a:r>
          <a:endParaRPr lang="en-US" sz="1600" kern="1200" dirty="0"/>
        </a:p>
      </dsp:txBody>
      <dsp:txXfrm>
        <a:off x="8149121" y="750974"/>
        <a:ext cx="1042591" cy="695060"/>
      </dsp:txXfrm>
    </dsp:sp>
    <dsp:sp modelId="{148AF5DC-D9C7-4409-B881-117CD54F5832}">
      <dsp:nvSpPr>
        <dsp:cNvPr id="0" name=""/>
        <dsp:cNvSpPr/>
      </dsp:nvSpPr>
      <dsp:spPr>
        <a:xfrm>
          <a:off x="2676" y="1634455"/>
          <a:ext cx="2093555" cy="837422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Bayesian</a:t>
          </a:r>
        </a:p>
      </dsp:txBody>
      <dsp:txXfrm>
        <a:off x="421387" y="1634455"/>
        <a:ext cx="1256133" cy="837422"/>
      </dsp:txXfrm>
    </dsp:sp>
    <dsp:sp modelId="{9E646B3B-3E91-49A0-9314-AA7C3FE03BC8}">
      <dsp:nvSpPr>
        <dsp:cNvPr id="0" name=""/>
        <dsp:cNvSpPr/>
      </dsp:nvSpPr>
      <dsp:spPr>
        <a:xfrm>
          <a:off x="1824070" y="1705636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Problem</a:t>
          </a:r>
        </a:p>
      </dsp:txBody>
      <dsp:txXfrm>
        <a:off x="2171600" y="1705636"/>
        <a:ext cx="1042591" cy="695060"/>
      </dsp:txXfrm>
    </dsp:sp>
    <dsp:sp modelId="{F726E83A-EC2D-4478-87E3-72CFB982C396}">
      <dsp:nvSpPr>
        <dsp:cNvPr id="0" name=""/>
        <dsp:cNvSpPr/>
      </dsp:nvSpPr>
      <dsp:spPr>
        <a:xfrm>
          <a:off x="3318450" y="1705636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</a:t>
          </a:r>
        </a:p>
      </dsp:txBody>
      <dsp:txXfrm>
        <a:off x="3665980" y="1705636"/>
        <a:ext cx="1042591" cy="695060"/>
      </dsp:txXfrm>
    </dsp:sp>
    <dsp:sp modelId="{151B98CD-4656-4336-9719-602A0FEEFBFA}">
      <dsp:nvSpPr>
        <dsp:cNvPr id="0" name=""/>
        <dsp:cNvSpPr/>
      </dsp:nvSpPr>
      <dsp:spPr>
        <a:xfrm>
          <a:off x="4812831" y="1705636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</a:t>
          </a:r>
        </a:p>
      </dsp:txBody>
      <dsp:txXfrm>
        <a:off x="5160361" y="1705636"/>
        <a:ext cx="1042591" cy="695060"/>
      </dsp:txXfrm>
    </dsp:sp>
    <dsp:sp modelId="{00A0D34C-08C3-4706-B236-E7556BBB862E}">
      <dsp:nvSpPr>
        <dsp:cNvPr id="0" name=""/>
        <dsp:cNvSpPr/>
      </dsp:nvSpPr>
      <dsp:spPr>
        <a:xfrm>
          <a:off x="6307211" y="1705636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Prior Distribution</a:t>
          </a:r>
        </a:p>
      </dsp:txBody>
      <dsp:txXfrm>
        <a:off x="6654741" y="1705636"/>
        <a:ext cx="1042591" cy="695060"/>
      </dsp:txXfrm>
    </dsp:sp>
    <dsp:sp modelId="{A362A84D-875D-4DB7-BB75-888C11ED2C4A}">
      <dsp:nvSpPr>
        <dsp:cNvPr id="0" name=""/>
        <dsp:cNvSpPr/>
      </dsp:nvSpPr>
      <dsp:spPr>
        <a:xfrm>
          <a:off x="7801591" y="1705636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Analysis</a:t>
          </a:r>
        </a:p>
      </dsp:txBody>
      <dsp:txXfrm>
        <a:off x="8149121" y="1705636"/>
        <a:ext cx="1042591" cy="695060"/>
      </dsp:txXfrm>
    </dsp:sp>
    <dsp:sp modelId="{EB20AFD3-45FA-4964-894C-4177C0E17D08}">
      <dsp:nvSpPr>
        <dsp:cNvPr id="0" name=""/>
        <dsp:cNvSpPr/>
      </dsp:nvSpPr>
      <dsp:spPr>
        <a:xfrm>
          <a:off x="9295971" y="1705636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Conclusions </a:t>
          </a:r>
        </a:p>
      </dsp:txBody>
      <dsp:txXfrm>
        <a:off x="9643501" y="1705636"/>
        <a:ext cx="1042591" cy="695060"/>
      </dsp:txXfrm>
    </dsp:sp>
    <dsp:sp modelId="{0EEA8540-66B0-4381-8022-106F814A2D01}">
      <dsp:nvSpPr>
        <dsp:cNvPr id="0" name=""/>
        <dsp:cNvSpPr/>
      </dsp:nvSpPr>
      <dsp:spPr>
        <a:xfrm>
          <a:off x="2676" y="2589116"/>
          <a:ext cx="2093555" cy="837422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EDA</a:t>
          </a:r>
          <a:endParaRPr lang="en-US" sz="2600" kern="1200" dirty="0"/>
        </a:p>
      </dsp:txBody>
      <dsp:txXfrm>
        <a:off x="421387" y="2589116"/>
        <a:ext cx="1256133" cy="837422"/>
      </dsp:txXfrm>
    </dsp:sp>
    <dsp:sp modelId="{FE618408-79D5-43A8-A1B2-3D916609B5C1}">
      <dsp:nvSpPr>
        <dsp:cNvPr id="0" name=""/>
        <dsp:cNvSpPr/>
      </dsp:nvSpPr>
      <dsp:spPr>
        <a:xfrm>
          <a:off x="1824070" y="2660297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Problem</a:t>
          </a:r>
        </a:p>
      </dsp:txBody>
      <dsp:txXfrm>
        <a:off x="2171600" y="2660297"/>
        <a:ext cx="1042591" cy="695060"/>
      </dsp:txXfrm>
    </dsp:sp>
    <dsp:sp modelId="{688F85DF-1615-4660-A8F2-C2CEB9B22B20}">
      <dsp:nvSpPr>
        <dsp:cNvPr id="0" name=""/>
        <dsp:cNvSpPr/>
      </dsp:nvSpPr>
      <dsp:spPr>
        <a:xfrm>
          <a:off x="3318450" y="2660297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</a:t>
          </a:r>
        </a:p>
      </dsp:txBody>
      <dsp:txXfrm>
        <a:off x="3665980" y="2660297"/>
        <a:ext cx="1042591" cy="695060"/>
      </dsp:txXfrm>
    </dsp:sp>
    <dsp:sp modelId="{0DFD7875-9361-4422-9919-8D358880BD31}">
      <dsp:nvSpPr>
        <dsp:cNvPr id="0" name=""/>
        <dsp:cNvSpPr/>
      </dsp:nvSpPr>
      <dsp:spPr>
        <a:xfrm>
          <a:off x="4812831" y="2660297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Analysis</a:t>
          </a:r>
        </a:p>
      </dsp:txBody>
      <dsp:txXfrm>
        <a:off x="5160361" y="2660297"/>
        <a:ext cx="1042591" cy="695060"/>
      </dsp:txXfrm>
    </dsp:sp>
    <dsp:sp modelId="{FDBA6836-B48A-41FD-A3B6-DD0845B1D674}">
      <dsp:nvSpPr>
        <dsp:cNvPr id="0" name=""/>
        <dsp:cNvSpPr/>
      </dsp:nvSpPr>
      <dsp:spPr>
        <a:xfrm>
          <a:off x="6307211" y="2660297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</a:t>
          </a:r>
        </a:p>
      </dsp:txBody>
      <dsp:txXfrm>
        <a:off x="6654741" y="2660297"/>
        <a:ext cx="1042591" cy="695060"/>
      </dsp:txXfrm>
    </dsp:sp>
    <dsp:sp modelId="{80980F40-BCD6-4D92-A981-9DD1D98167FA}">
      <dsp:nvSpPr>
        <dsp:cNvPr id="0" name=""/>
        <dsp:cNvSpPr/>
      </dsp:nvSpPr>
      <dsp:spPr>
        <a:xfrm>
          <a:off x="7801591" y="2660297"/>
          <a:ext cx="1737651" cy="695060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Conclusions </a:t>
          </a:r>
          <a:endParaRPr lang="en-US" sz="1600" kern="1200"/>
        </a:p>
      </dsp:txBody>
      <dsp:txXfrm>
        <a:off x="8149121" y="2660297"/>
        <a:ext cx="1042591" cy="695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5EE09-3E00-4990-ACD7-F6DCE392C7FE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FA256-A056-48C7-A1C1-E1281883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6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parsimonious : Using a minimal number of assumptions, steps, or conjectures.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FA256-A056-48C7-A1C1-E1281883F2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15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7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1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2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45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72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23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47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8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19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8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54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711B9-C5D6-44C3-BEE3-505794BD04A2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6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Benefits, Techniques, and Examples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5EC6651A-CC3C-F8DE-66F6-A997B830A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559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2F62E1-A07F-8A1B-B0DF-2C349883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</a:t>
            </a:r>
            <a:endParaRPr lang="x-non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849F92-EEBD-1A06-FEA3-2C724FFE5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72" y="2635747"/>
            <a:ext cx="8138453" cy="330356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99210CC-602D-C5CE-8E87-85D4143B3230}"/>
              </a:ext>
            </a:extLst>
          </p:cNvPr>
          <p:cNvSpPr/>
          <p:nvPr/>
        </p:nvSpPr>
        <p:spPr>
          <a:xfrm>
            <a:off x="7494815" y="2939141"/>
            <a:ext cx="1061358" cy="122464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loud Callout 18">
            <a:extLst>
              <a:ext uri="{FF2B5EF4-FFF2-40B4-BE49-F238E27FC236}">
                <a16:creationId xmlns:a16="http://schemas.microsoft.com/office/drawing/2014/main" id="{00E23A30-A84A-23D1-F74F-501B80B603C8}"/>
              </a:ext>
            </a:extLst>
          </p:cNvPr>
          <p:cNvSpPr/>
          <p:nvPr/>
        </p:nvSpPr>
        <p:spPr>
          <a:xfrm>
            <a:off x="8430487" y="4795412"/>
            <a:ext cx="2548020" cy="1396925"/>
          </a:xfrm>
          <a:prstGeom prst="cloudCallout">
            <a:avLst>
              <a:gd name="adj1" fmla="val -63500"/>
              <a:gd name="adj2" fmla="val 638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in the data?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A47351-55C0-CEC6-79B1-DCBB011AE34E}"/>
              </a:ext>
            </a:extLst>
          </p:cNvPr>
          <p:cNvSpPr/>
          <p:nvPr/>
        </p:nvSpPr>
        <p:spPr>
          <a:xfrm>
            <a:off x="7093714" y="5048437"/>
            <a:ext cx="931780" cy="89087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llout: Line with Border and Accent Bar 11">
            <a:extLst>
              <a:ext uri="{FF2B5EF4-FFF2-40B4-BE49-F238E27FC236}">
                <a16:creationId xmlns:a16="http://schemas.microsoft.com/office/drawing/2014/main" id="{539541D4-8C40-37AD-A8DD-01578A3A16C4}"/>
              </a:ext>
            </a:extLst>
          </p:cNvPr>
          <p:cNvSpPr/>
          <p:nvPr/>
        </p:nvSpPr>
        <p:spPr>
          <a:xfrm>
            <a:off x="9455625" y="2205535"/>
            <a:ext cx="1790700" cy="533400"/>
          </a:xfrm>
          <a:prstGeom prst="accentBorderCallout1">
            <a:avLst>
              <a:gd name="adj1" fmla="val 18750"/>
              <a:gd name="adj2" fmla="val -8333"/>
              <a:gd name="adj3" fmla="val 164881"/>
              <a:gd name="adj4" fmla="val -589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Identifying the Right Data</a:t>
            </a:r>
            <a:endParaRPr lang="x-non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9210CC-602D-C5CE-8E87-85D4143B3230}"/>
              </a:ext>
            </a:extLst>
          </p:cNvPr>
          <p:cNvSpPr/>
          <p:nvPr/>
        </p:nvSpPr>
        <p:spPr>
          <a:xfrm>
            <a:off x="7725577" y="3981674"/>
            <a:ext cx="1061358" cy="122464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llout: Line with Border and Accent Bar 11">
            <a:extLst>
              <a:ext uri="{FF2B5EF4-FFF2-40B4-BE49-F238E27FC236}">
                <a16:creationId xmlns:a16="http://schemas.microsoft.com/office/drawing/2014/main" id="{539541D4-8C40-37AD-A8DD-01578A3A16C4}"/>
              </a:ext>
            </a:extLst>
          </p:cNvPr>
          <p:cNvSpPr/>
          <p:nvPr/>
        </p:nvSpPr>
        <p:spPr>
          <a:xfrm>
            <a:off x="9704497" y="3316953"/>
            <a:ext cx="1790700" cy="533400"/>
          </a:xfrm>
          <a:prstGeom prst="accentBorderCallout1">
            <a:avLst>
              <a:gd name="adj1" fmla="val 18750"/>
              <a:gd name="adj2" fmla="val -8333"/>
              <a:gd name="adj3" fmla="val 164881"/>
              <a:gd name="adj4" fmla="val -589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 the Data</a:t>
            </a:r>
            <a:endParaRPr lang="x-none" dirty="0"/>
          </a:p>
        </p:txBody>
      </p:sp>
      <p:pic>
        <p:nvPicPr>
          <p:cNvPr id="2" name="Picture 1" descr="Iqra University - IU">
            <a:extLst>
              <a:ext uri="{FF2B5EF4-FFF2-40B4-BE49-F238E27FC236}">
                <a16:creationId xmlns:a16="http://schemas.microsoft.com/office/drawing/2014/main" id="{830D2106-4820-925D-2781-9228132B3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66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blipFill dpi="0" rotWithShape="1">
            <a:blip r:embed="rId3">
              <a:alphaModFix amt="2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Exploratory Data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Exploratory Data Analysis: EDA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An approach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precursor to more complex data analysis techniques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such as regression analysis, cluster analysis, and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50401" y="6311900"/>
            <a:ext cx="6541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Self-Study: https://www.itl.nist.gov/div898/handbook/eda/eda.htm</a:t>
            </a:r>
          </a:p>
        </p:txBody>
      </p:sp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746D4903-60FB-B10E-62CB-8E3FAE337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49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190673421"/>
              </p:ext>
            </p:extLst>
          </p:nvPr>
        </p:nvGraphicFramePr>
        <p:xfrm>
          <a:off x="558800" y="1439333"/>
          <a:ext cx="11303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38C1F084-7365-597D-994F-D5A60D03C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954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other EDA approaches?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Start with a general science/engineering problem and all yield science/engineering conclusions. </a:t>
            </a:r>
          </a:p>
          <a:p>
            <a:pPr lvl="1"/>
            <a:r>
              <a:rPr lang="en-US" dirty="0"/>
              <a:t>Classical</a:t>
            </a:r>
          </a:p>
          <a:p>
            <a:pPr lvl="2"/>
            <a:r>
              <a:rPr lang="en-US" dirty="0"/>
              <a:t>such as summary statistics and hypothesis testing</a:t>
            </a:r>
          </a:p>
          <a:p>
            <a:pPr lvl="2"/>
            <a:r>
              <a:rPr lang="en-US" dirty="0"/>
              <a:t>analyze data in a structured manner</a:t>
            </a:r>
          </a:p>
          <a:p>
            <a:pPr lvl="2"/>
            <a:r>
              <a:rPr lang="en-US" dirty="0"/>
              <a:t>useful for answering specific research questions</a:t>
            </a:r>
          </a:p>
          <a:p>
            <a:pPr lvl="2"/>
            <a:r>
              <a:rPr lang="en-US" dirty="0"/>
              <a:t>do not provide a comprehensive understanding of the data.</a:t>
            </a:r>
          </a:p>
          <a:p>
            <a:pPr lvl="1"/>
            <a:r>
              <a:rPr lang="en-US" dirty="0"/>
              <a:t>Bayesian</a:t>
            </a:r>
          </a:p>
          <a:p>
            <a:pPr lvl="2"/>
            <a:r>
              <a:rPr lang="en-US" dirty="0"/>
              <a:t>analyze data by incorporating prior knowledge and beliefs.</a:t>
            </a:r>
          </a:p>
          <a:p>
            <a:pPr lvl="2"/>
            <a:r>
              <a:rPr lang="en-US" dirty="0"/>
              <a:t>useful for making predictions and updating beliefs</a:t>
            </a:r>
          </a:p>
          <a:p>
            <a:pPr lvl="2"/>
            <a:r>
              <a:rPr lang="en-US" dirty="0"/>
              <a:t>require a strong understanding of probability theory and can be computationally intensive.</a:t>
            </a:r>
          </a:p>
          <a:p>
            <a:pPr lvl="1"/>
            <a:r>
              <a:rPr lang="en-US" dirty="0"/>
              <a:t>Exploratory (EDA)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AD75B520-94B7-55DB-A15C-D37747571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qra University - IU">
            <a:extLst>
              <a:ext uri="{FF2B5EF4-FFF2-40B4-BE49-F238E27FC236}">
                <a16:creationId xmlns:a16="http://schemas.microsoft.com/office/drawing/2014/main" id="{86190E70-2CD8-25D2-D6D9-E803D7194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6563" y="2316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639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Does Exploratory Data Analysis differ from Classical Data Analysis?</a:t>
            </a:r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087267897"/>
              </p:ext>
            </p:extLst>
          </p:nvPr>
        </p:nvGraphicFramePr>
        <p:xfrm>
          <a:off x="577850" y="2147888"/>
          <a:ext cx="11036300" cy="4106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/>
          <p:cNvSpPr/>
          <p:nvPr/>
        </p:nvSpPr>
        <p:spPr>
          <a:xfrm>
            <a:off x="3048000" y="593105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the real world, data analysts freely mix elements of all of the above three approaches (and other approaches)</a:t>
            </a:r>
          </a:p>
        </p:txBody>
      </p:sp>
      <p:pic>
        <p:nvPicPr>
          <p:cNvPr id="2" name="Picture 1" descr="Iqra University - IU">
            <a:extLst>
              <a:ext uri="{FF2B5EF4-FFF2-40B4-BE49-F238E27FC236}">
                <a16:creationId xmlns:a16="http://schemas.microsoft.com/office/drawing/2014/main" id="{AEF7CBF2-DB8F-740F-E05C-210C22310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32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 for EDA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647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Univariate Analysis</a:t>
            </a:r>
          </a:p>
          <a:p>
            <a:r>
              <a:rPr lang="en-US" dirty="0"/>
              <a:t>Bivariate Analysis</a:t>
            </a:r>
          </a:p>
          <a:p>
            <a:r>
              <a:rPr lang="en-US" dirty="0"/>
              <a:t>Multivariate Analysis</a:t>
            </a:r>
          </a:p>
          <a:p>
            <a:r>
              <a:rPr lang="en-US" dirty="0"/>
              <a:t>Correlation and Regression Analysis</a:t>
            </a:r>
          </a:p>
          <a:p>
            <a:r>
              <a:rPr lang="en-US" dirty="0"/>
              <a:t>Cluster Analysis</a:t>
            </a:r>
          </a:p>
          <a:p>
            <a:r>
              <a:rPr lang="en-US" dirty="0"/>
              <a:t>Time Series Analysis</a:t>
            </a:r>
          </a:p>
          <a:p>
            <a:r>
              <a:rPr lang="en-US" dirty="0"/>
              <a:t>Principal Component Analysis</a:t>
            </a:r>
          </a:p>
          <a:p>
            <a:r>
              <a:rPr lang="en-US" dirty="0"/>
              <a:t>Factor Analysis</a:t>
            </a:r>
          </a:p>
          <a:p>
            <a:r>
              <a:rPr lang="en-US" dirty="0"/>
              <a:t>Discriminant Analysis</a:t>
            </a:r>
          </a:p>
          <a:p>
            <a:r>
              <a:rPr lang="en-US" dirty="0"/>
              <a:t>Canonical Correlation Analysis</a:t>
            </a:r>
          </a:p>
          <a:p>
            <a:r>
              <a:rPr lang="en-US" dirty="0"/>
              <a:t>Spatial Analysis</a:t>
            </a:r>
          </a:p>
          <a:p>
            <a:r>
              <a:rPr lang="en-US" dirty="0"/>
              <a:t>Text Analysis</a:t>
            </a:r>
          </a:p>
          <a:p>
            <a:r>
              <a:rPr lang="en-US" dirty="0"/>
              <a:t>Network Analysis</a:t>
            </a:r>
          </a:p>
        </p:txBody>
      </p:sp>
      <p:pic>
        <p:nvPicPr>
          <p:cNvPr id="2" name="Picture 1" descr="Iqra University - IU">
            <a:extLst>
              <a:ext uri="{FF2B5EF4-FFF2-40B4-BE49-F238E27FC236}">
                <a16:creationId xmlns:a16="http://schemas.microsoft.com/office/drawing/2014/main" id="{30F306B3-A8FE-D28D-73FE-9736DDD98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5823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Analysis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statistical technique in data analysis that involves the examination and evaluation of a single variable in isolation.</a:t>
            </a:r>
          </a:p>
          <a:p>
            <a:r>
              <a:rPr lang="en-US" dirty="0"/>
              <a:t>Primarily concerned with understanding the characteristics, distribution, and properties of one variable at a time.</a:t>
            </a:r>
          </a:p>
          <a:p>
            <a:r>
              <a:rPr lang="en-US" dirty="0"/>
              <a:t>Provides a foundational and fundamental understanding of individual variables.</a:t>
            </a:r>
          </a:p>
        </p:txBody>
      </p:sp>
      <p:pic>
        <p:nvPicPr>
          <p:cNvPr id="2" name="Picture 1" descr="Iqra University - IU">
            <a:extLst>
              <a:ext uri="{FF2B5EF4-FFF2-40B4-BE49-F238E27FC236}">
                <a16:creationId xmlns:a16="http://schemas.microsoft.com/office/drawing/2014/main" id="{3FC15FDF-0F57-E9C3-F353-47C0E5CBE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13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513263"/>
          </a:xfrm>
        </p:spPr>
        <p:txBody>
          <a:bodyPr/>
          <a:lstStyle/>
          <a:p>
            <a:pPr marL="0" indent="0">
              <a:buNone/>
            </a:pPr>
            <a:r>
              <a:rPr lang="en-US" sz="3000" dirty="0"/>
              <a:t>Following are the objectives of Univariate analysis:</a:t>
            </a:r>
          </a:p>
          <a:p>
            <a:r>
              <a:rPr lang="en-US" sz="3000" dirty="0"/>
              <a:t>Descriptive Statistics</a:t>
            </a:r>
          </a:p>
          <a:p>
            <a:r>
              <a:rPr lang="en-US" sz="3000" dirty="0"/>
              <a:t>Data Understanding</a:t>
            </a:r>
          </a:p>
          <a:p>
            <a:r>
              <a:rPr lang="en-US" sz="3000" dirty="0"/>
              <a:t>Data Visualization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9065726B-B57C-DCEB-3CC8-52E0467EE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83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513263"/>
          </a:xfrm>
        </p:spPr>
        <p:txBody>
          <a:bodyPr/>
          <a:lstStyle/>
          <a:p>
            <a:pPr marL="0" indent="0">
              <a:buNone/>
            </a:pPr>
            <a:endParaRPr lang="en-US" sz="3000" b="1" dirty="0"/>
          </a:p>
          <a:p>
            <a:pPr marL="0" indent="0">
              <a:buNone/>
            </a:pPr>
            <a:r>
              <a:rPr lang="en-US" sz="2400" dirty="0"/>
              <a:t>The primary objective of univariate analysis is to compute and report     descriptive statistics for a single variable.</a:t>
            </a:r>
          </a:p>
          <a:p>
            <a:pPr marL="0" indent="0">
              <a:buNone/>
            </a:pPr>
            <a:r>
              <a:rPr lang="en-US" sz="2400" dirty="0"/>
              <a:t>Descriptive statistics are broken into two categories:</a:t>
            </a:r>
          </a:p>
          <a:p>
            <a:pPr lvl="1"/>
            <a:r>
              <a:rPr lang="en-US" b="1" dirty="0"/>
              <a:t>Measures of central tendencies</a:t>
            </a:r>
          </a:p>
          <a:p>
            <a:pPr lvl="1"/>
            <a:r>
              <a:rPr lang="en-US" dirty="0"/>
              <a:t>Measures of variability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587" y="4246562"/>
            <a:ext cx="6448425" cy="2352675"/>
          </a:xfrm>
          <a:prstGeom prst="rect">
            <a:avLst/>
          </a:prstGeom>
        </p:spPr>
      </p:pic>
      <p:pic>
        <p:nvPicPr>
          <p:cNvPr id="5" name="Picture 4" descr="Iqra University - IU">
            <a:extLst>
              <a:ext uri="{FF2B5EF4-FFF2-40B4-BE49-F238E27FC236}">
                <a16:creationId xmlns:a16="http://schemas.microsoft.com/office/drawing/2014/main" id="{B5060F6B-F3F1-7146-E7C9-9002095A7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748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513263"/>
          </a:xfrm>
        </p:spPr>
        <p:txBody>
          <a:bodyPr/>
          <a:lstStyle/>
          <a:p>
            <a:pPr marL="0" indent="0">
              <a:buNone/>
            </a:pPr>
            <a:endParaRPr lang="en-US" sz="3000" b="1" dirty="0"/>
          </a:p>
          <a:p>
            <a:pPr marL="0" indent="0">
              <a:buNone/>
            </a:pPr>
            <a:r>
              <a:rPr lang="en-US" sz="2400" dirty="0"/>
              <a:t>The primary objective of univariate analysis is to compute and report     descriptive statistics for a single variable.</a:t>
            </a:r>
          </a:p>
          <a:p>
            <a:pPr marL="0" indent="0">
              <a:buNone/>
            </a:pPr>
            <a:r>
              <a:rPr lang="en-US" sz="2400" dirty="0"/>
              <a:t>Descriptive statistics are broken into two categories:</a:t>
            </a:r>
          </a:p>
          <a:p>
            <a:pPr lvl="1"/>
            <a:r>
              <a:rPr lang="en-US" dirty="0"/>
              <a:t>Measures of central tendencies</a:t>
            </a:r>
          </a:p>
          <a:p>
            <a:pPr lvl="1"/>
            <a:r>
              <a:rPr lang="en-US" b="1" dirty="0"/>
              <a:t>Measures of variability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150" y="4260850"/>
            <a:ext cx="8267700" cy="1714500"/>
          </a:xfrm>
          <a:prstGeom prst="rect">
            <a:avLst/>
          </a:prstGeom>
        </p:spPr>
      </p:pic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F3DE9C8D-C29F-0288-300D-12746CA9B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291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Central Tendencies-Mean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775" y="1650206"/>
            <a:ext cx="9696450" cy="3152775"/>
          </a:xfrm>
        </p:spPr>
      </p:pic>
      <p:sp>
        <p:nvSpPr>
          <p:cNvPr id="7" name="Rectangle 6"/>
          <p:cNvSpPr/>
          <p:nvPr/>
        </p:nvSpPr>
        <p:spPr>
          <a:xfrm>
            <a:off x="1270000" y="4973935"/>
            <a:ext cx="9677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find out the average of the horsepower of the cars among the population of cars, we will check and calculate the average of the values: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185" y="5625986"/>
            <a:ext cx="6703629" cy="813027"/>
          </a:xfrm>
          <a:prstGeom prst="rect">
            <a:avLst/>
          </a:prstGeom>
        </p:spPr>
      </p:pic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B09E711B-DD39-577B-8F17-CC0143733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122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Central Tendencies-Median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86" y="1383610"/>
            <a:ext cx="10802303" cy="5236146"/>
          </a:xfrm>
          <a:prstGeom prst="rect">
            <a:avLst/>
          </a:prstGeom>
        </p:spPr>
      </p:pic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88A1B760-E079-69A0-3A0B-2F373C900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030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Central Tendencies-Mode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88" y="1543525"/>
            <a:ext cx="10467023" cy="4913948"/>
          </a:xfrm>
          <a:prstGeom prst="rect">
            <a:avLst/>
          </a:prstGeom>
        </p:spPr>
      </p:pic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D048BB17-6184-0AF7-7EE2-E45DC5BEB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196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Spread-Range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07" y="1730820"/>
            <a:ext cx="10856786" cy="4540949"/>
          </a:xfrm>
        </p:spPr>
      </p:pic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A331E61C-60F6-552E-54F2-A93CCA256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732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Spread-Quartiles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1764347"/>
            <a:ext cx="10477500" cy="4473893"/>
          </a:xfrm>
        </p:spPr>
      </p:pic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6D94C5FC-2A75-FF04-E331-031EAACE3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90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Spread-Quartiles(IQR Calculation)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36" y="1586753"/>
            <a:ext cx="10557129" cy="4829080"/>
          </a:xfrm>
        </p:spPr>
      </p:pic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346EC94C-3673-9879-805A-21246443E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19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Spread-Variance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0239"/>
            <a:ext cx="10603230" cy="5082636"/>
          </a:xfrm>
        </p:spPr>
      </p:pic>
    </p:spTree>
    <p:extLst>
      <p:ext uri="{BB962C8B-B14F-4D97-AF65-F5344CB8AC3E}">
        <p14:creationId xmlns:p14="http://schemas.microsoft.com/office/powerpoint/2010/main" val="3003129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Spread-Standard deviation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07" y="1557941"/>
            <a:ext cx="10856786" cy="4886706"/>
          </a:xfrm>
        </p:spPr>
      </p:pic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B06435D8-8D8A-E938-F1A3-D4152ED2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24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understanding in univariate analysis is a crucial step.</a:t>
            </a:r>
          </a:p>
          <a:p>
            <a:r>
              <a:rPr lang="en-US" dirty="0"/>
              <a:t>Univariate analysis focuses on examining and understanding a single variable at a time</a:t>
            </a:r>
          </a:p>
          <a:p>
            <a:r>
              <a:rPr lang="en-US" dirty="0"/>
              <a:t>Here are the key steps for data understanding in univariate analysis: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Data Collection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Data Inspection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Data Cleaning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B4277DAE-49FB-844D-31A7-07FEBA4F7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7141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statistical method used in data analysis to examine and understand the relationship, association, or interaction between two different variables.</a:t>
            </a:r>
          </a:p>
          <a:p>
            <a:r>
              <a:rPr lang="en-US" dirty="0"/>
              <a:t>It involves the simultaneous analysis of two variables, which can be numerical or categorical. </a:t>
            </a:r>
          </a:p>
          <a:p>
            <a:r>
              <a:rPr lang="en-US" dirty="0"/>
              <a:t>It explores how changes in one variable are associated with changes in another variable.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84B386A5-1769-1068-E414-BE9DFB2B9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134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Bivariate analysis involves examining the relationships or associations between two different variables. </a:t>
            </a:r>
          </a:p>
          <a:p>
            <a:pPr marL="0" indent="0">
              <a:buNone/>
            </a:pPr>
            <a:r>
              <a:rPr lang="en-US" dirty="0"/>
              <a:t>The type of bivariate analysis you choose depends on the nature of the variables you're working with.</a:t>
            </a:r>
          </a:p>
          <a:p>
            <a:pPr marL="0" indent="0">
              <a:buNone/>
            </a:pPr>
            <a:r>
              <a:rPr lang="en-US" dirty="0"/>
              <a:t> Here are the common types of bivariate analysis: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Numerical-Numerical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Categorical-Categorical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Categorical-Numerical Analysis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A81E23A0-B858-CDCB-C462-C216F76CE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662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/>
            <a:r>
              <a:rPr lang="en-US" dirty="0"/>
              <a:t>Numerical-Numerical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Numerical-numerical bivariate analysis, also known as correlation analysis, is a statistical technique used to examine the relationship between two numerical variables.</a:t>
            </a:r>
          </a:p>
          <a:p>
            <a:r>
              <a:rPr lang="en-US" dirty="0"/>
              <a:t> The primary goal is to understand whether and to what extent the two variables are related and the nature of that relationship.</a:t>
            </a:r>
          </a:p>
          <a:p>
            <a:r>
              <a:rPr lang="en-US" dirty="0"/>
              <a:t>Correlation analysis quantifies the strength, direction, and linearity of the relationship between these variables.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316C414E-0326-3A28-C2F5-D27FB4116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991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/>
            <a:r>
              <a:rPr lang="en-US" dirty="0"/>
              <a:t>Steps for Numerical-Numerical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the variable</a:t>
            </a:r>
          </a:p>
          <a:p>
            <a:r>
              <a:rPr lang="en-US" dirty="0"/>
              <a:t>Visualize the data</a:t>
            </a:r>
          </a:p>
          <a:p>
            <a:r>
              <a:rPr lang="en-US" dirty="0"/>
              <a:t>Calculate the Correlation Coefficient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Pearson Correlation Coefficient (r)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Spearman Rank Correlation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CF3758C7-6ACA-C6FA-D069-2508C0C75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281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 Correlation Coefficient(r)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n-US" dirty="0"/>
              <a:t>Measures the linear relationship between two variables. It ranges from -1 (perfect negative correlation) to 1 (perfect positive correlation), with 0 indicating no linear correlation.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225" y="3021012"/>
            <a:ext cx="5162550" cy="2771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" y="2906712"/>
            <a:ext cx="4791075" cy="3076575"/>
          </a:xfrm>
          <a:prstGeom prst="rect">
            <a:avLst/>
          </a:prstGeom>
        </p:spPr>
      </p:pic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B1F0E80B-823B-685B-8FD9-0F12B21AB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236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1A2D-6327-CB5A-71F1-AD64DBD2D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D29986-1212-38C8-DD71-52872EDE9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312" y="1819274"/>
            <a:ext cx="7953375" cy="41194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Iqra University - IU">
            <a:extLst>
              <a:ext uri="{FF2B5EF4-FFF2-40B4-BE49-F238E27FC236}">
                <a16:creationId xmlns:a16="http://schemas.microsoft.com/office/drawing/2014/main" id="{9BBECB6C-61BF-A023-EBD9-1445564CA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810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201D-AABD-7001-47DD-782BFE31C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 Correlation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00E6F6-0E71-3882-C0DD-EEAADE446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717" y="1515627"/>
            <a:ext cx="7044506" cy="490483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F428D8F-2854-6CC8-DEB2-48D72D4C973F}"/>
              </a:ext>
            </a:extLst>
          </p:cNvPr>
          <p:cNvGrpSpPr/>
          <p:nvPr/>
        </p:nvGrpSpPr>
        <p:grpSpPr>
          <a:xfrm>
            <a:off x="732657" y="1621094"/>
            <a:ext cx="3770516" cy="2209108"/>
            <a:chOff x="732657" y="1621094"/>
            <a:chExt cx="3770516" cy="22091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CBBFBB-12DE-1718-95C2-F19BA0563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2299" b="57613"/>
            <a:stretch/>
          </p:blipFill>
          <p:spPr>
            <a:xfrm>
              <a:off x="732657" y="1621094"/>
              <a:ext cx="2531654" cy="80747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68C4AC-226F-4A73-9A3B-DB9F1CD43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3851" t="30417"/>
            <a:stretch/>
          </p:blipFill>
          <p:spPr>
            <a:xfrm>
              <a:off x="732657" y="2504639"/>
              <a:ext cx="3770516" cy="1325563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B7EE2A-6542-673B-4A23-BE02D831E110}"/>
              </a:ext>
            </a:extLst>
          </p:cNvPr>
          <p:cNvGrpSpPr/>
          <p:nvPr/>
        </p:nvGrpSpPr>
        <p:grpSpPr>
          <a:xfrm>
            <a:off x="291819" y="3830202"/>
            <a:ext cx="4151823" cy="1697496"/>
            <a:chOff x="291819" y="3830202"/>
            <a:chExt cx="4151823" cy="169749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B599CC-C089-1D1D-3AE8-626768B4B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8461" b="68483"/>
            <a:stretch/>
          </p:blipFill>
          <p:spPr>
            <a:xfrm>
              <a:off x="798948" y="3830202"/>
              <a:ext cx="3137566" cy="66644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510BBF3-E26F-5908-133D-8220F43F7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0310" t="27189" r="2358" b="31027"/>
            <a:stretch/>
          </p:blipFill>
          <p:spPr>
            <a:xfrm>
              <a:off x="291819" y="4644153"/>
              <a:ext cx="4151823" cy="883545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9B26970-DAA6-DD8D-E4C6-B8E8A6BD6E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36" t="61997" r="16416" b="6485"/>
          <a:stretch/>
        </p:blipFill>
        <p:spPr>
          <a:xfrm>
            <a:off x="838200" y="5901530"/>
            <a:ext cx="5804566" cy="666443"/>
          </a:xfrm>
          <a:prstGeom prst="rect">
            <a:avLst/>
          </a:prstGeom>
        </p:spPr>
      </p:pic>
      <p:pic>
        <p:nvPicPr>
          <p:cNvPr id="17" name="Picture 16" descr="Iqra University - IU">
            <a:extLst>
              <a:ext uri="{FF2B5EF4-FFF2-40B4-BE49-F238E27FC236}">
                <a16:creationId xmlns:a16="http://schemas.microsoft.com/office/drawing/2014/main" id="{F51E0812-16BF-8F9F-4632-8627617AD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7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Spearman Rank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Measures the monotonic (non-linear) relationship between two variables based on their ranked values. It's more robust to outliers and non-linear relationships.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650" y="3252787"/>
            <a:ext cx="3771900" cy="1571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287" y="3111500"/>
            <a:ext cx="5305425" cy="3048000"/>
          </a:xfrm>
          <a:prstGeom prst="rect">
            <a:avLst/>
          </a:prstGeom>
        </p:spPr>
      </p:pic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A80F5082-3C52-1E9C-FA8B-DD513E257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257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FCA7-0797-D4E6-22D4-E5E71555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Spearman Rank Correlation Coefficient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X and Y using the following dataset. Interpret the result.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A6FA6F-320D-0EC4-A65A-7791AA4D5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554151"/>
              </p:ext>
            </p:extLst>
          </p:nvPr>
        </p:nvGraphicFramePr>
        <p:xfrm>
          <a:off x="1333909" y="1997859"/>
          <a:ext cx="2952956" cy="42505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9124">
                  <a:extLst>
                    <a:ext uri="{9D8B030D-6E8A-4147-A177-3AD203B41FA5}">
                      <a16:colId xmlns:a16="http://schemas.microsoft.com/office/drawing/2014/main" val="2447654644"/>
                    </a:ext>
                  </a:extLst>
                </a:gridCol>
                <a:gridCol w="1533832">
                  <a:extLst>
                    <a:ext uri="{9D8B030D-6E8A-4147-A177-3AD203B41FA5}">
                      <a16:colId xmlns:a16="http://schemas.microsoft.com/office/drawing/2014/main" val="3447345825"/>
                    </a:ext>
                  </a:extLst>
                </a:gridCol>
              </a:tblGrid>
              <a:tr h="386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526777"/>
                  </a:ext>
                </a:extLst>
              </a:tr>
              <a:tr h="386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88927"/>
                  </a:ext>
                </a:extLst>
              </a:tr>
              <a:tr h="386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457739"/>
                  </a:ext>
                </a:extLst>
              </a:tr>
              <a:tr h="386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54520"/>
                  </a:ext>
                </a:extLst>
              </a:tr>
              <a:tr h="386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653468"/>
                  </a:ext>
                </a:extLst>
              </a:tr>
              <a:tr h="386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348080"/>
                  </a:ext>
                </a:extLst>
              </a:tr>
              <a:tr h="386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526517"/>
                  </a:ext>
                </a:extLst>
              </a:tr>
              <a:tr h="386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52.81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306471"/>
                  </a:ext>
                </a:extLst>
              </a:tr>
              <a:tr h="386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834546"/>
                  </a:ext>
                </a:extLst>
              </a:tr>
              <a:tr h="386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32.79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23581"/>
                  </a:ext>
                </a:extLst>
              </a:tr>
              <a:tr h="386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84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553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3786</TotalTime>
  <Words>849</Words>
  <Application>Microsoft Office PowerPoint</Application>
  <PresentationFormat>Widescreen</PresentationFormat>
  <Paragraphs>163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Wingdings</vt:lpstr>
      <vt:lpstr>Office Theme</vt:lpstr>
      <vt:lpstr>Exploratory Data Analysis</vt:lpstr>
      <vt:lpstr>Recall</vt:lpstr>
      <vt:lpstr>What is Exploratory Data Analysis?</vt:lpstr>
      <vt:lpstr>Why EDA?</vt:lpstr>
      <vt:lpstr>What are other EDA approaches?</vt:lpstr>
      <vt:lpstr>How Does Exploratory Data Analysis differ from Classical Data Analysis?</vt:lpstr>
      <vt:lpstr>Techniques for EDA</vt:lpstr>
      <vt:lpstr>Univariate Analysis</vt:lpstr>
      <vt:lpstr>Objectives</vt:lpstr>
      <vt:lpstr>Descriptive Statistics</vt:lpstr>
      <vt:lpstr>Descriptive Statistics</vt:lpstr>
      <vt:lpstr>Measures of Central Tendencies-Mean</vt:lpstr>
      <vt:lpstr>Measures of Central Tendencies-Median</vt:lpstr>
      <vt:lpstr>Measures of Central Tendencies-Mode</vt:lpstr>
      <vt:lpstr>Measures of Spread-Range</vt:lpstr>
      <vt:lpstr>Measures of Spread-Quartiles</vt:lpstr>
      <vt:lpstr>Measures of Spread-Quartiles(IQR Calculation)</vt:lpstr>
      <vt:lpstr>Measures of Spread-Variance</vt:lpstr>
      <vt:lpstr>Measures of Spread-Standard deviation</vt:lpstr>
      <vt:lpstr>Data Understanding</vt:lpstr>
      <vt:lpstr>Bivariate Analysis</vt:lpstr>
      <vt:lpstr>Types of Bivariate Analysis</vt:lpstr>
      <vt:lpstr>Numerical-Numerical Analysis</vt:lpstr>
      <vt:lpstr>Steps for Numerical-Numerical Analysis</vt:lpstr>
      <vt:lpstr>Pearson Correlation Coefficient(r)</vt:lpstr>
      <vt:lpstr>Sample Data</vt:lpstr>
      <vt:lpstr>Pearson Correlation</vt:lpstr>
      <vt:lpstr>Spearman Rank Correlation</vt:lpstr>
      <vt:lpstr>Calculate the Spearman Rank Correlation Coefficient between X and Y using the following dataset. Interpret the result.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</dc:title>
  <dc:creator>fahad satti</dc:creator>
  <cp:lastModifiedBy>Faheem Shaukat</cp:lastModifiedBy>
  <cp:revision>116</cp:revision>
  <dcterms:created xsi:type="dcterms:W3CDTF">2023-10-17T06:20:01Z</dcterms:created>
  <dcterms:modified xsi:type="dcterms:W3CDTF">2025-11-13T08:28:32Z</dcterms:modified>
</cp:coreProperties>
</file>