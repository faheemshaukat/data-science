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8002E-58FB-4BC8-91ED-A2F5551616E2}" v="66" dt="2025-06-02T05:33:33.93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1AD8002E-58FB-4BC8-91ED-A2F5551616E2}"/>
    <pc:docChg chg="undo custSel addSld modSld">
      <pc:chgData name="(FA21-RCS-015) LAIBA SABIR" userId="cdfba985-6cea-425f-a12a-4b4fa79fe82d" providerId="ADAL" clId="{1AD8002E-58FB-4BC8-91ED-A2F5551616E2}" dt="2025-06-02T05:33:33.932" v="512"/>
      <pc:docMkLst>
        <pc:docMk/>
      </pc:docMkLst>
      <pc:sldChg chg="addSp modSp mod">
        <pc:chgData name="(FA21-RCS-015) LAIBA SABIR" userId="cdfba985-6cea-425f-a12a-4b4fa79fe82d" providerId="ADAL" clId="{1AD8002E-58FB-4BC8-91ED-A2F5551616E2}" dt="2025-06-02T05:33:09.105" v="500"/>
        <pc:sldMkLst>
          <pc:docMk/>
          <pc:sldMk cId="2513004100" sldId="256"/>
        </pc:sldMkLst>
        <pc:spChg chg="mod">
          <ac:chgData name="(FA21-RCS-015) LAIBA SABIR" userId="cdfba985-6cea-425f-a12a-4b4fa79fe82d" providerId="ADAL" clId="{1AD8002E-58FB-4BC8-91ED-A2F5551616E2}" dt="2025-06-02T05:12:57.640" v="277" actId="20577"/>
          <ac:spMkLst>
            <pc:docMk/>
            <pc:sldMk cId="2513004100" sldId="256"/>
            <ac:spMk id="2" creationId="{12AC9340-C4B7-CA25-5D5B-B323295D898F}"/>
          </ac:spMkLst>
        </pc:spChg>
        <pc:spChg chg="mod">
          <ac:chgData name="(FA21-RCS-015) LAIBA SABIR" userId="cdfba985-6cea-425f-a12a-4b4fa79fe82d" providerId="ADAL" clId="{1AD8002E-58FB-4BC8-91ED-A2F5551616E2}" dt="2025-06-02T05:13:06.681" v="293" actId="403"/>
          <ac:spMkLst>
            <pc:docMk/>
            <pc:sldMk cId="2513004100" sldId="256"/>
            <ac:spMk id="3" creationId="{3521FC3A-001D-A07C-2E42-A7FF372E8BD8}"/>
          </ac:spMkLst>
        </pc:spChg>
        <pc:picChg chg="add mod">
          <ac:chgData name="(FA21-RCS-015) LAIBA SABIR" userId="cdfba985-6cea-425f-a12a-4b4fa79fe82d" providerId="ADAL" clId="{1AD8002E-58FB-4BC8-91ED-A2F5551616E2}" dt="2025-06-02T05:33:09.105" v="500"/>
          <ac:picMkLst>
            <pc:docMk/>
            <pc:sldMk cId="2513004100" sldId="256"/>
            <ac:picMk id="4" creationId="{F3A0CFCE-9844-C12D-43D9-4E66FC4849E4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10.702" v="501"/>
        <pc:sldMkLst>
          <pc:docMk/>
          <pc:sldMk cId="3817942571" sldId="257"/>
        </pc:sldMkLst>
        <pc:spChg chg="mod">
          <ac:chgData name="(FA21-RCS-015) LAIBA SABIR" userId="cdfba985-6cea-425f-a12a-4b4fa79fe82d" providerId="ADAL" clId="{1AD8002E-58FB-4BC8-91ED-A2F5551616E2}" dt="2025-06-02T05:21:58.137" v="315" actId="113"/>
          <ac:spMkLst>
            <pc:docMk/>
            <pc:sldMk cId="3817942571" sldId="257"/>
            <ac:spMk id="2" creationId="{BA39F836-9EA4-8ECF-6FDF-DD02F5581AB7}"/>
          </ac:spMkLst>
        </pc:spChg>
        <pc:spChg chg="mod">
          <ac:chgData name="(FA21-RCS-015) LAIBA SABIR" userId="cdfba985-6cea-425f-a12a-4b4fa79fe82d" providerId="ADAL" clId="{1AD8002E-58FB-4BC8-91ED-A2F5551616E2}" dt="2025-06-02T05:22:17.167" v="322" actId="20577"/>
          <ac:spMkLst>
            <pc:docMk/>
            <pc:sldMk cId="3817942571" sldId="257"/>
            <ac:spMk id="3" creationId="{6EE424D2-59E2-8655-24B7-F2EE8B358279}"/>
          </ac:spMkLst>
        </pc:spChg>
        <pc:picChg chg="add mod">
          <ac:chgData name="(FA21-RCS-015) LAIBA SABIR" userId="cdfba985-6cea-425f-a12a-4b4fa79fe82d" providerId="ADAL" clId="{1AD8002E-58FB-4BC8-91ED-A2F5551616E2}" dt="2025-06-02T05:33:10.702" v="501"/>
          <ac:picMkLst>
            <pc:docMk/>
            <pc:sldMk cId="3817942571" sldId="257"/>
            <ac:picMk id="4" creationId="{6B213239-F333-0ACB-4E14-23B9417DE3BC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12.254" v="502"/>
        <pc:sldMkLst>
          <pc:docMk/>
          <pc:sldMk cId="2814091002" sldId="258"/>
        </pc:sldMkLst>
        <pc:spChg chg="mod">
          <ac:chgData name="(FA21-RCS-015) LAIBA SABIR" userId="cdfba985-6cea-425f-a12a-4b4fa79fe82d" providerId="ADAL" clId="{1AD8002E-58FB-4BC8-91ED-A2F5551616E2}" dt="2025-06-02T05:23:03.941" v="332" actId="113"/>
          <ac:spMkLst>
            <pc:docMk/>
            <pc:sldMk cId="2814091002" sldId="258"/>
            <ac:spMk id="2" creationId="{F4C07C1F-2555-A3DC-5A4C-3853EAD4BDB1}"/>
          </ac:spMkLst>
        </pc:spChg>
        <pc:graphicFrameChg chg="mod modGraphic">
          <ac:chgData name="(FA21-RCS-015) LAIBA SABIR" userId="cdfba985-6cea-425f-a12a-4b4fa79fe82d" providerId="ADAL" clId="{1AD8002E-58FB-4BC8-91ED-A2F5551616E2}" dt="2025-06-02T05:22:51.090" v="330" actId="14734"/>
          <ac:graphicFrameMkLst>
            <pc:docMk/>
            <pc:sldMk cId="2814091002" sldId="258"/>
            <ac:graphicFrameMk id="4" creationId="{CDA97F3A-0962-9375-F81E-0C6B8F2DC8D8}"/>
          </ac:graphicFrameMkLst>
        </pc:graphicFrameChg>
        <pc:picChg chg="add mod">
          <ac:chgData name="(FA21-RCS-015) LAIBA SABIR" userId="cdfba985-6cea-425f-a12a-4b4fa79fe82d" providerId="ADAL" clId="{1AD8002E-58FB-4BC8-91ED-A2F5551616E2}" dt="2025-06-02T05:33:12.254" v="502"/>
          <ac:picMkLst>
            <pc:docMk/>
            <pc:sldMk cId="2814091002" sldId="258"/>
            <ac:picMk id="5" creationId="{01356ABA-1145-9E01-7A6C-888EDC0A1820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14.088" v="503"/>
        <pc:sldMkLst>
          <pc:docMk/>
          <pc:sldMk cId="312148132" sldId="259"/>
        </pc:sldMkLst>
        <pc:spChg chg="mod">
          <ac:chgData name="(FA21-RCS-015) LAIBA SABIR" userId="cdfba985-6cea-425f-a12a-4b4fa79fe82d" providerId="ADAL" clId="{1AD8002E-58FB-4BC8-91ED-A2F5551616E2}" dt="2025-06-02T05:23:19.944" v="336" actId="404"/>
          <ac:spMkLst>
            <pc:docMk/>
            <pc:sldMk cId="312148132" sldId="259"/>
            <ac:spMk id="2" creationId="{D03B438E-9071-1614-248E-DDED8CD7036D}"/>
          </ac:spMkLst>
        </pc:spChg>
        <pc:spChg chg="mod">
          <ac:chgData name="(FA21-RCS-015) LAIBA SABIR" userId="cdfba985-6cea-425f-a12a-4b4fa79fe82d" providerId="ADAL" clId="{1AD8002E-58FB-4BC8-91ED-A2F5551616E2}" dt="2025-06-02T05:23:25.761" v="337" actId="2711"/>
          <ac:spMkLst>
            <pc:docMk/>
            <pc:sldMk cId="312148132" sldId="259"/>
            <ac:spMk id="3" creationId="{7D702F81-27ED-0B52-E2BC-BB27471FD17C}"/>
          </ac:spMkLst>
        </pc:spChg>
        <pc:picChg chg="add mod">
          <ac:chgData name="(FA21-RCS-015) LAIBA SABIR" userId="cdfba985-6cea-425f-a12a-4b4fa79fe82d" providerId="ADAL" clId="{1AD8002E-58FB-4BC8-91ED-A2F5551616E2}" dt="2025-06-02T05:33:14.088" v="503"/>
          <ac:picMkLst>
            <pc:docMk/>
            <pc:sldMk cId="312148132" sldId="259"/>
            <ac:picMk id="8" creationId="{2C802B21-393F-7962-924D-CD0493812D42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15.643" v="504"/>
        <pc:sldMkLst>
          <pc:docMk/>
          <pc:sldMk cId="1028441697" sldId="260"/>
        </pc:sldMkLst>
        <pc:spChg chg="mod">
          <ac:chgData name="(FA21-RCS-015) LAIBA SABIR" userId="cdfba985-6cea-425f-a12a-4b4fa79fe82d" providerId="ADAL" clId="{1AD8002E-58FB-4BC8-91ED-A2F5551616E2}" dt="2025-06-02T05:23:40.934" v="341" actId="113"/>
          <ac:spMkLst>
            <pc:docMk/>
            <pc:sldMk cId="1028441697" sldId="260"/>
            <ac:spMk id="2" creationId="{EAC5A388-CE57-8E69-0D4A-713882E9323C}"/>
          </ac:spMkLst>
        </pc:spChg>
        <pc:spChg chg="mod">
          <ac:chgData name="(FA21-RCS-015) LAIBA SABIR" userId="cdfba985-6cea-425f-a12a-4b4fa79fe82d" providerId="ADAL" clId="{1AD8002E-58FB-4BC8-91ED-A2F5551616E2}" dt="2025-06-02T05:24:25.110" v="350" actId="113"/>
          <ac:spMkLst>
            <pc:docMk/>
            <pc:sldMk cId="1028441697" sldId="260"/>
            <ac:spMk id="3" creationId="{7D791ADB-AB39-C069-6266-9FA0659D9719}"/>
          </ac:spMkLst>
        </pc:spChg>
        <pc:picChg chg="add mod">
          <ac:chgData name="(FA21-RCS-015) LAIBA SABIR" userId="cdfba985-6cea-425f-a12a-4b4fa79fe82d" providerId="ADAL" clId="{1AD8002E-58FB-4BC8-91ED-A2F5551616E2}" dt="2025-06-02T05:33:15.643" v="504"/>
          <ac:picMkLst>
            <pc:docMk/>
            <pc:sldMk cId="1028441697" sldId="260"/>
            <ac:picMk id="8" creationId="{CF5AA3E9-AC96-8769-7640-9A749BE6EA8C}"/>
          </ac:picMkLst>
        </pc:picChg>
      </pc:sldChg>
      <pc:sldChg chg="addSp delSp modSp mod">
        <pc:chgData name="(FA21-RCS-015) LAIBA SABIR" userId="cdfba985-6cea-425f-a12a-4b4fa79fe82d" providerId="ADAL" clId="{1AD8002E-58FB-4BC8-91ED-A2F5551616E2}" dt="2025-06-02T05:33:19.564" v="505"/>
        <pc:sldMkLst>
          <pc:docMk/>
          <pc:sldMk cId="3844739961" sldId="261"/>
        </pc:sldMkLst>
        <pc:spChg chg="del">
          <ac:chgData name="(FA21-RCS-015) LAIBA SABIR" userId="cdfba985-6cea-425f-a12a-4b4fa79fe82d" providerId="ADAL" clId="{1AD8002E-58FB-4BC8-91ED-A2F5551616E2}" dt="2025-06-02T05:23:58.182" v="343" actId="478"/>
          <ac:spMkLst>
            <pc:docMk/>
            <pc:sldMk cId="3844739961" sldId="261"/>
            <ac:spMk id="2" creationId="{72F84BD1-1253-C5D0-32FA-4A941D452347}"/>
          </ac:spMkLst>
        </pc:spChg>
        <pc:spChg chg="mod">
          <ac:chgData name="(FA21-RCS-015) LAIBA SABIR" userId="cdfba985-6cea-425f-a12a-4b4fa79fe82d" providerId="ADAL" clId="{1AD8002E-58FB-4BC8-91ED-A2F5551616E2}" dt="2025-06-02T05:24:18.860" v="349" actId="113"/>
          <ac:spMkLst>
            <pc:docMk/>
            <pc:sldMk cId="3844739961" sldId="261"/>
            <ac:spMk id="3" creationId="{EAB72B91-2644-32C0-FC74-429FBADA9563}"/>
          </ac:spMkLst>
        </pc:spChg>
        <pc:picChg chg="mod">
          <ac:chgData name="(FA21-RCS-015) LAIBA SABIR" userId="cdfba985-6cea-425f-a12a-4b4fa79fe82d" providerId="ADAL" clId="{1AD8002E-58FB-4BC8-91ED-A2F5551616E2}" dt="2025-06-02T05:24:13.861" v="348" actId="1076"/>
          <ac:picMkLst>
            <pc:docMk/>
            <pc:sldMk cId="3844739961" sldId="261"/>
            <ac:picMk id="7" creationId="{732DD425-9432-5DC1-DDA3-D3891FBEB334}"/>
          </ac:picMkLst>
        </pc:picChg>
        <pc:picChg chg="add mod">
          <ac:chgData name="(FA21-RCS-015) LAIBA SABIR" userId="cdfba985-6cea-425f-a12a-4b4fa79fe82d" providerId="ADAL" clId="{1AD8002E-58FB-4BC8-91ED-A2F5551616E2}" dt="2025-06-02T05:33:19.564" v="505"/>
          <ac:picMkLst>
            <pc:docMk/>
            <pc:sldMk cId="3844739961" sldId="261"/>
            <ac:picMk id="8" creationId="{6E49529E-0053-E0C6-9FCA-C4D837C10335}"/>
          </ac:picMkLst>
        </pc:picChg>
      </pc:sldChg>
      <pc:sldChg chg="addSp delSp modSp mod">
        <pc:chgData name="(FA21-RCS-015) LAIBA SABIR" userId="cdfba985-6cea-425f-a12a-4b4fa79fe82d" providerId="ADAL" clId="{1AD8002E-58FB-4BC8-91ED-A2F5551616E2}" dt="2025-06-02T05:33:21.108" v="506"/>
        <pc:sldMkLst>
          <pc:docMk/>
          <pc:sldMk cId="88743830" sldId="262"/>
        </pc:sldMkLst>
        <pc:spChg chg="del">
          <ac:chgData name="(FA21-RCS-015) LAIBA SABIR" userId="cdfba985-6cea-425f-a12a-4b4fa79fe82d" providerId="ADAL" clId="{1AD8002E-58FB-4BC8-91ED-A2F5551616E2}" dt="2025-06-02T05:24:31.358" v="351" actId="478"/>
          <ac:spMkLst>
            <pc:docMk/>
            <pc:sldMk cId="88743830" sldId="262"/>
            <ac:spMk id="2" creationId="{AAFF4A49-3F70-FB36-4F15-0A033A56CE33}"/>
          </ac:spMkLst>
        </pc:spChg>
        <pc:spChg chg="mod">
          <ac:chgData name="(FA21-RCS-015) LAIBA SABIR" userId="cdfba985-6cea-425f-a12a-4b4fa79fe82d" providerId="ADAL" clId="{1AD8002E-58FB-4BC8-91ED-A2F5551616E2}" dt="2025-06-02T05:24:45.419" v="355" actId="113"/>
          <ac:spMkLst>
            <pc:docMk/>
            <pc:sldMk cId="88743830" sldId="262"/>
            <ac:spMk id="3" creationId="{C4F42378-FBEA-BC18-7674-1497F51A688A}"/>
          </ac:spMkLst>
        </pc:spChg>
        <pc:picChg chg="mod">
          <ac:chgData name="(FA21-RCS-015) LAIBA SABIR" userId="cdfba985-6cea-425f-a12a-4b4fa79fe82d" providerId="ADAL" clId="{1AD8002E-58FB-4BC8-91ED-A2F5551616E2}" dt="2025-06-02T05:24:53.613" v="358" actId="14100"/>
          <ac:picMkLst>
            <pc:docMk/>
            <pc:sldMk cId="88743830" sldId="262"/>
            <ac:picMk id="5" creationId="{3B3E69F0-D4C0-9717-4526-6FACAE964635}"/>
          </ac:picMkLst>
        </pc:picChg>
        <pc:picChg chg="add mod">
          <ac:chgData name="(FA21-RCS-015) LAIBA SABIR" userId="cdfba985-6cea-425f-a12a-4b4fa79fe82d" providerId="ADAL" clId="{1AD8002E-58FB-4BC8-91ED-A2F5551616E2}" dt="2025-06-02T05:33:21.108" v="506"/>
          <ac:picMkLst>
            <pc:docMk/>
            <pc:sldMk cId="88743830" sldId="262"/>
            <ac:picMk id="6" creationId="{434A09C1-4A41-4896-4884-B35EE87F846A}"/>
          </ac:picMkLst>
        </pc:picChg>
      </pc:sldChg>
      <pc:sldChg chg="addSp delSp modSp mod">
        <pc:chgData name="(FA21-RCS-015) LAIBA SABIR" userId="cdfba985-6cea-425f-a12a-4b4fa79fe82d" providerId="ADAL" clId="{1AD8002E-58FB-4BC8-91ED-A2F5551616E2}" dt="2025-06-02T05:33:22.621" v="507"/>
        <pc:sldMkLst>
          <pc:docMk/>
          <pc:sldMk cId="1724204673" sldId="263"/>
        </pc:sldMkLst>
        <pc:spChg chg="del">
          <ac:chgData name="(FA21-RCS-015) LAIBA SABIR" userId="cdfba985-6cea-425f-a12a-4b4fa79fe82d" providerId="ADAL" clId="{1AD8002E-58FB-4BC8-91ED-A2F5551616E2}" dt="2025-06-02T05:24:57.865" v="359" actId="478"/>
          <ac:spMkLst>
            <pc:docMk/>
            <pc:sldMk cId="1724204673" sldId="263"/>
            <ac:spMk id="2" creationId="{E9E0501F-22A9-7DFF-344D-A661D54F2DEE}"/>
          </ac:spMkLst>
        </pc:spChg>
        <pc:spChg chg="mod">
          <ac:chgData name="(FA21-RCS-015) LAIBA SABIR" userId="cdfba985-6cea-425f-a12a-4b4fa79fe82d" providerId="ADAL" clId="{1AD8002E-58FB-4BC8-91ED-A2F5551616E2}" dt="2025-06-02T05:25:12.815" v="363" actId="113"/>
          <ac:spMkLst>
            <pc:docMk/>
            <pc:sldMk cId="1724204673" sldId="263"/>
            <ac:spMk id="3" creationId="{0BCCB16E-9830-49EC-4BBC-9077B7E2480A}"/>
          </ac:spMkLst>
        </pc:spChg>
        <pc:picChg chg="mod">
          <ac:chgData name="(FA21-RCS-015) LAIBA SABIR" userId="cdfba985-6cea-425f-a12a-4b4fa79fe82d" providerId="ADAL" clId="{1AD8002E-58FB-4BC8-91ED-A2F5551616E2}" dt="2025-06-02T05:25:19.384" v="366" actId="1076"/>
          <ac:picMkLst>
            <pc:docMk/>
            <pc:sldMk cId="1724204673" sldId="263"/>
            <ac:picMk id="5" creationId="{99443C08-90DF-F06F-368D-5A5951052495}"/>
          </ac:picMkLst>
        </pc:picChg>
        <pc:picChg chg="add mod">
          <ac:chgData name="(FA21-RCS-015) LAIBA SABIR" userId="cdfba985-6cea-425f-a12a-4b4fa79fe82d" providerId="ADAL" clId="{1AD8002E-58FB-4BC8-91ED-A2F5551616E2}" dt="2025-06-02T05:33:22.621" v="507"/>
          <ac:picMkLst>
            <pc:docMk/>
            <pc:sldMk cId="1724204673" sldId="263"/>
            <ac:picMk id="6" creationId="{0A8DE3F1-2D9E-D68C-68EC-F570144210DE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24.778" v="508"/>
        <pc:sldMkLst>
          <pc:docMk/>
          <pc:sldMk cId="2488337028" sldId="264"/>
        </pc:sldMkLst>
        <pc:spChg chg="mod">
          <ac:chgData name="(FA21-RCS-015) LAIBA SABIR" userId="cdfba985-6cea-425f-a12a-4b4fa79fe82d" providerId="ADAL" clId="{1AD8002E-58FB-4BC8-91ED-A2F5551616E2}" dt="2025-06-02T05:25:29.796" v="370" actId="113"/>
          <ac:spMkLst>
            <pc:docMk/>
            <pc:sldMk cId="2488337028" sldId="264"/>
            <ac:spMk id="2" creationId="{91553495-6E24-2F35-42D5-40CD034BC421}"/>
          </ac:spMkLst>
        </pc:spChg>
        <pc:spChg chg="mod">
          <ac:chgData name="(FA21-RCS-015) LAIBA SABIR" userId="cdfba985-6cea-425f-a12a-4b4fa79fe82d" providerId="ADAL" clId="{1AD8002E-58FB-4BC8-91ED-A2F5551616E2}" dt="2025-06-02T05:25:40.165" v="373" actId="20577"/>
          <ac:spMkLst>
            <pc:docMk/>
            <pc:sldMk cId="2488337028" sldId="264"/>
            <ac:spMk id="4" creationId="{82365C1C-0604-AE6B-AB8B-2CA015B5E891}"/>
          </ac:spMkLst>
        </pc:spChg>
        <pc:spChg chg="mod">
          <ac:chgData name="(FA21-RCS-015) LAIBA SABIR" userId="cdfba985-6cea-425f-a12a-4b4fa79fe82d" providerId="ADAL" clId="{1AD8002E-58FB-4BC8-91ED-A2F5551616E2}" dt="2025-06-02T04:51:22.122" v="91" actId="164"/>
          <ac:spMkLst>
            <pc:docMk/>
            <pc:sldMk cId="2488337028" sldId="264"/>
            <ac:spMk id="5" creationId="{35722238-9226-ECBE-0E03-DC6BAB00A0B7}"/>
          </ac:spMkLst>
        </pc:spChg>
        <pc:spChg chg="mod">
          <ac:chgData name="(FA21-RCS-015) LAIBA SABIR" userId="cdfba985-6cea-425f-a12a-4b4fa79fe82d" providerId="ADAL" clId="{1AD8002E-58FB-4BC8-91ED-A2F5551616E2}" dt="2025-06-02T04:51:37.725" v="94" actId="164"/>
          <ac:spMkLst>
            <pc:docMk/>
            <pc:sldMk cId="2488337028" sldId="264"/>
            <ac:spMk id="6" creationId="{1BBD51E6-F71B-CF16-6F54-6BE006B369E9}"/>
          </ac:spMkLst>
        </pc:spChg>
        <pc:spChg chg="mod">
          <ac:chgData name="(FA21-RCS-015) LAIBA SABIR" userId="cdfba985-6cea-425f-a12a-4b4fa79fe82d" providerId="ADAL" clId="{1AD8002E-58FB-4BC8-91ED-A2F5551616E2}" dt="2025-06-02T04:51:43.046" v="95" actId="164"/>
          <ac:spMkLst>
            <pc:docMk/>
            <pc:sldMk cId="2488337028" sldId="264"/>
            <ac:spMk id="9" creationId="{7A482FBC-A066-FF98-7B27-B7E88F7D83B9}"/>
          </ac:spMkLst>
        </pc:spChg>
        <pc:spChg chg="mod">
          <ac:chgData name="(FA21-RCS-015) LAIBA SABIR" userId="cdfba985-6cea-425f-a12a-4b4fa79fe82d" providerId="ADAL" clId="{1AD8002E-58FB-4BC8-91ED-A2F5551616E2}" dt="2025-06-02T04:51:52.364" v="96" actId="164"/>
          <ac:spMkLst>
            <pc:docMk/>
            <pc:sldMk cId="2488337028" sldId="264"/>
            <ac:spMk id="10" creationId="{3358FA19-34B0-98EA-DAC3-9411509A7DD2}"/>
          </ac:spMkLst>
        </pc:spChg>
        <pc:spChg chg="mod">
          <ac:chgData name="(FA21-RCS-015) LAIBA SABIR" userId="cdfba985-6cea-425f-a12a-4b4fa79fe82d" providerId="ADAL" clId="{1AD8002E-58FB-4BC8-91ED-A2F5551616E2}" dt="2025-06-02T04:52:46.181" v="100" actId="164"/>
          <ac:spMkLst>
            <pc:docMk/>
            <pc:sldMk cId="2488337028" sldId="264"/>
            <ac:spMk id="11" creationId="{B2ABDF7F-5755-E5EA-CB0B-3A85478CE81C}"/>
          </ac:spMkLst>
        </pc:spChg>
        <pc:spChg chg="mod">
          <ac:chgData name="(FA21-RCS-015) LAIBA SABIR" userId="cdfba985-6cea-425f-a12a-4b4fa79fe82d" providerId="ADAL" clId="{1AD8002E-58FB-4BC8-91ED-A2F5551616E2}" dt="2025-06-02T04:53:11.352" v="103" actId="164"/>
          <ac:spMkLst>
            <pc:docMk/>
            <pc:sldMk cId="2488337028" sldId="264"/>
            <ac:spMk id="20" creationId="{508E6059-310C-26F2-76DE-95551734F2C4}"/>
          </ac:spMkLst>
        </pc:spChg>
        <pc:spChg chg="mod">
          <ac:chgData name="(FA21-RCS-015) LAIBA SABIR" userId="cdfba985-6cea-425f-a12a-4b4fa79fe82d" providerId="ADAL" clId="{1AD8002E-58FB-4BC8-91ED-A2F5551616E2}" dt="2025-06-02T04:53:17.432" v="104" actId="164"/>
          <ac:spMkLst>
            <pc:docMk/>
            <pc:sldMk cId="2488337028" sldId="264"/>
            <ac:spMk id="21" creationId="{5E5CE968-61A3-723F-443A-6005AE7582C8}"/>
          </ac:spMkLst>
        </pc:spChg>
        <pc:grpChg chg="add mod">
          <ac:chgData name="(FA21-RCS-015) LAIBA SABIR" userId="cdfba985-6cea-425f-a12a-4b4fa79fe82d" providerId="ADAL" clId="{1AD8002E-58FB-4BC8-91ED-A2F5551616E2}" dt="2025-06-02T04:51:27.614" v="92" actId="164"/>
          <ac:grpSpMkLst>
            <pc:docMk/>
            <pc:sldMk cId="2488337028" sldId="264"/>
            <ac:grpSpMk id="33" creationId="{29121A0E-FA02-4E43-1363-EA77CC2063AD}"/>
          </ac:grpSpMkLst>
        </pc:grpChg>
        <pc:grpChg chg="add mod">
          <ac:chgData name="(FA21-RCS-015) LAIBA SABIR" userId="cdfba985-6cea-425f-a12a-4b4fa79fe82d" providerId="ADAL" clId="{1AD8002E-58FB-4BC8-91ED-A2F5551616E2}" dt="2025-06-02T04:51:33.035" v="93" actId="164"/>
          <ac:grpSpMkLst>
            <pc:docMk/>
            <pc:sldMk cId="2488337028" sldId="264"/>
            <ac:grpSpMk id="34" creationId="{3F88A2FF-CDF9-FC65-529B-840AB542A5D3}"/>
          </ac:grpSpMkLst>
        </pc:grpChg>
        <pc:grpChg chg="add mod">
          <ac:chgData name="(FA21-RCS-015) LAIBA SABIR" userId="cdfba985-6cea-425f-a12a-4b4fa79fe82d" providerId="ADAL" clId="{1AD8002E-58FB-4BC8-91ED-A2F5551616E2}" dt="2025-06-02T04:51:37.725" v="94" actId="164"/>
          <ac:grpSpMkLst>
            <pc:docMk/>
            <pc:sldMk cId="2488337028" sldId="264"/>
            <ac:grpSpMk id="35" creationId="{D92D049B-00A9-B35D-CB38-905322112807}"/>
          </ac:grpSpMkLst>
        </pc:grpChg>
        <pc:grpChg chg="add mod">
          <ac:chgData name="(FA21-RCS-015) LAIBA SABIR" userId="cdfba985-6cea-425f-a12a-4b4fa79fe82d" providerId="ADAL" clId="{1AD8002E-58FB-4BC8-91ED-A2F5551616E2}" dt="2025-06-02T04:51:43.046" v="95" actId="164"/>
          <ac:grpSpMkLst>
            <pc:docMk/>
            <pc:sldMk cId="2488337028" sldId="264"/>
            <ac:grpSpMk id="36" creationId="{D94805A5-E99A-C1D1-BBC7-24B50B6BD5E2}"/>
          </ac:grpSpMkLst>
        </pc:grpChg>
        <pc:grpChg chg="add mod">
          <ac:chgData name="(FA21-RCS-015) LAIBA SABIR" userId="cdfba985-6cea-425f-a12a-4b4fa79fe82d" providerId="ADAL" clId="{1AD8002E-58FB-4BC8-91ED-A2F5551616E2}" dt="2025-06-02T04:51:52.364" v="96" actId="164"/>
          <ac:grpSpMkLst>
            <pc:docMk/>
            <pc:sldMk cId="2488337028" sldId="264"/>
            <ac:grpSpMk id="37" creationId="{36D94B46-DA72-FB4D-3614-BA134A9B767A}"/>
          </ac:grpSpMkLst>
        </pc:grpChg>
        <pc:grpChg chg="add mod">
          <ac:chgData name="(FA21-RCS-015) LAIBA SABIR" userId="cdfba985-6cea-425f-a12a-4b4fa79fe82d" providerId="ADAL" clId="{1AD8002E-58FB-4BC8-91ED-A2F5551616E2}" dt="2025-06-02T04:52:15.570" v="97" actId="164"/>
          <ac:grpSpMkLst>
            <pc:docMk/>
            <pc:sldMk cId="2488337028" sldId="264"/>
            <ac:grpSpMk id="38" creationId="{1319410F-3CBE-F91B-3113-69716ECB9DF4}"/>
          </ac:grpSpMkLst>
        </pc:grpChg>
        <pc:grpChg chg="add mod">
          <ac:chgData name="(FA21-RCS-015) LAIBA SABIR" userId="cdfba985-6cea-425f-a12a-4b4fa79fe82d" providerId="ADAL" clId="{1AD8002E-58FB-4BC8-91ED-A2F5551616E2}" dt="2025-06-02T04:52:23.264" v="98" actId="164"/>
          <ac:grpSpMkLst>
            <pc:docMk/>
            <pc:sldMk cId="2488337028" sldId="264"/>
            <ac:grpSpMk id="39" creationId="{834A80B3-124A-45EE-4E89-483E33CF0237}"/>
          </ac:grpSpMkLst>
        </pc:grpChg>
        <pc:grpChg chg="add mod">
          <ac:chgData name="(FA21-RCS-015) LAIBA SABIR" userId="cdfba985-6cea-425f-a12a-4b4fa79fe82d" providerId="ADAL" clId="{1AD8002E-58FB-4BC8-91ED-A2F5551616E2}" dt="2025-06-02T04:52:28.480" v="99" actId="164"/>
          <ac:grpSpMkLst>
            <pc:docMk/>
            <pc:sldMk cId="2488337028" sldId="264"/>
            <ac:grpSpMk id="40" creationId="{5D966E3F-5905-942B-05E3-F032859E5AB2}"/>
          </ac:grpSpMkLst>
        </pc:grpChg>
        <pc:grpChg chg="add mod">
          <ac:chgData name="(FA21-RCS-015) LAIBA SABIR" userId="cdfba985-6cea-425f-a12a-4b4fa79fe82d" providerId="ADAL" clId="{1AD8002E-58FB-4BC8-91ED-A2F5551616E2}" dt="2025-06-02T04:52:46.181" v="100" actId="164"/>
          <ac:grpSpMkLst>
            <pc:docMk/>
            <pc:sldMk cId="2488337028" sldId="264"/>
            <ac:grpSpMk id="41" creationId="{B1EBF05B-2410-7326-7B24-45D48745EAEF}"/>
          </ac:grpSpMkLst>
        </pc:grpChg>
        <pc:grpChg chg="add mod">
          <ac:chgData name="(FA21-RCS-015) LAIBA SABIR" userId="cdfba985-6cea-425f-a12a-4b4fa79fe82d" providerId="ADAL" clId="{1AD8002E-58FB-4BC8-91ED-A2F5551616E2}" dt="2025-06-02T04:53:11.352" v="103" actId="164"/>
          <ac:grpSpMkLst>
            <pc:docMk/>
            <pc:sldMk cId="2488337028" sldId="264"/>
            <ac:grpSpMk id="42" creationId="{53EDCF82-4F4D-5150-A203-0E2857099DAB}"/>
          </ac:grpSpMkLst>
        </pc:grpChg>
        <pc:grpChg chg="add mod">
          <ac:chgData name="(FA21-RCS-015) LAIBA SABIR" userId="cdfba985-6cea-425f-a12a-4b4fa79fe82d" providerId="ADAL" clId="{1AD8002E-58FB-4BC8-91ED-A2F5551616E2}" dt="2025-06-02T04:53:17.432" v="104" actId="164"/>
          <ac:grpSpMkLst>
            <pc:docMk/>
            <pc:sldMk cId="2488337028" sldId="264"/>
            <ac:grpSpMk id="43" creationId="{CBE21ABC-6073-3AE4-9898-DBE706C95C41}"/>
          </ac:grpSpMkLst>
        </pc:grpChg>
        <pc:grpChg chg="add mod">
          <ac:chgData name="(FA21-RCS-015) LAIBA SABIR" userId="cdfba985-6cea-425f-a12a-4b4fa79fe82d" providerId="ADAL" clId="{1AD8002E-58FB-4BC8-91ED-A2F5551616E2}" dt="2025-06-02T04:53:32.767" v="107" actId="1076"/>
          <ac:grpSpMkLst>
            <pc:docMk/>
            <pc:sldMk cId="2488337028" sldId="264"/>
            <ac:grpSpMk id="44" creationId="{E389721C-A3F9-55E7-B40E-C2FA9DB8B9D0}"/>
          </ac:grpSpMkLst>
        </pc:grpChg>
        <pc:picChg chg="add mod">
          <ac:chgData name="(FA21-RCS-015) LAIBA SABIR" userId="cdfba985-6cea-425f-a12a-4b4fa79fe82d" providerId="ADAL" clId="{1AD8002E-58FB-4BC8-91ED-A2F5551616E2}" dt="2025-06-02T05:33:24.778" v="508"/>
          <ac:picMkLst>
            <pc:docMk/>
            <pc:sldMk cId="2488337028" sldId="264"/>
            <ac:picMk id="45" creationId="{70B782D5-FE66-EC21-81B7-0423D72BFF02}"/>
          </ac:picMkLst>
        </pc:picChg>
        <pc:cxnChg chg="mod">
          <ac:chgData name="(FA21-RCS-015) LAIBA SABIR" userId="cdfba985-6cea-425f-a12a-4b4fa79fe82d" providerId="ADAL" clId="{1AD8002E-58FB-4BC8-91ED-A2F5551616E2}" dt="2025-06-02T04:51:22.122" v="91" actId="164"/>
          <ac:cxnSpMkLst>
            <pc:docMk/>
            <pc:sldMk cId="2488337028" sldId="264"/>
            <ac:cxnSpMk id="13" creationId="{E4E0B985-C257-69D6-3B15-48450033152A}"/>
          </ac:cxnSpMkLst>
        </pc:cxnChg>
        <pc:cxnChg chg="mod">
          <ac:chgData name="(FA21-RCS-015) LAIBA SABIR" userId="cdfba985-6cea-425f-a12a-4b4fa79fe82d" providerId="ADAL" clId="{1AD8002E-58FB-4BC8-91ED-A2F5551616E2}" dt="2025-06-02T04:51:33.035" v="93" actId="164"/>
          <ac:cxnSpMkLst>
            <pc:docMk/>
            <pc:sldMk cId="2488337028" sldId="264"/>
            <ac:cxnSpMk id="15" creationId="{8EC87ABE-25C6-A80A-CF62-59328E450766}"/>
          </ac:cxnSpMkLst>
        </pc:cxnChg>
        <pc:cxnChg chg="mod">
          <ac:chgData name="(FA21-RCS-015) LAIBA SABIR" userId="cdfba985-6cea-425f-a12a-4b4fa79fe82d" providerId="ADAL" clId="{1AD8002E-58FB-4BC8-91ED-A2F5551616E2}" dt="2025-06-02T04:51:27.614" v="92" actId="164"/>
          <ac:cxnSpMkLst>
            <pc:docMk/>
            <pc:sldMk cId="2488337028" sldId="264"/>
            <ac:cxnSpMk id="17" creationId="{2EF57C6A-EB43-82CC-07D5-C41AC65C078D}"/>
          </ac:cxnSpMkLst>
        </pc:cxnChg>
        <pc:cxnChg chg="mod">
          <ac:chgData name="(FA21-RCS-015) LAIBA SABIR" userId="cdfba985-6cea-425f-a12a-4b4fa79fe82d" providerId="ADAL" clId="{1AD8002E-58FB-4BC8-91ED-A2F5551616E2}" dt="2025-06-02T04:52:23.264" v="98" actId="164"/>
          <ac:cxnSpMkLst>
            <pc:docMk/>
            <pc:sldMk cId="2488337028" sldId="264"/>
            <ac:cxnSpMk id="19" creationId="{A4FDBFE7-BED2-960C-8DCA-6901F927B50D}"/>
          </ac:cxnSpMkLst>
        </pc:cxnChg>
        <pc:cxnChg chg="mod">
          <ac:chgData name="(FA21-RCS-015) LAIBA SABIR" userId="cdfba985-6cea-425f-a12a-4b4fa79fe82d" providerId="ADAL" clId="{1AD8002E-58FB-4BC8-91ED-A2F5551616E2}" dt="2025-06-02T04:52:15.570" v="97" actId="164"/>
          <ac:cxnSpMkLst>
            <pc:docMk/>
            <pc:sldMk cId="2488337028" sldId="264"/>
            <ac:cxnSpMk id="23" creationId="{72723451-D6B2-37A7-253B-129CB6D3C1F5}"/>
          </ac:cxnSpMkLst>
        </pc:cxnChg>
        <pc:cxnChg chg="mod">
          <ac:chgData name="(FA21-RCS-015) LAIBA SABIR" userId="cdfba985-6cea-425f-a12a-4b4fa79fe82d" providerId="ADAL" clId="{1AD8002E-58FB-4BC8-91ED-A2F5551616E2}" dt="2025-06-02T04:52:28.480" v="99" actId="164"/>
          <ac:cxnSpMkLst>
            <pc:docMk/>
            <pc:sldMk cId="2488337028" sldId="264"/>
            <ac:cxnSpMk id="25" creationId="{835C9498-274A-7F1F-2C4A-5436D376ED1F}"/>
          </ac:cxnSpMkLst>
        </pc:cxnChg>
      </pc:sldChg>
      <pc:sldChg chg="addSp delSp modSp mod">
        <pc:chgData name="(FA21-RCS-015) LAIBA SABIR" userId="cdfba985-6cea-425f-a12a-4b4fa79fe82d" providerId="ADAL" clId="{1AD8002E-58FB-4BC8-91ED-A2F5551616E2}" dt="2025-06-02T05:33:28.745" v="509"/>
        <pc:sldMkLst>
          <pc:docMk/>
          <pc:sldMk cId="4204170766" sldId="265"/>
        </pc:sldMkLst>
        <pc:spChg chg="mod">
          <ac:chgData name="(FA21-RCS-015) LAIBA SABIR" userId="cdfba985-6cea-425f-a12a-4b4fa79fe82d" providerId="ADAL" clId="{1AD8002E-58FB-4BC8-91ED-A2F5551616E2}" dt="2025-06-02T05:26:05.658" v="377" actId="404"/>
          <ac:spMkLst>
            <pc:docMk/>
            <pc:sldMk cId="4204170766" sldId="265"/>
            <ac:spMk id="2" creationId="{CA37BAB0-4140-D980-6F2C-70474197D23C}"/>
          </ac:spMkLst>
        </pc:spChg>
        <pc:spChg chg="del">
          <ac:chgData name="(FA21-RCS-015) LAIBA SABIR" userId="cdfba985-6cea-425f-a12a-4b4fa79fe82d" providerId="ADAL" clId="{1AD8002E-58FB-4BC8-91ED-A2F5551616E2}" dt="2025-06-02T04:42:58.044" v="11"/>
          <ac:spMkLst>
            <pc:docMk/>
            <pc:sldMk cId="4204170766" sldId="265"/>
            <ac:spMk id="3" creationId="{5800981F-0FE6-BF2C-994B-0F9DC752A61D}"/>
          </ac:spMkLst>
        </pc:spChg>
        <pc:spChg chg="add mod">
          <ac:chgData name="(FA21-RCS-015) LAIBA SABIR" userId="cdfba985-6cea-425f-a12a-4b4fa79fe82d" providerId="ADAL" clId="{1AD8002E-58FB-4BC8-91ED-A2F5551616E2}" dt="2025-06-02T05:26:32.629" v="383" actId="1076"/>
          <ac:spMkLst>
            <pc:docMk/>
            <pc:sldMk cId="4204170766" sldId="265"/>
            <ac:spMk id="5" creationId="{4DCCA5F1-04D2-6D11-DD61-96034F9AF22B}"/>
          </ac:spMkLst>
        </pc:spChg>
        <pc:spChg chg="add del mod">
          <ac:chgData name="(FA21-RCS-015) LAIBA SABIR" userId="cdfba985-6cea-425f-a12a-4b4fa79fe82d" providerId="ADAL" clId="{1AD8002E-58FB-4BC8-91ED-A2F5551616E2}" dt="2025-06-02T04:44:31.241" v="42"/>
          <ac:spMkLst>
            <pc:docMk/>
            <pc:sldMk cId="4204170766" sldId="265"/>
            <ac:spMk id="6" creationId="{AA211EA7-E6A9-0A5F-D5FF-B29E47623C77}"/>
          </ac:spMkLst>
        </pc:spChg>
        <pc:spChg chg="add mod">
          <ac:chgData name="(FA21-RCS-015) LAIBA SABIR" userId="cdfba985-6cea-425f-a12a-4b4fa79fe82d" providerId="ADAL" clId="{1AD8002E-58FB-4BC8-91ED-A2F5551616E2}" dt="2025-06-02T04:46:10.335" v="62" actId="20577"/>
          <ac:spMkLst>
            <pc:docMk/>
            <pc:sldMk cId="4204170766" sldId="265"/>
            <ac:spMk id="7" creationId="{B65AF7F4-B7D4-6A6D-54FF-194E5E5D6645}"/>
          </ac:spMkLst>
        </pc:spChg>
        <pc:graphicFrameChg chg="add mod modGraphic">
          <ac:chgData name="(FA21-RCS-015) LAIBA SABIR" userId="cdfba985-6cea-425f-a12a-4b4fa79fe82d" providerId="ADAL" clId="{1AD8002E-58FB-4BC8-91ED-A2F5551616E2}" dt="2025-06-02T05:26:28.863" v="382" actId="1076"/>
          <ac:graphicFrameMkLst>
            <pc:docMk/>
            <pc:sldMk cId="4204170766" sldId="265"/>
            <ac:graphicFrameMk id="4" creationId="{8A4F85F9-5235-C2E7-306F-B9E277E5896F}"/>
          </ac:graphicFrameMkLst>
        </pc:graphicFrameChg>
        <pc:picChg chg="add mod">
          <ac:chgData name="(FA21-RCS-015) LAIBA SABIR" userId="cdfba985-6cea-425f-a12a-4b4fa79fe82d" providerId="ADAL" clId="{1AD8002E-58FB-4BC8-91ED-A2F5551616E2}" dt="2025-06-02T04:46:30.487" v="64" actId="1076"/>
          <ac:picMkLst>
            <pc:docMk/>
            <pc:sldMk cId="4204170766" sldId="265"/>
            <ac:picMk id="9" creationId="{EB4CDB5F-C606-5055-E4DA-DC9B8145B798}"/>
          </ac:picMkLst>
        </pc:picChg>
        <pc:picChg chg="add mod">
          <ac:chgData name="(FA21-RCS-015) LAIBA SABIR" userId="cdfba985-6cea-425f-a12a-4b4fa79fe82d" providerId="ADAL" clId="{1AD8002E-58FB-4BC8-91ED-A2F5551616E2}" dt="2025-06-02T05:33:28.745" v="509"/>
          <ac:picMkLst>
            <pc:docMk/>
            <pc:sldMk cId="4204170766" sldId="265"/>
            <ac:picMk id="10" creationId="{853C7A16-B316-79BC-D4DA-E4E2BBCF1C03}"/>
          </ac:picMkLst>
        </pc:picChg>
      </pc:sldChg>
      <pc:sldChg chg="addSp modSp mod">
        <pc:chgData name="(FA21-RCS-015) LAIBA SABIR" userId="cdfba985-6cea-425f-a12a-4b4fa79fe82d" providerId="ADAL" clId="{1AD8002E-58FB-4BC8-91ED-A2F5551616E2}" dt="2025-06-02T05:33:30.567" v="510"/>
        <pc:sldMkLst>
          <pc:docMk/>
          <pc:sldMk cId="3618896030" sldId="266"/>
        </pc:sldMkLst>
        <pc:spChg chg="mod">
          <ac:chgData name="(FA21-RCS-015) LAIBA SABIR" userId="cdfba985-6cea-425f-a12a-4b4fa79fe82d" providerId="ADAL" clId="{1AD8002E-58FB-4BC8-91ED-A2F5551616E2}" dt="2025-06-02T05:26:42.432" v="387" actId="113"/>
          <ac:spMkLst>
            <pc:docMk/>
            <pc:sldMk cId="3618896030" sldId="266"/>
            <ac:spMk id="2" creationId="{5FEE707C-18AC-C8BE-ED10-776A34D3E239}"/>
          </ac:spMkLst>
        </pc:spChg>
        <pc:spChg chg="mod">
          <ac:chgData name="(FA21-RCS-015) LAIBA SABIR" userId="cdfba985-6cea-425f-a12a-4b4fa79fe82d" providerId="ADAL" clId="{1AD8002E-58FB-4BC8-91ED-A2F5551616E2}" dt="2025-06-02T05:26:53.458" v="390" actId="113"/>
          <ac:spMkLst>
            <pc:docMk/>
            <pc:sldMk cId="3618896030" sldId="266"/>
            <ac:spMk id="3" creationId="{3F364BE8-5EB9-13C9-9266-B1ECC4BCD573}"/>
          </ac:spMkLst>
        </pc:spChg>
        <pc:picChg chg="add mod">
          <ac:chgData name="(FA21-RCS-015) LAIBA SABIR" userId="cdfba985-6cea-425f-a12a-4b4fa79fe82d" providerId="ADAL" clId="{1AD8002E-58FB-4BC8-91ED-A2F5551616E2}" dt="2025-06-02T05:26:56.714" v="391" actId="14100"/>
          <ac:picMkLst>
            <pc:docMk/>
            <pc:sldMk cId="3618896030" sldId="266"/>
            <ac:picMk id="5" creationId="{4D25C16B-86A9-67B7-ED88-951D8D503E72}"/>
          </ac:picMkLst>
        </pc:picChg>
        <pc:picChg chg="add mod">
          <ac:chgData name="(FA21-RCS-015) LAIBA SABIR" userId="cdfba985-6cea-425f-a12a-4b4fa79fe82d" providerId="ADAL" clId="{1AD8002E-58FB-4BC8-91ED-A2F5551616E2}" dt="2025-06-02T05:33:30.567" v="510"/>
          <ac:picMkLst>
            <pc:docMk/>
            <pc:sldMk cId="3618896030" sldId="266"/>
            <ac:picMk id="6" creationId="{0A0320B9-E9BD-FADC-512B-C4BB58B48FAC}"/>
          </ac:picMkLst>
        </pc:picChg>
      </pc:sldChg>
      <pc:sldChg chg="addSp delSp modSp mod">
        <pc:chgData name="(FA21-RCS-015) LAIBA SABIR" userId="cdfba985-6cea-425f-a12a-4b4fa79fe82d" providerId="ADAL" clId="{1AD8002E-58FB-4BC8-91ED-A2F5551616E2}" dt="2025-06-02T05:33:32.089" v="511"/>
        <pc:sldMkLst>
          <pc:docMk/>
          <pc:sldMk cId="1955393069" sldId="267"/>
        </pc:sldMkLst>
        <pc:spChg chg="del">
          <ac:chgData name="(FA21-RCS-015) LAIBA SABIR" userId="cdfba985-6cea-425f-a12a-4b4fa79fe82d" providerId="ADAL" clId="{1AD8002E-58FB-4BC8-91ED-A2F5551616E2}" dt="2025-06-02T05:21:35.554" v="313" actId="478"/>
          <ac:spMkLst>
            <pc:docMk/>
            <pc:sldMk cId="1955393069" sldId="267"/>
            <ac:spMk id="2" creationId="{022F016F-084A-A145-59CD-6746E515AC3E}"/>
          </ac:spMkLst>
        </pc:spChg>
        <pc:spChg chg="mod">
          <ac:chgData name="(FA21-RCS-015) LAIBA SABIR" userId="cdfba985-6cea-425f-a12a-4b4fa79fe82d" providerId="ADAL" clId="{1AD8002E-58FB-4BC8-91ED-A2F5551616E2}" dt="2025-06-02T05:27:14.407" v="396" actId="1076"/>
          <ac:spMkLst>
            <pc:docMk/>
            <pc:sldMk cId="1955393069" sldId="267"/>
            <ac:spMk id="3" creationId="{7F832B17-232F-AE8E-4C8F-2E5B8BFC265E}"/>
          </ac:spMkLst>
        </pc:spChg>
        <pc:picChg chg="add mod">
          <ac:chgData name="(FA21-RCS-015) LAIBA SABIR" userId="cdfba985-6cea-425f-a12a-4b4fa79fe82d" providerId="ADAL" clId="{1AD8002E-58FB-4BC8-91ED-A2F5551616E2}" dt="2025-06-02T05:27:17.587" v="397" actId="1076"/>
          <ac:picMkLst>
            <pc:docMk/>
            <pc:sldMk cId="1955393069" sldId="267"/>
            <ac:picMk id="5" creationId="{AFBC79CA-90B7-16BB-2D4D-DFE44967C015}"/>
          </ac:picMkLst>
        </pc:picChg>
        <pc:picChg chg="add mod">
          <ac:chgData name="(FA21-RCS-015) LAIBA SABIR" userId="cdfba985-6cea-425f-a12a-4b4fa79fe82d" providerId="ADAL" clId="{1AD8002E-58FB-4BC8-91ED-A2F5551616E2}" dt="2025-06-02T05:33:32.089" v="511"/>
          <ac:picMkLst>
            <pc:docMk/>
            <pc:sldMk cId="1955393069" sldId="267"/>
            <ac:picMk id="6" creationId="{65532E53-E933-FB66-83EB-FD7F44310D6A}"/>
          </ac:picMkLst>
        </pc:picChg>
      </pc:sldChg>
      <pc:sldChg chg="addSp delSp modSp new mod">
        <pc:chgData name="(FA21-RCS-015) LAIBA SABIR" userId="cdfba985-6cea-425f-a12a-4b4fa79fe82d" providerId="ADAL" clId="{1AD8002E-58FB-4BC8-91ED-A2F5551616E2}" dt="2025-06-02T05:33:33.932" v="512"/>
        <pc:sldMkLst>
          <pc:docMk/>
          <pc:sldMk cId="1069782850" sldId="268"/>
        </pc:sldMkLst>
        <pc:spChg chg="del">
          <ac:chgData name="(FA21-RCS-015) LAIBA SABIR" userId="cdfba985-6cea-425f-a12a-4b4fa79fe82d" providerId="ADAL" clId="{1AD8002E-58FB-4BC8-91ED-A2F5551616E2}" dt="2025-06-02T05:21:16.014" v="309" actId="478"/>
          <ac:spMkLst>
            <pc:docMk/>
            <pc:sldMk cId="1069782850" sldId="268"/>
            <ac:spMk id="2" creationId="{494E98F4-4E60-B563-A08E-D0F481B0605F}"/>
          </ac:spMkLst>
        </pc:spChg>
        <pc:spChg chg="mod">
          <ac:chgData name="(FA21-RCS-015) LAIBA SABIR" userId="cdfba985-6cea-425f-a12a-4b4fa79fe82d" providerId="ADAL" clId="{1AD8002E-58FB-4BC8-91ED-A2F5551616E2}" dt="2025-06-02T05:27:32.867" v="400" actId="113"/>
          <ac:spMkLst>
            <pc:docMk/>
            <pc:sldMk cId="1069782850" sldId="268"/>
            <ac:spMk id="3" creationId="{B9D53F4B-858B-563A-3C03-EA150EF4E021}"/>
          </ac:spMkLst>
        </pc:spChg>
        <pc:spChg chg="add mod">
          <ac:chgData name="(FA21-RCS-015) LAIBA SABIR" userId="cdfba985-6cea-425f-a12a-4b4fa79fe82d" providerId="ADAL" clId="{1AD8002E-58FB-4BC8-91ED-A2F5551616E2}" dt="2025-06-02T05:27:50.567" v="404" actId="1076"/>
          <ac:spMkLst>
            <pc:docMk/>
            <pc:sldMk cId="1069782850" sldId="268"/>
            <ac:spMk id="6" creationId="{BBCF6C6A-634B-3C1A-B658-87D28C749C23}"/>
          </ac:spMkLst>
        </pc:spChg>
        <pc:spChg chg="add del mod">
          <ac:chgData name="(FA21-RCS-015) LAIBA SABIR" userId="cdfba985-6cea-425f-a12a-4b4fa79fe82d" providerId="ADAL" clId="{1AD8002E-58FB-4BC8-91ED-A2F5551616E2}" dt="2025-06-02T05:21:20.979" v="310" actId="478"/>
          <ac:spMkLst>
            <pc:docMk/>
            <pc:sldMk cId="1069782850" sldId="268"/>
            <ac:spMk id="7" creationId="{937C3FE2-1BBB-4035-626D-4C25A00C2DBB}"/>
          </ac:spMkLst>
        </pc:spChg>
        <pc:picChg chg="add mod">
          <ac:chgData name="(FA21-RCS-015) LAIBA SABIR" userId="cdfba985-6cea-425f-a12a-4b4fa79fe82d" providerId="ADAL" clId="{1AD8002E-58FB-4BC8-91ED-A2F5551616E2}" dt="2025-06-02T05:27:36.081" v="401" actId="14100"/>
          <ac:picMkLst>
            <pc:docMk/>
            <pc:sldMk cId="1069782850" sldId="268"/>
            <ac:picMk id="5" creationId="{54D5C0FC-1FFA-FC3B-DFDE-8BBE639DF662}"/>
          </ac:picMkLst>
        </pc:picChg>
        <pc:picChg chg="add mod">
          <ac:chgData name="(FA21-RCS-015) LAIBA SABIR" userId="cdfba985-6cea-425f-a12a-4b4fa79fe82d" providerId="ADAL" clId="{1AD8002E-58FB-4BC8-91ED-A2F5551616E2}" dt="2025-06-02T05:33:33.932" v="512"/>
          <ac:picMkLst>
            <pc:docMk/>
            <pc:sldMk cId="1069782850" sldId="268"/>
            <ac:picMk id="8" creationId="{3157BA89-3739-9FF7-E76B-7A4452DF39A0}"/>
          </ac:picMkLst>
        </pc:picChg>
      </pc:sldChg>
      <pc:sldChg chg="addSp delSp modSp new mod">
        <pc:chgData name="(FA21-RCS-015) LAIBA SABIR" userId="cdfba985-6cea-425f-a12a-4b4fa79fe82d" providerId="ADAL" clId="{1AD8002E-58FB-4BC8-91ED-A2F5551616E2}" dt="2025-06-02T05:33:03.210" v="499"/>
        <pc:sldMkLst>
          <pc:docMk/>
          <pc:sldMk cId="410305500" sldId="269"/>
        </pc:sldMkLst>
        <pc:spChg chg="mod">
          <ac:chgData name="(FA21-RCS-015) LAIBA SABIR" userId="cdfba985-6cea-425f-a12a-4b4fa79fe82d" providerId="ADAL" clId="{1AD8002E-58FB-4BC8-91ED-A2F5551616E2}" dt="2025-06-02T05:27:59.485" v="407" actId="404"/>
          <ac:spMkLst>
            <pc:docMk/>
            <pc:sldMk cId="410305500" sldId="269"/>
            <ac:spMk id="2" creationId="{233E4CD5-7DBE-2A2A-8B11-CF35D190A34E}"/>
          </ac:spMkLst>
        </pc:spChg>
        <pc:spChg chg="del">
          <ac:chgData name="(FA21-RCS-015) LAIBA SABIR" userId="cdfba985-6cea-425f-a12a-4b4fa79fe82d" providerId="ADAL" clId="{1AD8002E-58FB-4BC8-91ED-A2F5551616E2}" dt="2025-06-02T04:53:46.055" v="110" actId="478"/>
          <ac:spMkLst>
            <pc:docMk/>
            <pc:sldMk cId="410305500" sldId="269"/>
            <ac:spMk id="3" creationId="{E91BB344-1044-9408-BF42-66178C6188FB}"/>
          </ac:spMkLst>
        </pc:spChg>
        <pc:spChg chg="mod">
          <ac:chgData name="(FA21-RCS-015) LAIBA SABIR" userId="cdfba985-6cea-425f-a12a-4b4fa79fe82d" providerId="ADAL" clId="{1AD8002E-58FB-4BC8-91ED-A2F5551616E2}" dt="2025-06-02T04:57:01.066" v="160" actId="20577"/>
          <ac:spMkLst>
            <pc:docMk/>
            <pc:sldMk cId="410305500" sldId="269"/>
            <ac:spMk id="5" creationId="{EB414625-DB53-35E5-5564-11E9307F55AC}"/>
          </ac:spMkLst>
        </pc:spChg>
        <pc:spChg chg="mod">
          <ac:chgData name="(FA21-RCS-015) LAIBA SABIR" userId="cdfba985-6cea-425f-a12a-4b4fa79fe82d" providerId="ADAL" clId="{1AD8002E-58FB-4BC8-91ED-A2F5551616E2}" dt="2025-06-02T04:54:05.546" v="125" actId="20577"/>
          <ac:spMkLst>
            <pc:docMk/>
            <pc:sldMk cId="410305500" sldId="269"/>
            <ac:spMk id="7" creationId="{9A09828F-CC21-0D41-F1A9-770C685E9AC1}"/>
          </ac:spMkLst>
        </pc:spChg>
        <pc:spChg chg="mod">
          <ac:chgData name="(FA21-RCS-015) LAIBA SABIR" userId="cdfba985-6cea-425f-a12a-4b4fa79fe82d" providerId="ADAL" clId="{1AD8002E-58FB-4BC8-91ED-A2F5551616E2}" dt="2025-06-02T04:53:39.827" v="108"/>
          <ac:spMkLst>
            <pc:docMk/>
            <pc:sldMk cId="410305500" sldId="269"/>
            <ac:spMk id="9" creationId="{AC1B05A0-D44A-32D5-61F7-7ABEFADF403D}"/>
          </ac:spMkLst>
        </pc:spChg>
        <pc:spChg chg="mod">
          <ac:chgData name="(FA21-RCS-015) LAIBA SABIR" userId="cdfba985-6cea-425f-a12a-4b4fa79fe82d" providerId="ADAL" clId="{1AD8002E-58FB-4BC8-91ED-A2F5551616E2}" dt="2025-06-02T04:53:39.827" v="108"/>
          <ac:spMkLst>
            <pc:docMk/>
            <pc:sldMk cId="410305500" sldId="269"/>
            <ac:spMk id="17" creationId="{415EB91F-CAA8-4EFD-9DBE-3BB58125BEDF}"/>
          </ac:spMkLst>
        </pc:spChg>
        <pc:spChg chg="mod">
          <ac:chgData name="(FA21-RCS-015) LAIBA SABIR" userId="cdfba985-6cea-425f-a12a-4b4fa79fe82d" providerId="ADAL" clId="{1AD8002E-58FB-4BC8-91ED-A2F5551616E2}" dt="2025-06-02T04:53:39.827" v="108"/>
          <ac:spMkLst>
            <pc:docMk/>
            <pc:sldMk cId="410305500" sldId="269"/>
            <ac:spMk id="19" creationId="{3C7C91C4-D5A1-7166-618D-9D786396ECBF}"/>
          </ac:spMkLst>
        </pc:spChg>
        <pc:spChg chg="mod">
          <ac:chgData name="(FA21-RCS-015) LAIBA SABIR" userId="cdfba985-6cea-425f-a12a-4b4fa79fe82d" providerId="ADAL" clId="{1AD8002E-58FB-4BC8-91ED-A2F5551616E2}" dt="2025-06-02T04:53:39.827" v="108"/>
          <ac:spMkLst>
            <pc:docMk/>
            <pc:sldMk cId="410305500" sldId="269"/>
            <ac:spMk id="21" creationId="{EAA4FA28-34CC-9F58-5E17-BCE60741DDFC}"/>
          </ac:spMkLst>
        </pc:spChg>
        <pc:spChg chg="mod">
          <ac:chgData name="(FA21-RCS-015) LAIBA SABIR" userId="cdfba985-6cea-425f-a12a-4b4fa79fe82d" providerId="ADAL" clId="{1AD8002E-58FB-4BC8-91ED-A2F5551616E2}" dt="2025-06-02T04:53:39.827" v="108"/>
          <ac:spMkLst>
            <pc:docMk/>
            <pc:sldMk cId="410305500" sldId="269"/>
            <ac:spMk id="27" creationId="{E9203C47-9065-77CE-900B-247707AEC5A1}"/>
          </ac:spMkLst>
        </pc:spChg>
        <pc:spChg chg="add mod">
          <ac:chgData name="(FA21-RCS-015) LAIBA SABIR" userId="cdfba985-6cea-425f-a12a-4b4fa79fe82d" providerId="ADAL" clId="{1AD8002E-58FB-4BC8-91ED-A2F5551616E2}" dt="2025-06-02T04:57:46.880" v="162" actId="164"/>
          <ac:spMkLst>
            <pc:docMk/>
            <pc:sldMk cId="410305500" sldId="269"/>
            <ac:spMk id="29" creationId="{A951FAF7-24ED-AD0E-6BD9-3E7165BA49BF}"/>
          </ac:spMkLst>
        </pc:spChg>
        <pc:spChg chg="add mod">
          <ac:chgData name="(FA21-RCS-015) LAIBA SABIR" userId="cdfba985-6cea-425f-a12a-4b4fa79fe82d" providerId="ADAL" clId="{1AD8002E-58FB-4BC8-91ED-A2F5551616E2}" dt="2025-06-02T04:57:41.340" v="161" actId="164"/>
          <ac:spMkLst>
            <pc:docMk/>
            <pc:sldMk cId="410305500" sldId="269"/>
            <ac:spMk id="30" creationId="{F1ABD2EC-5AC7-95CB-5B48-897F37715E15}"/>
          </ac:spMkLst>
        </pc:spChg>
        <pc:spChg chg="add mod">
          <ac:chgData name="(FA21-RCS-015) LAIBA SABIR" userId="cdfba985-6cea-425f-a12a-4b4fa79fe82d" providerId="ADAL" clId="{1AD8002E-58FB-4BC8-91ED-A2F5551616E2}" dt="2025-06-02T04:57:57.210" v="163" actId="164"/>
          <ac:spMkLst>
            <pc:docMk/>
            <pc:sldMk cId="410305500" sldId="269"/>
            <ac:spMk id="31" creationId="{58C648A3-EA52-856B-B0E3-65AA7D2C6012}"/>
          </ac:spMkLst>
        </pc:spChg>
        <pc:spChg chg="add mod">
          <ac:chgData name="(FA21-RCS-015) LAIBA SABIR" userId="cdfba985-6cea-425f-a12a-4b4fa79fe82d" providerId="ADAL" clId="{1AD8002E-58FB-4BC8-91ED-A2F5551616E2}" dt="2025-06-02T04:58:05.072" v="164" actId="164"/>
          <ac:spMkLst>
            <pc:docMk/>
            <pc:sldMk cId="410305500" sldId="269"/>
            <ac:spMk id="32" creationId="{4CB9BA35-B1B1-5972-1CE6-95097604A781}"/>
          </ac:spMkLst>
        </pc:spChg>
        <pc:grpChg chg="mod">
          <ac:chgData name="(FA21-RCS-015) LAIBA SABIR" userId="cdfba985-6cea-425f-a12a-4b4fa79fe82d" providerId="ADAL" clId="{1AD8002E-58FB-4BC8-91ED-A2F5551616E2}" dt="2025-06-02T04:58:32.609" v="167" actId="164"/>
          <ac:grpSpMkLst>
            <pc:docMk/>
            <pc:sldMk cId="410305500" sldId="269"/>
            <ac:grpSpMk id="4" creationId="{9B1FC425-749D-FC7D-EB94-790E731A80E1}"/>
          </ac:grpSpMkLst>
        </pc:grpChg>
        <pc:grpChg chg="mod">
          <ac:chgData name="(FA21-RCS-015) LAIBA SABIR" userId="cdfba985-6cea-425f-a12a-4b4fa79fe82d" providerId="ADAL" clId="{1AD8002E-58FB-4BC8-91ED-A2F5551616E2}" dt="2025-06-02T04:53:39.827" v="108"/>
          <ac:grpSpMkLst>
            <pc:docMk/>
            <pc:sldMk cId="410305500" sldId="269"/>
            <ac:grpSpMk id="15" creationId="{975F9A21-E5CD-EE49-45AC-46FFF75C5380}"/>
          </ac:grpSpMkLst>
        </pc:grpChg>
        <pc:grpChg chg="mod">
          <ac:chgData name="(FA21-RCS-015) LAIBA SABIR" userId="cdfba985-6cea-425f-a12a-4b4fa79fe82d" providerId="ADAL" clId="{1AD8002E-58FB-4BC8-91ED-A2F5551616E2}" dt="2025-06-02T04:53:39.827" v="108"/>
          <ac:grpSpMkLst>
            <pc:docMk/>
            <pc:sldMk cId="410305500" sldId="269"/>
            <ac:grpSpMk id="20" creationId="{EC2B77CA-E54B-D87E-5587-868A41CE2B3C}"/>
          </ac:grpSpMkLst>
        </pc:grpChg>
        <pc:grpChg chg="mod">
          <ac:chgData name="(FA21-RCS-015) LAIBA SABIR" userId="cdfba985-6cea-425f-a12a-4b4fa79fe82d" providerId="ADAL" clId="{1AD8002E-58FB-4BC8-91ED-A2F5551616E2}" dt="2025-06-02T04:53:39.827" v="108"/>
          <ac:grpSpMkLst>
            <pc:docMk/>
            <pc:sldMk cId="410305500" sldId="269"/>
            <ac:grpSpMk id="24" creationId="{4D2E730A-D12C-B4A8-89A8-0CB9DAF35823}"/>
          </ac:grpSpMkLst>
        </pc:grpChg>
        <pc:grpChg chg="add mod">
          <ac:chgData name="(FA21-RCS-015) LAIBA SABIR" userId="cdfba985-6cea-425f-a12a-4b4fa79fe82d" providerId="ADAL" clId="{1AD8002E-58FB-4BC8-91ED-A2F5551616E2}" dt="2025-06-02T04:57:57.210" v="163" actId="164"/>
          <ac:grpSpMkLst>
            <pc:docMk/>
            <pc:sldMk cId="410305500" sldId="269"/>
            <ac:grpSpMk id="41" creationId="{DB1EC389-3491-7E6D-B78B-610B35D5B28C}"/>
          </ac:grpSpMkLst>
        </pc:grpChg>
        <pc:grpChg chg="add mod">
          <ac:chgData name="(FA21-RCS-015) LAIBA SABIR" userId="cdfba985-6cea-425f-a12a-4b4fa79fe82d" providerId="ADAL" clId="{1AD8002E-58FB-4BC8-91ED-A2F5551616E2}" dt="2025-06-02T04:58:05.072" v="164" actId="164"/>
          <ac:grpSpMkLst>
            <pc:docMk/>
            <pc:sldMk cId="410305500" sldId="269"/>
            <ac:grpSpMk id="42" creationId="{B8A5A6AC-2877-155E-76EE-6E5240209F5C}"/>
          </ac:grpSpMkLst>
        </pc:grpChg>
        <pc:grpChg chg="add mod">
          <ac:chgData name="(FA21-RCS-015) LAIBA SABIR" userId="cdfba985-6cea-425f-a12a-4b4fa79fe82d" providerId="ADAL" clId="{1AD8002E-58FB-4BC8-91ED-A2F5551616E2}" dt="2025-06-02T04:58:20.823" v="165" actId="164"/>
          <ac:grpSpMkLst>
            <pc:docMk/>
            <pc:sldMk cId="410305500" sldId="269"/>
            <ac:grpSpMk id="43" creationId="{1CF861C6-000B-FF44-1C6F-A7CED3755B12}"/>
          </ac:grpSpMkLst>
        </pc:grpChg>
        <pc:grpChg chg="add mod">
          <ac:chgData name="(FA21-RCS-015) LAIBA SABIR" userId="cdfba985-6cea-425f-a12a-4b4fa79fe82d" providerId="ADAL" clId="{1AD8002E-58FB-4BC8-91ED-A2F5551616E2}" dt="2025-06-02T04:58:27.943" v="166" actId="164"/>
          <ac:grpSpMkLst>
            <pc:docMk/>
            <pc:sldMk cId="410305500" sldId="269"/>
            <ac:grpSpMk id="44" creationId="{AA329569-D4D2-8A5C-01BE-8A1D6C5662F8}"/>
          </ac:grpSpMkLst>
        </pc:grpChg>
        <pc:grpChg chg="add mod">
          <ac:chgData name="(FA21-RCS-015) LAIBA SABIR" userId="cdfba985-6cea-425f-a12a-4b4fa79fe82d" providerId="ADAL" clId="{1AD8002E-58FB-4BC8-91ED-A2F5551616E2}" dt="2025-06-02T05:10:39.608" v="220" actId="164"/>
          <ac:grpSpMkLst>
            <pc:docMk/>
            <pc:sldMk cId="410305500" sldId="269"/>
            <ac:grpSpMk id="45" creationId="{9C94D8F9-ACA4-DAA8-6662-6AEED7F29555}"/>
          </ac:grpSpMkLst>
        </pc:grpChg>
        <pc:grpChg chg="add mod">
          <ac:chgData name="(FA21-RCS-015) LAIBA SABIR" userId="cdfba985-6cea-425f-a12a-4b4fa79fe82d" providerId="ADAL" clId="{1AD8002E-58FB-4BC8-91ED-A2F5551616E2}" dt="2025-06-02T04:58:32.609" v="167" actId="164"/>
          <ac:grpSpMkLst>
            <pc:docMk/>
            <pc:sldMk cId="410305500" sldId="269"/>
            <ac:grpSpMk id="46" creationId="{64221B51-4AF5-8503-B234-B63C1A8C6832}"/>
          </ac:grpSpMkLst>
        </pc:grpChg>
        <pc:grpChg chg="add mod">
          <ac:chgData name="(FA21-RCS-015) LAIBA SABIR" userId="cdfba985-6cea-425f-a12a-4b4fa79fe82d" providerId="ADAL" clId="{1AD8002E-58FB-4BC8-91ED-A2F5551616E2}" dt="2025-06-02T05:10:39.608" v="220" actId="164"/>
          <ac:grpSpMkLst>
            <pc:docMk/>
            <pc:sldMk cId="410305500" sldId="269"/>
            <ac:grpSpMk id="47" creationId="{A7D1A2FF-0A89-5143-2499-C54CE2876722}"/>
          </ac:grpSpMkLst>
        </pc:grpChg>
        <pc:grpChg chg="add mod">
          <ac:chgData name="(FA21-RCS-015) LAIBA SABIR" userId="cdfba985-6cea-425f-a12a-4b4fa79fe82d" providerId="ADAL" clId="{1AD8002E-58FB-4BC8-91ED-A2F5551616E2}" dt="2025-06-02T05:10:42.513" v="221" actId="1076"/>
          <ac:grpSpMkLst>
            <pc:docMk/>
            <pc:sldMk cId="410305500" sldId="269"/>
            <ac:grpSpMk id="48" creationId="{A18CFCEC-0BD9-8D27-1DB2-7BA70C810A98}"/>
          </ac:grpSpMkLst>
        </pc:grpChg>
        <pc:picChg chg="add mod">
          <ac:chgData name="(FA21-RCS-015) LAIBA SABIR" userId="cdfba985-6cea-425f-a12a-4b4fa79fe82d" providerId="ADAL" clId="{1AD8002E-58FB-4BC8-91ED-A2F5551616E2}" dt="2025-06-02T05:33:03.210" v="499"/>
          <ac:picMkLst>
            <pc:docMk/>
            <pc:sldMk cId="410305500" sldId="269"/>
            <ac:picMk id="49" creationId="{DB9A4E40-07F9-CC97-CC61-E4421023B0F1}"/>
          </ac:picMkLst>
        </pc:picChg>
        <pc:cxnChg chg="add mod">
          <ac:chgData name="(FA21-RCS-015) LAIBA SABIR" userId="cdfba985-6cea-425f-a12a-4b4fa79fe82d" providerId="ADAL" clId="{1AD8002E-58FB-4BC8-91ED-A2F5551616E2}" dt="2025-06-02T04:57:41.340" v="161" actId="164"/>
          <ac:cxnSpMkLst>
            <pc:docMk/>
            <pc:sldMk cId="410305500" sldId="269"/>
            <ac:cxnSpMk id="34" creationId="{BCCBCB91-F0A5-EDEC-5623-3A41503372AE}"/>
          </ac:cxnSpMkLst>
        </pc:cxnChg>
        <pc:cxnChg chg="add mod">
          <ac:chgData name="(FA21-RCS-015) LAIBA SABIR" userId="cdfba985-6cea-425f-a12a-4b4fa79fe82d" providerId="ADAL" clId="{1AD8002E-58FB-4BC8-91ED-A2F5551616E2}" dt="2025-06-02T04:57:46.880" v="162" actId="164"/>
          <ac:cxnSpMkLst>
            <pc:docMk/>
            <pc:sldMk cId="410305500" sldId="269"/>
            <ac:cxnSpMk id="36" creationId="{2B146E90-0F25-51C0-B2A7-60F90A8BCF9E}"/>
          </ac:cxnSpMkLst>
        </pc:cxnChg>
        <pc:cxnChg chg="add mod">
          <ac:chgData name="(FA21-RCS-015) LAIBA SABIR" userId="cdfba985-6cea-425f-a12a-4b4fa79fe82d" providerId="ADAL" clId="{1AD8002E-58FB-4BC8-91ED-A2F5551616E2}" dt="2025-06-02T05:10:31.480" v="219" actId="1076"/>
          <ac:cxnSpMkLst>
            <pc:docMk/>
            <pc:sldMk cId="410305500" sldId="269"/>
            <ac:cxnSpMk id="38" creationId="{052E938E-DBD4-22BA-2BF3-6569496F4250}"/>
          </ac:cxnSpMkLst>
        </pc:cxnChg>
        <pc:cxnChg chg="add mod">
          <ac:chgData name="(FA21-RCS-015) LAIBA SABIR" userId="cdfba985-6cea-425f-a12a-4b4fa79fe82d" providerId="ADAL" clId="{1AD8002E-58FB-4BC8-91ED-A2F5551616E2}" dt="2025-06-02T04:58:27.943" v="166" actId="164"/>
          <ac:cxnSpMkLst>
            <pc:docMk/>
            <pc:sldMk cId="410305500" sldId="269"/>
            <ac:cxnSpMk id="40" creationId="{A8FFD551-DF03-496C-D74A-49A728FCABD0}"/>
          </ac:cxnSpMkLst>
        </pc:cxnChg>
      </pc:sldChg>
      <pc:sldChg chg="addSp delSp modSp new mod">
        <pc:chgData name="(FA21-RCS-015) LAIBA SABIR" userId="cdfba985-6cea-425f-a12a-4b4fa79fe82d" providerId="ADAL" clId="{1AD8002E-58FB-4BC8-91ED-A2F5551616E2}" dt="2025-06-02T05:33:00.867" v="498"/>
        <pc:sldMkLst>
          <pc:docMk/>
          <pc:sldMk cId="1462950175" sldId="270"/>
        </pc:sldMkLst>
        <pc:spChg chg="mod">
          <ac:chgData name="(FA21-RCS-015) LAIBA SABIR" userId="cdfba985-6cea-425f-a12a-4b4fa79fe82d" providerId="ADAL" clId="{1AD8002E-58FB-4BC8-91ED-A2F5551616E2}" dt="2025-06-02T05:28:15.419" v="411" actId="404"/>
          <ac:spMkLst>
            <pc:docMk/>
            <pc:sldMk cId="1462950175" sldId="270"/>
            <ac:spMk id="2" creationId="{E00612DA-EE69-7254-FEF2-F6A2CA088CDA}"/>
          </ac:spMkLst>
        </pc:spChg>
        <pc:spChg chg="del">
          <ac:chgData name="(FA21-RCS-015) LAIBA SABIR" userId="cdfba985-6cea-425f-a12a-4b4fa79fe82d" providerId="ADAL" clId="{1AD8002E-58FB-4BC8-91ED-A2F5551616E2}" dt="2025-06-02T05:00:05.459" v="179"/>
          <ac:spMkLst>
            <pc:docMk/>
            <pc:sldMk cId="1462950175" sldId="270"/>
            <ac:spMk id="3" creationId="{23F814D8-2DB1-A179-49D9-2747A7AB8CC4}"/>
          </ac:spMkLst>
        </pc:spChg>
        <pc:spChg chg="add mod">
          <ac:chgData name="(FA21-RCS-015) LAIBA SABIR" userId="cdfba985-6cea-425f-a12a-4b4fa79fe82d" providerId="ADAL" clId="{1AD8002E-58FB-4BC8-91ED-A2F5551616E2}" dt="2025-06-02T05:28:24.522" v="413" actId="2711"/>
          <ac:spMkLst>
            <pc:docMk/>
            <pc:sldMk cId="1462950175" sldId="270"/>
            <ac:spMk id="4" creationId="{55E512EB-7CE3-4F38-576A-C7573B3D77A6}"/>
          </ac:spMkLst>
        </pc:spChg>
        <pc:spChg chg="add mod">
          <ac:chgData name="(FA21-RCS-015) LAIBA SABIR" userId="cdfba985-6cea-425f-a12a-4b4fa79fe82d" providerId="ADAL" clId="{1AD8002E-58FB-4BC8-91ED-A2F5551616E2}" dt="2025-06-02T05:01:51.417" v="197" actId="20577"/>
          <ac:spMkLst>
            <pc:docMk/>
            <pc:sldMk cId="1462950175" sldId="270"/>
            <ac:spMk id="6" creationId="{5025A836-C2C8-4611-C81E-DBA2743A1118}"/>
          </ac:spMkLst>
        </pc:spChg>
        <pc:graphicFrameChg chg="add mod modGraphic">
          <ac:chgData name="(FA21-RCS-015) LAIBA SABIR" userId="cdfba985-6cea-425f-a12a-4b4fa79fe82d" providerId="ADAL" clId="{1AD8002E-58FB-4BC8-91ED-A2F5551616E2}" dt="2025-06-02T05:28:36.168" v="416" actId="122"/>
          <ac:graphicFrameMkLst>
            <pc:docMk/>
            <pc:sldMk cId="1462950175" sldId="270"/>
            <ac:graphicFrameMk id="5" creationId="{0BF891D2-90FD-09BD-0412-136311C2B172}"/>
          </ac:graphicFrameMkLst>
        </pc:graphicFrameChg>
        <pc:picChg chg="add mod">
          <ac:chgData name="(FA21-RCS-015) LAIBA SABIR" userId="cdfba985-6cea-425f-a12a-4b4fa79fe82d" providerId="ADAL" clId="{1AD8002E-58FB-4BC8-91ED-A2F5551616E2}" dt="2025-06-02T05:02:29.390" v="201" actId="1076"/>
          <ac:picMkLst>
            <pc:docMk/>
            <pc:sldMk cId="1462950175" sldId="270"/>
            <ac:picMk id="8" creationId="{3083DC26-554D-C0CB-F1D4-C47111430469}"/>
          </ac:picMkLst>
        </pc:picChg>
        <pc:picChg chg="add mod">
          <ac:chgData name="(FA21-RCS-015) LAIBA SABIR" userId="cdfba985-6cea-425f-a12a-4b4fa79fe82d" providerId="ADAL" clId="{1AD8002E-58FB-4BC8-91ED-A2F5551616E2}" dt="2025-06-02T05:33:00.867" v="498"/>
          <ac:picMkLst>
            <pc:docMk/>
            <pc:sldMk cId="1462950175" sldId="270"/>
            <ac:picMk id="9" creationId="{A2A71816-AF57-716B-FAFA-572AC2CA1DBF}"/>
          </ac:picMkLst>
        </pc:picChg>
      </pc:sldChg>
      <pc:sldChg chg="addSp modSp new mod">
        <pc:chgData name="(FA21-RCS-015) LAIBA SABIR" userId="cdfba985-6cea-425f-a12a-4b4fa79fe82d" providerId="ADAL" clId="{1AD8002E-58FB-4BC8-91ED-A2F5551616E2}" dt="2025-06-02T05:32:56.703" v="497"/>
        <pc:sldMkLst>
          <pc:docMk/>
          <pc:sldMk cId="457003894" sldId="271"/>
        </pc:sldMkLst>
        <pc:spChg chg="mod">
          <ac:chgData name="(FA21-RCS-015) LAIBA SABIR" userId="cdfba985-6cea-425f-a12a-4b4fa79fe82d" providerId="ADAL" clId="{1AD8002E-58FB-4BC8-91ED-A2F5551616E2}" dt="2025-06-02T05:28:48.095" v="420" actId="113"/>
          <ac:spMkLst>
            <pc:docMk/>
            <pc:sldMk cId="457003894" sldId="271"/>
            <ac:spMk id="2" creationId="{D59664CB-BE7F-BB49-DC92-C4BDBBB5605F}"/>
          </ac:spMkLst>
        </pc:spChg>
        <pc:spChg chg="mod">
          <ac:chgData name="(FA21-RCS-015) LAIBA SABIR" userId="cdfba985-6cea-425f-a12a-4b4fa79fe82d" providerId="ADAL" clId="{1AD8002E-58FB-4BC8-91ED-A2F5551616E2}" dt="2025-06-02T05:29:01.004" v="424" actId="113"/>
          <ac:spMkLst>
            <pc:docMk/>
            <pc:sldMk cId="457003894" sldId="271"/>
            <ac:spMk id="3" creationId="{06997728-CEFE-CFC0-9DC4-6D56880185F0}"/>
          </ac:spMkLst>
        </pc:spChg>
        <pc:picChg chg="add mod">
          <ac:chgData name="(FA21-RCS-015) LAIBA SABIR" userId="cdfba985-6cea-425f-a12a-4b4fa79fe82d" providerId="ADAL" clId="{1AD8002E-58FB-4BC8-91ED-A2F5551616E2}" dt="2025-06-02T05:32:56.703" v="497"/>
          <ac:picMkLst>
            <pc:docMk/>
            <pc:sldMk cId="457003894" sldId="271"/>
            <ac:picMk id="4" creationId="{1F492492-33D5-E202-987E-F29AF7B97512}"/>
          </ac:picMkLst>
        </pc:picChg>
      </pc:sldChg>
      <pc:sldChg chg="addSp delSp modSp new mod">
        <pc:chgData name="(FA21-RCS-015) LAIBA SABIR" userId="cdfba985-6cea-425f-a12a-4b4fa79fe82d" providerId="ADAL" clId="{1AD8002E-58FB-4BC8-91ED-A2F5551616E2}" dt="2025-06-02T05:32:53.406" v="496"/>
        <pc:sldMkLst>
          <pc:docMk/>
          <pc:sldMk cId="2991155109" sldId="272"/>
        </pc:sldMkLst>
        <pc:spChg chg="mod">
          <ac:chgData name="(FA21-RCS-015) LAIBA SABIR" userId="cdfba985-6cea-425f-a12a-4b4fa79fe82d" providerId="ADAL" clId="{1AD8002E-58FB-4BC8-91ED-A2F5551616E2}" dt="2025-06-02T05:29:15.618" v="437" actId="113"/>
          <ac:spMkLst>
            <pc:docMk/>
            <pc:sldMk cId="2991155109" sldId="272"/>
            <ac:spMk id="2" creationId="{A11F7247-32B5-B064-01DA-2F95CBD70F63}"/>
          </ac:spMkLst>
        </pc:spChg>
        <pc:spChg chg="del">
          <ac:chgData name="(FA21-RCS-015) LAIBA SABIR" userId="cdfba985-6cea-425f-a12a-4b4fa79fe82d" providerId="ADAL" clId="{1AD8002E-58FB-4BC8-91ED-A2F5551616E2}" dt="2025-06-02T05:10:51.768" v="223" actId="478"/>
          <ac:spMkLst>
            <pc:docMk/>
            <pc:sldMk cId="2991155109" sldId="272"/>
            <ac:spMk id="3" creationId="{5D072F3A-E6E1-FB6A-7B7D-664F6DBBEA78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13" creationId="{797600F1-8D11-A43C-312C-1AEA8BDD2F45}"/>
          </ac:spMkLst>
        </pc:spChg>
        <pc:spChg chg="mod">
          <ac:chgData name="(FA21-RCS-015) LAIBA SABIR" userId="cdfba985-6cea-425f-a12a-4b4fa79fe82d" providerId="ADAL" clId="{1AD8002E-58FB-4BC8-91ED-A2F5551616E2}" dt="2025-06-02T05:11:27.163" v="231" actId="20577"/>
          <ac:spMkLst>
            <pc:docMk/>
            <pc:sldMk cId="2991155109" sldId="272"/>
            <ac:spMk id="15" creationId="{3A0FBA82-F8A1-64EC-A84D-3F094BEBFCF2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17" creationId="{4E807479-8414-4F38-E330-25A63A65D986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19" creationId="{3AC7A9EC-63D2-E5A7-DAA5-2B33900FFCB0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27" creationId="{4876283D-6F87-7104-EC51-F19073BD3826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29" creationId="{34E85C5E-9B1D-7326-CFFE-90FEFBF057A3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31" creationId="{269D629B-C12D-905C-8626-C676CE0E1E1D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37" creationId="{02DFE878-F8CB-7EF9-F242-81491C97437C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41" creationId="{34C36FC2-94CE-B882-F31D-10A1836F560A}"/>
          </ac:spMkLst>
        </pc:spChg>
        <pc:spChg chg="mod">
          <ac:chgData name="(FA21-RCS-015) LAIBA SABIR" userId="cdfba985-6cea-425f-a12a-4b4fa79fe82d" providerId="ADAL" clId="{1AD8002E-58FB-4BC8-91ED-A2F5551616E2}" dt="2025-06-02T05:10:45.966" v="222"/>
          <ac:spMkLst>
            <pc:docMk/>
            <pc:sldMk cId="2991155109" sldId="272"/>
            <ac:spMk id="43" creationId="{F170A6CE-9DFB-386A-9193-8D7E90F65997}"/>
          </ac:spMkLst>
        </pc:spChg>
        <pc:spChg chg="add mod">
          <ac:chgData name="(FA21-RCS-015) LAIBA SABIR" userId="cdfba985-6cea-425f-a12a-4b4fa79fe82d" providerId="ADAL" clId="{1AD8002E-58FB-4BC8-91ED-A2F5551616E2}" dt="2025-06-02T05:11:34.343" v="238" actId="20577"/>
          <ac:spMkLst>
            <pc:docMk/>
            <pc:sldMk cId="2991155109" sldId="272"/>
            <ac:spMk id="45" creationId="{9C64F0DC-496D-CCE5-FA5D-37E8D8115AB7}"/>
          </ac:spMkLst>
        </pc:spChg>
        <pc:spChg chg="add mod">
          <ac:chgData name="(FA21-RCS-015) LAIBA SABIR" userId="cdfba985-6cea-425f-a12a-4b4fa79fe82d" providerId="ADAL" clId="{1AD8002E-58FB-4BC8-91ED-A2F5551616E2}" dt="2025-06-02T05:11:40.751" v="244" actId="20577"/>
          <ac:spMkLst>
            <pc:docMk/>
            <pc:sldMk cId="2991155109" sldId="272"/>
            <ac:spMk id="46" creationId="{CA65D816-B076-41A8-C6E5-A403423FC848}"/>
          </ac:spMkLst>
        </pc:spChg>
        <pc:spChg chg="add mod">
          <ac:chgData name="(FA21-RCS-015) LAIBA SABIR" userId="cdfba985-6cea-425f-a12a-4b4fa79fe82d" providerId="ADAL" clId="{1AD8002E-58FB-4BC8-91ED-A2F5551616E2}" dt="2025-06-02T05:11:59.316" v="249" actId="1076"/>
          <ac:spMkLst>
            <pc:docMk/>
            <pc:sldMk cId="2991155109" sldId="272"/>
            <ac:spMk id="47" creationId="{37C4EF60-C1C1-9274-349A-D216F539CF37}"/>
          </ac:spMkLst>
        </pc:spChg>
        <pc:spChg chg="add mod">
          <ac:chgData name="(FA21-RCS-015) LAIBA SABIR" userId="cdfba985-6cea-425f-a12a-4b4fa79fe82d" providerId="ADAL" clId="{1AD8002E-58FB-4BC8-91ED-A2F5551616E2}" dt="2025-06-02T05:11:55.638" v="248" actId="1076"/>
          <ac:spMkLst>
            <pc:docMk/>
            <pc:sldMk cId="2991155109" sldId="272"/>
            <ac:spMk id="48" creationId="{B6C3B932-AFDD-FE0F-6057-0DFD9CEA351B}"/>
          </ac:spMkLst>
        </pc:spChg>
        <pc:picChg chg="add mod">
          <ac:chgData name="(FA21-RCS-015) LAIBA SABIR" userId="cdfba985-6cea-425f-a12a-4b4fa79fe82d" providerId="ADAL" clId="{1AD8002E-58FB-4BC8-91ED-A2F5551616E2}" dt="2025-06-02T05:32:53.406" v="496"/>
          <ac:picMkLst>
            <pc:docMk/>
            <pc:sldMk cId="2991155109" sldId="272"/>
            <ac:picMk id="57" creationId="{4DDEA493-A7E3-8281-8269-305E278F3820}"/>
          </ac:picMkLst>
        </pc:picChg>
        <pc:cxnChg chg="add mod">
          <ac:chgData name="(FA21-RCS-015) LAIBA SABIR" userId="cdfba985-6cea-425f-a12a-4b4fa79fe82d" providerId="ADAL" clId="{1AD8002E-58FB-4BC8-91ED-A2F5551616E2}" dt="2025-06-02T05:12:12.172" v="251" actId="13822"/>
          <ac:cxnSpMkLst>
            <pc:docMk/>
            <pc:sldMk cId="2991155109" sldId="272"/>
            <ac:cxnSpMk id="50" creationId="{1AE156C2-7075-9E48-7F0D-D22D597EECB5}"/>
          </ac:cxnSpMkLst>
        </pc:cxnChg>
        <pc:cxnChg chg="add mod">
          <ac:chgData name="(FA21-RCS-015) LAIBA SABIR" userId="cdfba985-6cea-425f-a12a-4b4fa79fe82d" providerId="ADAL" clId="{1AD8002E-58FB-4BC8-91ED-A2F5551616E2}" dt="2025-06-02T05:12:20.702" v="253" actId="13822"/>
          <ac:cxnSpMkLst>
            <pc:docMk/>
            <pc:sldMk cId="2991155109" sldId="272"/>
            <ac:cxnSpMk id="52" creationId="{5FFF5C52-38D8-06DB-D68D-DAFC655627C0}"/>
          </ac:cxnSpMkLst>
        </pc:cxnChg>
        <pc:cxnChg chg="add mod">
          <ac:chgData name="(FA21-RCS-015) LAIBA SABIR" userId="cdfba985-6cea-425f-a12a-4b4fa79fe82d" providerId="ADAL" clId="{1AD8002E-58FB-4BC8-91ED-A2F5551616E2}" dt="2025-06-02T05:12:29.416" v="255" actId="13822"/>
          <ac:cxnSpMkLst>
            <pc:docMk/>
            <pc:sldMk cId="2991155109" sldId="272"/>
            <ac:cxnSpMk id="54" creationId="{0CE017D3-DCBB-9194-FDC5-01E44828E79D}"/>
          </ac:cxnSpMkLst>
        </pc:cxnChg>
        <pc:cxnChg chg="add mod">
          <ac:chgData name="(FA21-RCS-015) LAIBA SABIR" userId="cdfba985-6cea-425f-a12a-4b4fa79fe82d" providerId="ADAL" clId="{1AD8002E-58FB-4BC8-91ED-A2F5551616E2}" dt="2025-06-02T05:12:37.175" v="257" actId="13822"/>
          <ac:cxnSpMkLst>
            <pc:docMk/>
            <pc:sldMk cId="2991155109" sldId="272"/>
            <ac:cxnSpMk id="56" creationId="{D91D9232-335B-D1C3-D303-6F2BEC73B4BA}"/>
          </ac:cxnSpMkLst>
        </pc:cxnChg>
      </pc:sldChg>
      <pc:sldChg chg="addSp delSp modSp new mod">
        <pc:chgData name="(FA21-RCS-015) LAIBA SABIR" userId="cdfba985-6cea-425f-a12a-4b4fa79fe82d" providerId="ADAL" clId="{1AD8002E-58FB-4BC8-91ED-A2F5551616E2}" dt="2025-06-02T05:29:23.255" v="439" actId="113"/>
        <pc:sldMkLst>
          <pc:docMk/>
          <pc:sldMk cId="234395684" sldId="273"/>
        </pc:sldMkLst>
        <pc:spChg chg="mod">
          <ac:chgData name="(FA21-RCS-015) LAIBA SABIR" userId="cdfba985-6cea-425f-a12a-4b4fa79fe82d" providerId="ADAL" clId="{1AD8002E-58FB-4BC8-91ED-A2F5551616E2}" dt="2025-06-02T05:29:23.255" v="439" actId="113"/>
          <ac:spMkLst>
            <pc:docMk/>
            <pc:sldMk cId="234395684" sldId="273"/>
            <ac:spMk id="2" creationId="{59FFC949-4F00-E41D-B243-26454D7455D3}"/>
          </ac:spMkLst>
        </pc:spChg>
        <pc:spChg chg="del">
          <ac:chgData name="(FA21-RCS-015) LAIBA SABIR" userId="cdfba985-6cea-425f-a12a-4b4fa79fe82d" providerId="ADAL" clId="{1AD8002E-58FB-4BC8-91ED-A2F5551616E2}" dt="2025-06-02T05:13:40.586" v="303" actId="478"/>
          <ac:spMkLst>
            <pc:docMk/>
            <pc:sldMk cId="234395684" sldId="273"/>
            <ac:spMk id="3" creationId="{EC44F076-7FD5-AF09-42F8-6F3564DAA150}"/>
          </ac:spMkLst>
        </pc:spChg>
        <pc:graphicFrameChg chg="add mod modGraphic">
          <ac:chgData name="(FA21-RCS-015) LAIBA SABIR" userId="cdfba985-6cea-425f-a12a-4b4fa79fe82d" providerId="ADAL" clId="{1AD8002E-58FB-4BC8-91ED-A2F5551616E2}" dt="2025-06-02T05:20:42.434" v="306" actId="12385"/>
          <ac:graphicFrameMkLst>
            <pc:docMk/>
            <pc:sldMk cId="234395684" sldId="273"/>
            <ac:graphicFrameMk id="4" creationId="{2A67E19B-FA53-A60A-2947-7B67A2ECAFE8}"/>
          </ac:graphicFrameMkLst>
        </pc:graphicFrameChg>
      </pc:sldChg>
      <pc:sldChg chg="addSp delSp modSp new mod">
        <pc:chgData name="(FA21-RCS-015) LAIBA SABIR" userId="cdfba985-6cea-425f-a12a-4b4fa79fe82d" providerId="ADAL" clId="{1AD8002E-58FB-4BC8-91ED-A2F5551616E2}" dt="2025-06-02T05:32:49.688" v="495"/>
        <pc:sldMkLst>
          <pc:docMk/>
          <pc:sldMk cId="2350237859" sldId="274"/>
        </pc:sldMkLst>
        <pc:spChg chg="mod">
          <ac:chgData name="(FA21-RCS-015) LAIBA SABIR" userId="cdfba985-6cea-425f-a12a-4b4fa79fe82d" providerId="ADAL" clId="{1AD8002E-58FB-4BC8-91ED-A2F5551616E2}" dt="2025-06-02T05:29:38.400" v="455" actId="113"/>
          <ac:spMkLst>
            <pc:docMk/>
            <pc:sldMk cId="2350237859" sldId="274"/>
            <ac:spMk id="2" creationId="{DEC726DA-2C00-AD1A-41A2-E3881A05E1C1}"/>
          </ac:spMkLst>
        </pc:spChg>
        <pc:spChg chg="del">
          <ac:chgData name="(FA21-RCS-015) LAIBA SABIR" userId="cdfba985-6cea-425f-a12a-4b4fa79fe82d" providerId="ADAL" clId="{1AD8002E-58FB-4BC8-91ED-A2F5551616E2}" dt="2025-06-02T05:30:04.229" v="456"/>
          <ac:spMkLst>
            <pc:docMk/>
            <pc:sldMk cId="2350237859" sldId="274"/>
            <ac:spMk id="3" creationId="{FD7BD26F-6EF0-3AD4-31C8-FEFF764C97E9}"/>
          </ac:spMkLst>
        </pc:spChg>
        <pc:spChg chg="add mod">
          <ac:chgData name="(FA21-RCS-015) LAIBA SABIR" userId="cdfba985-6cea-425f-a12a-4b4fa79fe82d" providerId="ADAL" clId="{1AD8002E-58FB-4BC8-91ED-A2F5551616E2}" dt="2025-06-02T05:31:46.992" v="494" actId="1076"/>
          <ac:spMkLst>
            <pc:docMk/>
            <pc:sldMk cId="2350237859" sldId="274"/>
            <ac:spMk id="4" creationId="{629C577A-CBD7-85DF-12AF-8C4B66F2F83F}"/>
          </ac:spMkLst>
        </pc:spChg>
        <pc:spChg chg="add del mod">
          <ac:chgData name="(FA21-RCS-015) LAIBA SABIR" userId="cdfba985-6cea-425f-a12a-4b4fa79fe82d" providerId="ADAL" clId="{1AD8002E-58FB-4BC8-91ED-A2F5551616E2}" dt="2025-06-02T05:31:08.735" v="486"/>
          <ac:spMkLst>
            <pc:docMk/>
            <pc:sldMk cId="2350237859" sldId="274"/>
            <ac:spMk id="5" creationId="{13DFB745-B078-E994-9782-0A2887C58FE2}"/>
          </ac:spMkLst>
        </pc:spChg>
        <pc:picChg chg="add mod">
          <ac:chgData name="(FA21-RCS-015) LAIBA SABIR" userId="cdfba985-6cea-425f-a12a-4b4fa79fe82d" providerId="ADAL" clId="{1AD8002E-58FB-4BC8-91ED-A2F5551616E2}" dt="2025-06-02T05:32:49.688" v="495"/>
          <ac:picMkLst>
            <pc:docMk/>
            <pc:sldMk cId="2350237859" sldId="274"/>
            <ac:picMk id="6" creationId="{0C5AFBDC-EC6C-E54B-A46D-68E138DB7D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6507-42F2-B007-511C-D6FEC1F6A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9F284-DF23-4192-0ED9-CD0A25EB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28539-58A4-1FE8-4A3C-773F51C5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40120-F191-5539-FA22-309AC3EA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28FC1-A071-3C17-E4DC-42A8A0E1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388A-2834-572A-365A-B6D24EE1E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33E1-45B0-9BF2-E55D-F69B94E5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9C96E-7D63-EA85-D8FF-D16B41D0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8A6B-5A24-0111-496A-7FB56A257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2DE06-3766-25DB-631B-93CB3D62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2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DF29-2457-515E-818E-A630DFF0D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8BC3C-6BB6-4099-1CBF-2343EE3AF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A4C7F-02BE-7ED4-9139-8FF604A5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2549-D952-F4F7-B099-2021DC34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66C5-4C95-8F1F-5FCB-083DF9F5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67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BA18-51C3-EA62-778C-0909A46B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336D-080A-36CC-06F3-394AF84B2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CB053-5106-5673-9903-EE6798796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4B3CA-24D9-6929-5A19-CB2D0A771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BBFB8-B61F-46B4-274F-64F9D16D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A5A7E-B694-7C4F-6AFF-2AB14C1D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5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01B1-D53A-C09C-E71A-96782444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2EFA2-8B38-D153-547C-5F0AED92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A62B0-B602-D41E-7549-5F3BC587D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EAF71-CC11-CE52-D3EA-851FEC1B8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79CC5-B2DF-0AD2-60B2-264A69B5C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D491B-0F7E-7E8D-47E9-D316153C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2FEC1-729F-7D3D-F6D0-4F38C3D6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DCB17-0580-4D9F-E136-BC5B7594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8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4E82-F1AA-80A5-35A9-D8090285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1C408-6A95-ACBA-69DC-621D0D308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FEED1-032C-B51D-548E-068B4A29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632A4-1438-BA79-2B1F-22D9A990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3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3929A-EB16-345F-8EAA-A8ABB2FA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2B8DB-ABFE-2367-D69C-4F9B424C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D5447-651C-3F60-3532-CAF4F5E9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4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9EBC-B564-23EC-65FB-99D5067D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6ECB-242C-CC4E-ACB8-FEE9D481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6CB0A-A1FB-982D-5663-7D776CF8D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34FE6-370A-97AB-26A0-D46A2964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D1D9B-2A1C-CB46-8279-C1E3EB4B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F4ED3-1400-E597-4847-92AC4C67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5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F6E-689B-DD8D-C458-818FCFC9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F9F02-24D1-44C9-7209-8E2450C61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5ED54-A46B-06BA-104B-ED2F3E07A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4E13-DBF6-8389-FD18-774CFCB8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FC0D2-0F3A-9606-C2F8-469B8643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B4ECF-2D43-C849-6377-CA936CEB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F81B-22A7-EDF7-538E-E2A3C0B6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7797C-F78C-B94F-D0EE-0CD7B0D80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2653-10D2-51A6-2607-19E4C835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5B291-252F-9DAC-E18C-72510252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A56C1-43E7-49C6-7E1A-4F5D6178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1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4802F-1E10-2DCB-1E1B-C7B8CFF36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3830E-0DB5-21C5-AED5-AADD44FC9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2026-1560-26E0-8490-C389764F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7DA5-E0F3-E339-D803-7516B05D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7C556-94A2-3D7C-F654-F384266D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8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F79BB-D0FA-D765-3B88-779D943A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1F0F9-CDDC-65B0-EBEC-85A63966A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07643-AA44-212C-59FB-074023BE5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7B956-D991-41C1-81E1-0F8D75A80410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C0C42-6065-D27B-5558-A12714288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B54AF-346C-C031-4719-666D251C8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7D4D9-E485-4FF5-A0ED-F8FFCC062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7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9340-C4B7-CA25-5D5B-B323295D8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1FC3A-001D-A07C-2E42-A7FF372E8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Decision Tree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F3A0CFCE-9844-C12D-43D9-4E66FC484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00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F836-9EA4-8ECF-6FDF-DD02F558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(DT)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24D2-59E2-8655-24B7-F2EE8B35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supervised machine learning algorithm used for both classification and regression tasks.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splitting the dataset into subsets based on feature values in a tree-like structure. Each internal node represents a decision on an attribute, each branch represents the outcome of the decision, and each leaf node represents a class label (in classification) or a value (in regression).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use measures like Gini Index, Entropy (Information Gain), or Variance Reduction to determine the best split at each node.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6B213239-F333-0ACB-4E14-23B9417DE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94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7C1F-2555-A3DC-5A4C-3853EAD4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A97F3A-0962-9375-F81E-0C6B8F2DC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745310"/>
              </p:ext>
            </p:extLst>
          </p:nvPr>
        </p:nvGraphicFramePr>
        <p:xfrm>
          <a:off x="838200" y="1882610"/>
          <a:ext cx="8412804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6319">
                  <a:extLst>
                    <a:ext uri="{9D8B030D-6E8A-4147-A177-3AD203B41FA5}">
                      <a16:colId xmlns:a16="http://schemas.microsoft.com/office/drawing/2014/main" val="2690477019"/>
                    </a:ext>
                  </a:extLst>
                </a:gridCol>
                <a:gridCol w="1566153">
                  <a:extLst>
                    <a:ext uri="{9D8B030D-6E8A-4147-A177-3AD203B41FA5}">
                      <a16:colId xmlns:a16="http://schemas.microsoft.com/office/drawing/2014/main" val="2108583855"/>
                    </a:ext>
                  </a:extLst>
                </a:gridCol>
                <a:gridCol w="1721796">
                  <a:extLst>
                    <a:ext uri="{9D8B030D-6E8A-4147-A177-3AD203B41FA5}">
                      <a16:colId xmlns:a16="http://schemas.microsoft.com/office/drawing/2014/main" val="2970484466"/>
                    </a:ext>
                  </a:extLst>
                </a:gridCol>
                <a:gridCol w="1498060">
                  <a:extLst>
                    <a:ext uri="{9D8B030D-6E8A-4147-A177-3AD203B41FA5}">
                      <a16:colId xmlns:a16="http://schemas.microsoft.com/office/drawing/2014/main" val="3993320373"/>
                    </a:ext>
                  </a:extLst>
                </a:gridCol>
                <a:gridCol w="1361872">
                  <a:extLst>
                    <a:ext uri="{9D8B030D-6E8A-4147-A177-3AD203B41FA5}">
                      <a16:colId xmlns:a16="http://schemas.microsoft.com/office/drawing/2014/main" val="3972385658"/>
                    </a:ext>
                  </a:extLst>
                </a:gridCol>
                <a:gridCol w="1478604">
                  <a:extLst>
                    <a:ext uri="{9D8B030D-6E8A-4147-A177-3AD203B41FA5}">
                      <a16:colId xmlns:a16="http://schemas.microsoft.com/office/drawing/2014/main" val="3248700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PlayTennis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429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50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076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307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22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647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34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48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92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1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399728"/>
                  </a:ext>
                </a:extLst>
              </a:tr>
            </a:tbl>
          </a:graphicData>
        </a:graphic>
      </p:graphicFrame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01356ABA-1145-9E01-7A6C-888EDC0A1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09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B438E-9071-1614-248E-DDED8CD7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 Root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02F81-27ED-0B52-E2BC-BB27471FD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PlayTennis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Yes: 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PlayTennis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No: 4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A8ED9-FC39-FEAE-AD8D-C6708B065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599" y="3429000"/>
            <a:ext cx="5889220" cy="851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D0E064-AD66-17C8-BDFA-B29D16529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64" y="4280598"/>
            <a:ext cx="10091436" cy="851598"/>
          </a:xfrm>
          <a:prstGeom prst="rect">
            <a:avLst/>
          </a:prstGeom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2C802B21-393F-7962-924D-CD0493812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4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A388-CE57-8E69-0D4A-713882E9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Compute Information Gain for each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1ADB-AB39-C069-6266-9FA0659D9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6626" cy="4351338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ED260-C605-745D-C023-7C71F62E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34" y="2322462"/>
            <a:ext cx="9723158" cy="3854501"/>
          </a:xfrm>
          <a:prstGeom prst="rect">
            <a:avLst/>
          </a:prstGeom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CF5AA3E9-AC96-8769-7640-9A749BE6E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44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2B91-2644-32C0-FC74-429FBADA9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881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DD425-9432-5DC1-DDA3-D3891FBE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4" y="2178996"/>
            <a:ext cx="9816931" cy="3918453"/>
          </a:xfrm>
          <a:prstGeom prst="rect">
            <a:avLst/>
          </a:prstGeom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6E49529E-0053-E0C6-9FCA-C4D837C10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73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2378-FBEA-BC18-7674-1497F51A6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E69F0-D4C0-9717-4526-6FACAE96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7" y="1957168"/>
            <a:ext cx="10156488" cy="3879428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434A09C1-4A41-4896-4884-B35EE87F8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4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CB16E-9830-49EC-4BBC-9077B7E2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21" y="1406086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43C08-90DF-F06F-368D-5A595105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985" y="2276272"/>
            <a:ext cx="10390772" cy="3064213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0A8DE3F1-2D9E-D68C-68EC-F57014421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20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3495-6E24-2F35-42D5-40CD034B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Select Feature with Max Gain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365C1C-0604-AE6B-AB8B-2CA015B5E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5245"/>
            <a:ext cx="416331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Outlook: 0.323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Humidity: 0.124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Wind: 0.090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Temp: 0.082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split first on Outlook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89721C-A3F9-55E7-B40E-C2FA9DB8B9D0}"/>
              </a:ext>
            </a:extLst>
          </p:cNvPr>
          <p:cNvGrpSpPr/>
          <p:nvPr/>
        </p:nvGrpSpPr>
        <p:grpSpPr>
          <a:xfrm>
            <a:off x="7365261" y="1843995"/>
            <a:ext cx="4257868" cy="2506569"/>
            <a:chOff x="7472265" y="1770434"/>
            <a:chExt cx="4257868" cy="25065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5CE968-61A3-723F-443A-6005AE7582C8}"/>
                </a:ext>
              </a:extLst>
            </p:cNvPr>
            <p:cNvSpPr/>
            <p:nvPr/>
          </p:nvSpPr>
          <p:spPr>
            <a:xfrm>
              <a:off x="10446082" y="3596522"/>
              <a:ext cx="1284051" cy="564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Subtree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BE21ABC-6073-3AE4-9898-DBE706C95C41}"/>
                </a:ext>
              </a:extLst>
            </p:cNvPr>
            <p:cNvGrpSpPr/>
            <p:nvPr/>
          </p:nvGrpSpPr>
          <p:grpSpPr>
            <a:xfrm>
              <a:off x="7472265" y="1770434"/>
              <a:ext cx="4257868" cy="2506569"/>
              <a:chOff x="7472265" y="1770434"/>
              <a:chExt cx="4257868" cy="250656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08E6059-310C-26F2-76DE-95551734F2C4}"/>
                  </a:ext>
                </a:extLst>
              </p:cNvPr>
              <p:cNvSpPr/>
              <p:nvPr/>
            </p:nvSpPr>
            <p:spPr>
              <a:xfrm>
                <a:off x="7472265" y="3596522"/>
                <a:ext cx="1284051" cy="5642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Subtree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3EDCF82-4F4D-5150-A203-0E2857099DAB}"/>
                  </a:ext>
                </a:extLst>
              </p:cNvPr>
              <p:cNvGrpSpPr/>
              <p:nvPr/>
            </p:nvGrpSpPr>
            <p:grpSpPr>
              <a:xfrm>
                <a:off x="7472265" y="1770434"/>
                <a:ext cx="4257868" cy="2506569"/>
                <a:chOff x="7472265" y="1770434"/>
                <a:chExt cx="4257868" cy="2506569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2ABDF7F-5755-E5EA-CB0B-3A85478CE81C}"/>
                    </a:ext>
                  </a:extLst>
                </p:cNvPr>
                <p:cNvSpPr/>
                <p:nvPr/>
              </p:nvSpPr>
              <p:spPr>
                <a:xfrm>
                  <a:off x="9299740" y="3712799"/>
                  <a:ext cx="723901" cy="56420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Yes</a:t>
                  </a:r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B1EBF05B-2410-7326-7B24-45D48745EAEF}"/>
                    </a:ext>
                  </a:extLst>
                </p:cNvPr>
                <p:cNvGrpSpPr/>
                <p:nvPr/>
              </p:nvGrpSpPr>
              <p:grpSpPr>
                <a:xfrm>
                  <a:off x="7472265" y="1770434"/>
                  <a:ext cx="4257868" cy="1942365"/>
                  <a:chOff x="7472265" y="1770434"/>
                  <a:chExt cx="4257868" cy="1942365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5D966E3F-5905-942B-05E3-F032859E5AB2}"/>
                      </a:ext>
                    </a:extLst>
                  </p:cNvPr>
                  <p:cNvGrpSpPr/>
                  <p:nvPr/>
                </p:nvGrpSpPr>
                <p:grpSpPr>
                  <a:xfrm>
                    <a:off x="7472265" y="1770434"/>
                    <a:ext cx="4257868" cy="1942365"/>
                    <a:chOff x="7472265" y="1770434"/>
                    <a:chExt cx="4257868" cy="1942365"/>
                  </a:xfrm>
                </p:grpSpPr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A4FDBFE7-BED2-960C-8DCA-6901F927B50D}"/>
                        </a:ext>
                      </a:extLst>
                    </p:cNvPr>
                    <p:cNvCxnSpPr>
                      <a:stCxn id="9" idx="2"/>
                    </p:cNvCxnSpPr>
                    <p:nvPr/>
                  </p:nvCxnSpPr>
                  <p:spPr>
                    <a:xfrm flipH="1">
                      <a:off x="9601199" y="3260690"/>
                      <a:ext cx="1" cy="452109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834A80B3-124A-45EE-4E89-483E33CF02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72265" y="1770434"/>
                      <a:ext cx="4257868" cy="1826088"/>
                      <a:chOff x="7472265" y="1770434"/>
                      <a:chExt cx="4257868" cy="1826088"/>
                    </a:xfrm>
                  </p:grpSpPr>
                  <p:grpSp>
                    <p:nvGrpSpPr>
                      <p:cNvPr id="38" name="Group 37">
                        <a:extLst>
                          <a:ext uri="{FF2B5EF4-FFF2-40B4-BE49-F238E27FC236}">
                            <a16:creationId xmlns:a16="http://schemas.microsoft.com/office/drawing/2014/main" id="{1319410F-3CBE-F91B-3113-69716ECB9D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72265" y="1770434"/>
                        <a:ext cx="4257868" cy="1517060"/>
                        <a:chOff x="7472265" y="1770434"/>
                        <a:chExt cx="4257868" cy="1517060"/>
                      </a:xfrm>
                    </p:grpSpPr>
                    <p:sp>
                      <p:nvSpPr>
                        <p:cNvPr id="10" name="Rectangle 9">
                          <a:extLst>
                            <a:ext uri="{FF2B5EF4-FFF2-40B4-BE49-F238E27FC236}">
                              <a16:creationId xmlns:a16="http://schemas.microsoft.com/office/drawing/2014/main" id="{3358FA19-34B0-98EA-DAC3-9411509A7D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46082" y="2696486"/>
                          <a:ext cx="1284051" cy="564204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Rain</a:t>
                          </a:r>
                        </a:p>
                      </p:txBody>
                    </p:sp>
                    <p:grpSp>
                      <p:nvGrpSpPr>
                        <p:cNvPr id="37" name="Group 36">
                          <a:extLst>
                            <a:ext uri="{FF2B5EF4-FFF2-40B4-BE49-F238E27FC236}">
                              <a16:creationId xmlns:a16="http://schemas.microsoft.com/office/drawing/2014/main" id="{36D94B46-DA72-FB4D-3614-BA134A9B767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72265" y="1770434"/>
                          <a:ext cx="3615843" cy="1517060"/>
                          <a:chOff x="7472265" y="1770434"/>
                          <a:chExt cx="3615843" cy="1517060"/>
                        </a:xfrm>
                      </p:grpSpPr>
                      <p:sp>
                        <p:nvSpPr>
                          <p:cNvPr id="9" name="Rectangle 8">
                            <a:extLst>
                              <a:ext uri="{FF2B5EF4-FFF2-40B4-BE49-F238E27FC236}">
                                <a16:creationId xmlns:a16="http://schemas.microsoft.com/office/drawing/2014/main" id="{7A482FBC-A066-FF98-7B27-B7E88F7D83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59174" y="2696486"/>
                            <a:ext cx="1284051" cy="564204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Overcast</a:t>
                            </a:r>
                          </a:p>
                        </p:txBody>
                      </p:sp>
                      <p:grpSp>
                        <p:nvGrpSpPr>
                          <p:cNvPr id="36" name="Group 35">
                            <a:extLst>
                              <a:ext uri="{FF2B5EF4-FFF2-40B4-BE49-F238E27FC236}">
                                <a16:creationId xmlns:a16="http://schemas.microsoft.com/office/drawing/2014/main" id="{D94805A5-E99A-C1D1-BBC7-24B50B6BD5E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72265" y="1770434"/>
                            <a:ext cx="3615843" cy="1517060"/>
                            <a:chOff x="7472265" y="1770434"/>
                            <a:chExt cx="3615843" cy="1517060"/>
                          </a:xfrm>
                        </p:grpSpPr>
                        <p:sp>
                          <p:nvSpPr>
                            <p:cNvPr id="6" name="Rectangle 5">
                              <a:extLst>
                                <a:ext uri="{FF2B5EF4-FFF2-40B4-BE49-F238E27FC236}">
                                  <a16:creationId xmlns:a16="http://schemas.microsoft.com/office/drawing/2014/main" id="{1BBD51E6-F71B-CF16-6F54-6BE006B369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472265" y="2723290"/>
                              <a:ext cx="1284051" cy="564204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Sunny</a:t>
                              </a:r>
                            </a:p>
                          </p:txBody>
                        </p:sp>
                        <p:grpSp>
                          <p:nvGrpSpPr>
                            <p:cNvPr id="35" name="Group 34">
                              <a:extLst>
                                <a:ext uri="{FF2B5EF4-FFF2-40B4-BE49-F238E27FC236}">
                                  <a16:creationId xmlns:a16="http://schemas.microsoft.com/office/drawing/2014/main" id="{D92D049B-00A9-B35D-CB38-90532211280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114291" y="1770434"/>
                              <a:ext cx="2973817" cy="952856"/>
                              <a:chOff x="8114291" y="1770434"/>
                              <a:chExt cx="2973817" cy="952856"/>
                            </a:xfrm>
                          </p:grpSpPr>
                          <p:cxnSp>
                            <p:nvCxnSpPr>
                              <p:cNvPr id="15" name="Straight Arrow Connector 14">
                                <a:extLst>
                                  <a:ext uri="{FF2B5EF4-FFF2-40B4-BE49-F238E27FC236}">
                                    <a16:creationId xmlns:a16="http://schemas.microsoft.com/office/drawing/2014/main" id="{8EC87ABE-25C6-A80A-CF62-59328E450766}"/>
                                  </a:ext>
                                </a:extLst>
                              </p:cNvPr>
                              <p:cNvCxnSpPr>
                                <a:stCxn id="5" idx="2"/>
                                <a:endCxn id="9" idx="0"/>
                              </p:cNvCxnSpPr>
                              <p:nvPr/>
                            </p:nvCxnSpPr>
                            <p:spPr>
                              <a:xfrm>
                                <a:off x="9596336" y="2334638"/>
                                <a:ext cx="4864" cy="361848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2">
                                <a:schemeClr val="dk1"/>
                              </a:lnRef>
                              <a:fillRef idx="0">
                                <a:schemeClr val="dk1"/>
                              </a:fillRef>
                              <a:effectRef idx="1">
                                <a:schemeClr val="dk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grpSp>
                            <p:nvGrpSpPr>
                              <p:cNvPr id="34" name="Group 33">
                                <a:extLst>
                                  <a:ext uri="{FF2B5EF4-FFF2-40B4-BE49-F238E27FC236}">
                                    <a16:creationId xmlns:a16="http://schemas.microsoft.com/office/drawing/2014/main" id="{3F88A2FF-CDF9-FC65-529B-840AB542A5D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8114291" y="1770434"/>
                                <a:ext cx="2973817" cy="952856"/>
                                <a:chOff x="8114291" y="1770434"/>
                                <a:chExt cx="2973817" cy="952856"/>
                              </a:xfrm>
                            </p:grpSpPr>
                            <p:grpSp>
                              <p:nvGrpSpPr>
                                <p:cNvPr id="33" name="Group 32">
                                  <a:extLst>
                                    <a:ext uri="{FF2B5EF4-FFF2-40B4-BE49-F238E27FC236}">
                                      <a16:creationId xmlns:a16="http://schemas.microsoft.com/office/drawing/2014/main" id="{29121A0E-FA02-4E43-1363-EA77CC2063A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8114291" y="1770434"/>
                                  <a:ext cx="2391581" cy="952856"/>
                                  <a:chOff x="8114291" y="1770434"/>
                                  <a:chExt cx="2391581" cy="952856"/>
                                </a:xfrm>
                              </p:grpSpPr>
                              <p:sp>
                                <p:nvSpPr>
                                  <p:cNvPr id="5" name="Rectangle 4">
                                    <a:extLst>
                                      <a:ext uri="{FF2B5EF4-FFF2-40B4-BE49-F238E27FC236}">
                                        <a16:creationId xmlns:a16="http://schemas.microsoft.com/office/drawing/2014/main" id="{35722238-9226-ECBE-0E03-DC6BAB00A0B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8686800" y="1770434"/>
                                    <a:ext cx="1819072" cy="564204"/>
                                  </a:xfrm>
                                  <a:prstGeom prst="rect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dk1"/>
                                  </a:lnRef>
                                  <a:fillRef idx="1">
                                    <a:schemeClr val="lt1"/>
                                  </a:fillRef>
                                  <a:effectRef idx="0">
                                    <a:schemeClr val="dk1"/>
                                  </a:effectRef>
                                  <a:fontRef idx="minor">
                                    <a:schemeClr val="dk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r>
                                      <a:rPr lang="en-US" dirty="0"/>
                                      <a:t>Outlook</a:t>
                                    </a:r>
                                  </a:p>
                                </p:txBody>
                              </p:sp>
                              <p:cxnSp>
                                <p:nvCxnSpPr>
                                  <p:cNvPr id="13" name="Straight Arrow Connector 12">
                                    <a:extLst>
                                      <a:ext uri="{FF2B5EF4-FFF2-40B4-BE49-F238E27FC236}">
                                        <a16:creationId xmlns:a16="http://schemas.microsoft.com/office/drawing/2014/main" id="{E4E0B985-C257-69D6-3B15-48450033152A}"/>
                                      </a:ext>
                                    </a:extLst>
                                  </p:cNvPr>
                                  <p:cNvCxnSpPr>
                                    <a:stCxn id="5" idx="2"/>
                                    <a:endCxn id="6" idx="0"/>
                                  </p:cNvCxnSpPr>
                                  <p:nvPr/>
                                </p:nvCxnSpPr>
                                <p:spPr>
                                  <a:xfrm flipH="1">
                                    <a:off x="8114291" y="2334638"/>
                                    <a:ext cx="1482045" cy="388652"/>
                                  </a:xfrm>
                                  <a:prstGeom prst="straightConnector1">
                                    <a:avLst/>
                                  </a:prstGeom>
                                  <a:ln>
                                    <a:tailEnd type="triangle"/>
                                  </a:ln>
                                </p:spPr>
                                <p:style>
                                  <a:lnRef idx="2">
                                    <a:schemeClr val="dk1"/>
                                  </a:lnRef>
                                  <a:fillRef idx="0">
                                    <a:schemeClr val="dk1"/>
                                  </a:fillRef>
                                  <a:effectRef idx="1">
                                    <a:schemeClr val="dk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cxnSp>
                              <p:nvCxnSpPr>
                                <p:cNvPr id="17" name="Straight Arrow Connector 16">
                                  <a:extLst>
                                    <a:ext uri="{FF2B5EF4-FFF2-40B4-BE49-F238E27FC236}">
                                      <a16:creationId xmlns:a16="http://schemas.microsoft.com/office/drawing/2014/main" id="{2EF57C6A-EB43-82CC-07D5-C41AC65C078D}"/>
                                    </a:ext>
                                  </a:extLst>
                                </p:cNvPr>
                                <p:cNvCxnSpPr>
                                  <a:stCxn id="5" idx="2"/>
                                  <a:endCxn id="10" idx="0"/>
                                </p:cNvCxnSpPr>
                                <p:nvPr/>
                              </p:nvCxnSpPr>
                              <p:spPr>
                                <a:xfrm>
                                  <a:off x="9596336" y="2334638"/>
                                  <a:ext cx="1491772" cy="361848"/>
                                </a:xfrm>
                                <a:prstGeom prst="straightConnector1">
                                  <a:avLst/>
                                </a:prstGeom>
                                <a:ln>
                                  <a:tailEnd type="triangle"/>
                                </a:ln>
                              </p:spPr>
                              <p:style>
                                <a:lnRef idx="2">
                                  <a:schemeClr val="dk1"/>
                                </a:lnRef>
                                <a:fillRef idx="0">
                                  <a:schemeClr val="dk1"/>
                                </a:fillRef>
                                <a:effectRef idx="1">
                                  <a:schemeClr val="dk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</p:grpSp>
                  </p:grpSp>
                  <p:cxnSp>
                    <p:nvCxnSpPr>
                      <p:cNvPr id="23" name="Straight Arrow Connector 22">
                        <a:extLst>
                          <a:ext uri="{FF2B5EF4-FFF2-40B4-BE49-F238E27FC236}">
                            <a16:creationId xmlns:a16="http://schemas.microsoft.com/office/drawing/2014/main" id="{72723451-D6B2-37A7-253B-129CB6D3C1F5}"/>
                          </a:ext>
                        </a:extLst>
                      </p:cNvPr>
                      <p:cNvCxnSpPr>
                        <a:stCxn id="6" idx="2"/>
                        <a:endCxn id="20" idx="0"/>
                      </p:cNvCxnSpPr>
                      <p:nvPr/>
                    </p:nvCxnSpPr>
                    <p:spPr>
                      <a:xfrm>
                        <a:off x="8114291" y="3287494"/>
                        <a:ext cx="0" cy="30902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835C9498-274A-7F1F-2C4A-5436D376ED1F}"/>
                      </a:ext>
                    </a:extLst>
                  </p:cNvPr>
                  <p:cNvCxnSpPr>
                    <a:stCxn id="10" idx="2"/>
                    <a:endCxn id="21" idx="0"/>
                  </p:cNvCxnSpPr>
                  <p:nvPr/>
                </p:nvCxnSpPr>
                <p:spPr>
                  <a:xfrm>
                    <a:off x="11088108" y="3260690"/>
                    <a:ext cx="0" cy="3358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pic>
        <p:nvPicPr>
          <p:cNvPr id="45" name="Picture 44" descr="Iqra University - IU">
            <a:extLst>
              <a:ext uri="{FF2B5EF4-FFF2-40B4-BE49-F238E27FC236}">
                <a16:creationId xmlns:a16="http://schemas.microsoft.com/office/drawing/2014/main" id="{70B782D5-FE66-EC21-81B7-0423D72BF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33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BAB0-4140-D980-6F2C-70474197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Dataset (Expand: Sunny branch)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4F85F9-5235-C2E7-306F-B9E277E58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6656006"/>
              </p:ext>
            </p:extLst>
          </p:nvPr>
        </p:nvGraphicFramePr>
        <p:xfrm>
          <a:off x="3157739" y="2518840"/>
          <a:ext cx="5620966" cy="2629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4492">
                  <a:extLst>
                    <a:ext uri="{9D8B030D-6E8A-4147-A177-3AD203B41FA5}">
                      <a16:colId xmlns:a16="http://schemas.microsoft.com/office/drawing/2014/main" val="47726547"/>
                    </a:ext>
                  </a:extLst>
                </a:gridCol>
                <a:gridCol w="1050588">
                  <a:extLst>
                    <a:ext uri="{9D8B030D-6E8A-4147-A177-3AD203B41FA5}">
                      <a16:colId xmlns:a16="http://schemas.microsoft.com/office/drawing/2014/main" val="3532978308"/>
                    </a:ext>
                  </a:extLst>
                </a:gridCol>
                <a:gridCol w="885217">
                  <a:extLst>
                    <a:ext uri="{9D8B030D-6E8A-4147-A177-3AD203B41FA5}">
                      <a16:colId xmlns:a16="http://schemas.microsoft.com/office/drawing/2014/main" val="53318422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564137714"/>
                    </a:ext>
                  </a:extLst>
                </a:gridCol>
                <a:gridCol w="778209">
                  <a:extLst>
                    <a:ext uri="{9D8B030D-6E8A-4147-A177-3AD203B41FA5}">
                      <a16:colId xmlns:a16="http://schemas.microsoft.com/office/drawing/2014/main" val="4183915643"/>
                    </a:ext>
                  </a:extLst>
                </a:gridCol>
                <a:gridCol w="1303507">
                  <a:extLst>
                    <a:ext uri="{9D8B030D-6E8A-4147-A177-3AD203B41FA5}">
                      <a16:colId xmlns:a16="http://schemas.microsoft.com/office/drawing/2014/main" val="3329584968"/>
                    </a:ext>
                  </a:extLst>
                </a:gridCol>
              </a:tblGrid>
              <a:tr h="4974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PlayTennis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318625"/>
                  </a:ext>
                </a:extLst>
              </a:tr>
              <a:tr h="4974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131354"/>
                  </a:ext>
                </a:extLst>
              </a:tr>
              <a:tr h="4974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854028"/>
                  </a:ext>
                </a:extLst>
              </a:tr>
              <a:tr h="4974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142858"/>
                  </a:ext>
                </a:extLst>
              </a:tr>
              <a:tr h="4974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842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DCCA5F1-04D2-6D11-DD61-96034F9AF22B}"/>
              </a:ext>
            </a:extLst>
          </p:cNvPr>
          <p:cNvSpPr txBox="1"/>
          <p:nvPr/>
        </p:nvSpPr>
        <p:spPr>
          <a:xfrm>
            <a:off x="1100846" y="1659910"/>
            <a:ext cx="8111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Filter the dataset where Outlook = Sunny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AF7F4-B7D4-6A6D-54FF-194E5E5D6645}"/>
              </a:ext>
            </a:extLst>
          </p:cNvPr>
          <p:cNvSpPr txBox="1"/>
          <p:nvPr/>
        </p:nvSpPr>
        <p:spPr>
          <a:xfrm>
            <a:off x="702013" y="5379396"/>
            <a:ext cx="787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counts: Yes = 1, No = 3</a:t>
            </a:r>
            <a:br>
              <a:rPr lang="en-US" dirty="0"/>
            </a:br>
            <a:r>
              <a:rPr lang="en-US" dirty="0"/>
              <a:t>Entropy(S) =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4CDB5F-C606-5055-E4DA-DC9B8145B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97" y="5841061"/>
            <a:ext cx="3324225" cy="685800"/>
          </a:xfrm>
          <a:prstGeom prst="rect">
            <a:avLst/>
          </a:prstGeom>
        </p:spPr>
      </p:pic>
      <p:pic>
        <p:nvPicPr>
          <p:cNvPr id="10" name="Picture 9" descr="Iqra University - IU">
            <a:extLst>
              <a:ext uri="{FF2B5EF4-FFF2-40B4-BE49-F238E27FC236}">
                <a16:creationId xmlns:a16="http://schemas.microsoft.com/office/drawing/2014/main" id="{853C7A16-B316-79BC-D4DA-E4E2BBCF1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17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707C-18AC-C8BE-ED10-776A34D3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Information Gain on this subset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4BE8-5EB9-13C9-9266-B1ECC4BC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5C16B-86A9-67B7-ED88-951D8D50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658" y="2542162"/>
            <a:ext cx="8540683" cy="2418944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0A0320B9-E9BD-FADC-512B-C4BB58B48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89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2B17-232F-AE8E-4C8F-2E5B8BFC2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8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C79CA-90B7-16BB-2D4D-DFE44967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88" y="2074626"/>
            <a:ext cx="8301063" cy="2708747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65532E53-E933-FB66-83EB-FD7F44310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39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53F4B-858B-563A-3C03-EA150EF4E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5C0FC-1FFA-FC3B-DFDE-8BBE639DF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25" y="1984847"/>
            <a:ext cx="10213885" cy="3073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CF6C6A-634B-3C1A-B658-87D28C749C23}"/>
              </a:ext>
            </a:extLst>
          </p:cNvPr>
          <p:cNvSpPr txBox="1"/>
          <p:nvPr/>
        </p:nvSpPr>
        <p:spPr>
          <a:xfrm>
            <a:off x="963037" y="5382078"/>
            <a:ext cx="106420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Humidity or Temperature (both have IG = 0.811). Let’s pick Humidity </a:t>
            </a:r>
          </a:p>
        </p:txBody>
      </p:sp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3157BA89-3739-9FF7-E76B-7A4452DF3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782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4CD5-7DBE-2A2A-8B11-CF35D190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Tree 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8CFCEC-0BD9-8D27-1DB2-7BA70C810A98}"/>
              </a:ext>
            </a:extLst>
          </p:cNvPr>
          <p:cNvGrpSpPr/>
          <p:nvPr/>
        </p:nvGrpSpPr>
        <p:grpSpPr>
          <a:xfrm>
            <a:off x="2738139" y="1825625"/>
            <a:ext cx="5130114" cy="4136756"/>
            <a:chOff x="2952147" y="1825625"/>
            <a:chExt cx="5130114" cy="413675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94D8F9-ACA4-DAA8-6662-6AEED7F29555}"/>
                </a:ext>
              </a:extLst>
            </p:cNvPr>
            <p:cNvGrpSpPr/>
            <p:nvPr/>
          </p:nvGrpSpPr>
          <p:grpSpPr>
            <a:xfrm>
              <a:off x="2952147" y="4215917"/>
              <a:ext cx="1514272" cy="1746464"/>
              <a:chOff x="2952147" y="4215917"/>
              <a:chExt cx="1514272" cy="174646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1CF861C6-000B-FF44-1C6F-A7CED3755B12}"/>
                  </a:ext>
                </a:extLst>
              </p:cNvPr>
              <p:cNvGrpSpPr/>
              <p:nvPr/>
            </p:nvGrpSpPr>
            <p:grpSpPr>
              <a:xfrm>
                <a:off x="2952147" y="4524945"/>
                <a:ext cx="1284051" cy="1437436"/>
                <a:chOff x="2952147" y="4524945"/>
                <a:chExt cx="1284051" cy="1437436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8C648A3-EA52-856B-B0E3-65AA7D2C6012}"/>
                    </a:ext>
                  </a:extLst>
                </p:cNvPr>
                <p:cNvSpPr/>
                <p:nvPr/>
              </p:nvSpPr>
              <p:spPr>
                <a:xfrm>
                  <a:off x="3232221" y="5398177"/>
                  <a:ext cx="723901" cy="56420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No</a:t>
                  </a:r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DB1EC389-3491-7E6D-B78B-610B35D5B28C}"/>
                    </a:ext>
                  </a:extLst>
                </p:cNvPr>
                <p:cNvGrpSpPr/>
                <p:nvPr/>
              </p:nvGrpSpPr>
              <p:grpSpPr>
                <a:xfrm>
                  <a:off x="2952147" y="4524945"/>
                  <a:ext cx="1284051" cy="873232"/>
                  <a:chOff x="2952147" y="4524945"/>
                  <a:chExt cx="1284051" cy="873232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F1ABD2EC-5AC7-95CB-5B48-897F37715E15}"/>
                      </a:ext>
                    </a:extLst>
                  </p:cNvPr>
                  <p:cNvSpPr/>
                  <p:nvPr/>
                </p:nvSpPr>
                <p:spPr>
                  <a:xfrm>
                    <a:off x="2952147" y="4524945"/>
                    <a:ext cx="1284051" cy="564204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High</a:t>
                    </a:r>
                  </a:p>
                </p:txBody>
              </p: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BCCBCB91-F0A5-EDEC-5623-3A41503372AE}"/>
                      </a:ext>
                    </a:extLst>
                  </p:cNvPr>
                  <p:cNvCxnSpPr>
                    <a:stCxn id="30" idx="2"/>
                    <a:endCxn id="31" idx="0"/>
                  </p:cNvCxnSpPr>
                  <p:nvPr/>
                </p:nvCxnSpPr>
                <p:spPr>
                  <a:xfrm flipH="1">
                    <a:off x="3594172" y="5089149"/>
                    <a:ext cx="1" cy="30902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52E938E-DBD4-22BA-2BF3-6569496F4250}"/>
                  </a:ext>
                </a:extLst>
              </p:cNvPr>
              <p:cNvCxnSpPr>
                <a:stCxn id="7" idx="2"/>
                <a:endCxn id="30" idx="0"/>
              </p:cNvCxnSpPr>
              <p:nvPr/>
            </p:nvCxnSpPr>
            <p:spPr>
              <a:xfrm flipH="1">
                <a:off x="3594173" y="4215917"/>
                <a:ext cx="872246" cy="3090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7D1A2FF-0A89-5143-2499-C54CE2876722}"/>
                </a:ext>
              </a:extLst>
            </p:cNvPr>
            <p:cNvGrpSpPr/>
            <p:nvPr/>
          </p:nvGrpSpPr>
          <p:grpSpPr>
            <a:xfrm>
              <a:off x="3824393" y="1825625"/>
              <a:ext cx="4257868" cy="4136756"/>
              <a:chOff x="3824393" y="1825625"/>
              <a:chExt cx="4257868" cy="413675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9B1FC425-749D-FC7D-EB94-790E731A80E1}"/>
                  </a:ext>
                </a:extLst>
              </p:cNvPr>
              <p:cNvGrpSpPr/>
              <p:nvPr/>
            </p:nvGrpSpPr>
            <p:grpSpPr>
              <a:xfrm>
                <a:off x="3824393" y="1825625"/>
                <a:ext cx="4257868" cy="2506569"/>
                <a:chOff x="7472265" y="1770434"/>
                <a:chExt cx="4257868" cy="250656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EB414625-DB53-35E5-5564-11E9307F55AC}"/>
                    </a:ext>
                  </a:extLst>
                </p:cNvPr>
                <p:cNvSpPr/>
                <p:nvPr/>
              </p:nvSpPr>
              <p:spPr>
                <a:xfrm>
                  <a:off x="10446082" y="3596522"/>
                  <a:ext cx="1284051" cy="56420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Subtree?</a:t>
                  </a:r>
                </a:p>
              </p:txBody>
            </p: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C77EA52-315C-7029-57AA-5FB88275170C}"/>
                    </a:ext>
                  </a:extLst>
                </p:cNvPr>
                <p:cNvGrpSpPr/>
                <p:nvPr/>
              </p:nvGrpSpPr>
              <p:grpSpPr>
                <a:xfrm>
                  <a:off x="7472265" y="1770434"/>
                  <a:ext cx="4257868" cy="2506569"/>
                  <a:chOff x="7472265" y="1770434"/>
                  <a:chExt cx="4257868" cy="2506569"/>
                </a:xfrm>
              </p:grpSpPr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9A09828F-CC21-0D41-F1A9-770C685E9AC1}"/>
                      </a:ext>
                    </a:extLst>
                  </p:cNvPr>
                  <p:cNvSpPr/>
                  <p:nvPr/>
                </p:nvSpPr>
                <p:spPr>
                  <a:xfrm>
                    <a:off x="7472265" y="3596522"/>
                    <a:ext cx="1284051" cy="564204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Humidity</a:t>
                    </a:r>
                  </a:p>
                </p:txBody>
              </p:sp>
              <p:grpSp>
                <p:nvGrpSpPr>
                  <p:cNvPr id="8" name="Group 7">
                    <a:extLst>
                      <a:ext uri="{FF2B5EF4-FFF2-40B4-BE49-F238E27FC236}">
                        <a16:creationId xmlns:a16="http://schemas.microsoft.com/office/drawing/2014/main" id="{74FBCD34-A091-B6A9-9A14-A2619F9C3A2C}"/>
                      </a:ext>
                    </a:extLst>
                  </p:cNvPr>
                  <p:cNvGrpSpPr/>
                  <p:nvPr/>
                </p:nvGrpSpPr>
                <p:grpSpPr>
                  <a:xfrm>
                    <a:off x="7472265" y="1770434"/>
                    <a:ext cx="4257868" cy="2506569"/>
                    <a:chOff x="7472265" y="1770434"/>
                    <a:chExt cx="4257868" cy="2506569"/>
                  </a:xfrm>
                </p:grpSpPr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AC1B05A0-D44A-32D5-61F7-7ABEFADF40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9740" y="3712799"/>
                      <a:ext cx="723901" cy="564204"/>
                    </a:xfrm>
                    <a:prstGeom prst="rect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p:txBody>
                </p:sp>
                <p:grpSp>
                  <p:nvGrpSpPr>
                    <p:cNvPr id="10" name="Group 9">
                      <a:extLst>
                        <a:ext uri="{FF2B5EF4-FFF2-40B4-BE49-F238E27FC236}">
                          <a16:creationId xmlns:a16="http://schemas.microsoft.com/office/drawing/2014/main" id="{50C2EFA5-DE2F-1C86-BD0A-90FE3D63F0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72265" y="1770434"/>
                      <a:ext cx="4257868" cy="1942365"/>
                      <a:chOff x="7472265" y="1770434"/>
                      <a:chExt cx="4257868" cy="1942365"/>
                    </a:xfrm>
                  </p:grpSpPr>
                  <p:grpSp>
                    <p:nvGrpSpPr>
                      <p:cNvPr id="11" name="Group 10">
                        <a:extLst>
                          <a:ext uri="{FF2B5EF4-FFF2-40B4-BE49-F238E27FC236}">
                            <a16:creationId xmlns:a16="http://schemas.microsoft.com/office/drawing/2014/main" id="{AD63AE79-76CC-9301-9CC0-B1DD36B74D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72265" y="1770434"/>
                        <a:ext cx="4257868" cy="1942365"/>
                        <a:chOff x="7472265" y="1770434"/>
                        <a:chExt cx="4257868" cy="1942365"/>
                      </a:xfrm>
                    </p:grpSpPr>
                    <p:cxnSp>
                      <p:nvCxnSpPr>
                        <p:cNvPr id="13" name="Straight Arrow Connector 12">
                          <a:extLst>
                            <a:ext uri="{FF2B5EF4-FFF2-40B4-BE49-F238E27FC236}">
                              <a16:creationId xmlns:a16="http://schemas.microsoft.com/office/drawing/2014/main" id="{5C44A270-275B-F643-0EB3-457590FEF0DE}"/>
                            </a:ext>
                          </a:extLst>
                        </p:cNvPr>
                        <p:cNvCxnSpPr>
                          <a:stCxn id="19" idx="2"/>
                        </p:cNvCxnSpPr>
                        <p:nvPr/>
                      </p:nvCxnSpPr>
                      <p:spPr>
                        <a:xfrm flipH="1">
                          <a:off x="9601199" y="3260690"/>
                          <a:ext cx="1" cy="45210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4" name="Group 13">
                          <a:extLst>
                            <a:ext uri="{FF2B5EF4-FFF2-40B4-BE49-F238E27FC236}">
                              <a16:creationId xmlns:a16="http://schemas.microsoft.com/office/drawing/2014/main" id="{EA2BC863-7C6A-103F-2D79-15B295F47A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72265" y="1770434"/>
                          <a:ext cx="4257868" cy="1826088"/>
                          <a:chOff x="7472265" y="1770434"/>
                          <a:chExt cx="4257868" cy="1826088"/>
                        </a:xfrm>
                      </p:grpSpPr>
                      <p:grpSp>
                        <p:nvGrpSpPr>
                          <p:cNvPr id="15" name="Group 14">
                            <a:extLst>
                              <a:ext uri="{FF2B5EF4-FFF2-40B4-BE49-F238E27FC236}">
                                <a16:creationId xmlns:a16="http://schemas.microsoft.com/office/drawing/2014/main" id="{975F9A21-E5CD-EE49-45AC-46FFF75C538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72265" y="1770434"/>
                            <a:ext cx="4257868" cy="1517060"/>
                            <a:chOff x="7472265" y="1770434"/>
                            <a:chExt cx="4257868" cy="1517060"/>
                          </a:xfrm>
                        </p:grpSpPr>
                        <p:sp>
                          <p:nvSpPr>
                            <p:cNvPr id="17" name="Rectangle 16">
                              <a:extLst>
                                <a:ext uri="{FF2B5EF4-FFF2-40B4-BE49-F238E27FC236}">
                                  <a16:creationId xmlns:a16="http://schemas.microsoft.com/office/drawing/2014/main" id="{415EB91F-CAA8-4EFD-9DBE-3BB58125BE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446082" y="2696486"/>
                              <a:ext cx="1284051" cy="564204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Rain</a:t>
                              </a:r>
                            </a:p>
                          </p:txBody>
                        </p:sp>
                        <p:grpSp>
                          <p:nvGrpSpPr>
                            <p:cNvPr id="18" name="Group 17">
                              <a:extLst>
                                <a:ext uri="{FF2B5EF4-FFF2-40B4-BE49-F238E27FC236}">
                                  <a16:creationId xmlns:a16="http://schemas.microsoft.com/office/drawing/2014/main" id="{3734B105-3BFD-CAA6-4557-B9FD79077DC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72265" y="1770434"/>
                              <a:ext cx="3615843" cy="1517060"/>
                              <a:chOff x="7472265" y="1770434"/>
                              <a:chExt cx="3615843" cy="1517060"/>
                            </a:xfrm>
                          </p:grpSpPr>
                          <p:sp>
                            <p:nvSpPr>
                              <p:cNvPr id="19" name="Rectangle 18">
                                <a:extLst>
                                  <a:ext uri="{FF2B5EF4-FFF2-40B4-BE49-F238E27FC236}">
                                    <a16:creationId xmlns:a16="http://schemas.microsoft.com/office/drawing/2014/main" id="{3C7C91C4-D5A1-7166-618D-9D786396ECB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8959174" y="2696486"/>
                                <a:ext cx="1284051" cy="564204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dk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dk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Overcast</a:t>
                                </a:r>
                              </a:p>
                            </p:txBody>
                          </p:sp>
                          <p:grpSp>
                            <p:nvGrpSpPr>
                              <p:cNvPr id="20" name="Group 19">
                                <a:extLst>
                                  <a:ext uri="{FF2B5EF4-FFF2-40B4-BE49-F238E27FC236}">
                                    <a16:creationId xmlns:a16="http://schemas.microsoft.com/office/drawing/2014/main" id="{EC2B77CA-E54B-D87E-5587-868A41CE2B3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72265" y="1770434"/>
                                <a:ext cx="3615843" cy="1517060"/>
                                <a:chOff x="7472265" y="1770434"/>
                                <a:chExt cx="3615843" cy="1517060"/>
                              </a:xfrm>
                            </p:grpSpPr>
                            <p:sp>
                              <p:nvSpPr>
                                <p:cNvPr id="21" name="Rectangle 20">
                                  <a:extLst>
                                    <a:ext uri="{FF2B5EF4-FFF2-40B4-BE49-F238E27FC236}">
                                      <a16:creationId xmlns:a16="http://schemas.microsoft.com/office/drawing/2014/main" id="{EAA4FA28-34CC-9F58-5E17-BCE60741DDF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72265" y="2723290"/>
                                  <a:ext cx="1284051" cy="564204"/>
                                </a:xfrm>
                                <a:prstGeom prst="rect">
                                  <a:avLst/>
                                </a:prstGeom>
                              </p:spPr>
                              <p:style>
                                <a:lnRef idx="2">
                                  <a:schemeClr val="dk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dk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dirty="0"/>
                                    <a:t>Sunny</a:t>
                                  </a:r>
                                </a:p>
                              </p:txBody>
                            </p:sp>
                            <p:grpSp>
                              <p:nvGrpSpPr>
                                <p:cNvPr id="22" name="Group 21">
                                  <a:extLst>
                                    <a:ext uri="{FF2B5EF4-FFF2-40B4-BE49-F238E27FC236}">
                                      <a16:creationId xmlns:a16="http://schemas.microsoft.com/office/drawing/2014/main" id="{1128CFE6-A190-9064-48BA-602CD383D5F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8114291" y="1770434"/>
                                  <a:ext cx="2973817" cy="952856"/>
                                  <a:chOff x="8114291" y="1770434"/>
                                  <a:chExt cx="2973817" cy="952856"/>
                                </a:xfrm>
                              </p:grpSpPr>
                              <p:cxnSp>
                                <p:nvCxnSpPr>
                                  <p:cNvPr id="23" name="Straight Arrow Connector 22">
                                    <a:extLst>
                                      <a:ext uri="{FF2B5EF4-FFF2-40B4-BE49-F238E27FC236}">
                                        <a16:creationId xmlns:a16="http://schemas.microsoft.com/office/drawing/2014/main" id="{80DD55BA-3E63-54F6-CD6E-AEEED6B30CD3}"/>
                                      </a:ext>
                                    </a:extLst>
                                  </p:cNvPr>
                                  <p:cNvCxnSpPr>
                                    <a:stCxn id="27" idx="2"/>
                                    <a:endCxn id="19" idx="0"/>
                                  </p:cNvCxnSpPr>
                                  <p:nvPr/>
                                </p:nvCxnSpPr>
                                <p:spPr>
                                  <a:xfrm>
                                    <a:off x="9596336" y="2334638"/>
                                    <a:ext cx="4864" cy="361848"/>
                                  </a:xfrm>
                                  <a:prstGeom prst="straightConnector1">
                                    <a:avLst/>
                                  </a:prstGeom>
                                  <a:ln>
                                    <a:tailEnd type="triangle"/>
                                  </a:ln>
                                </p:spPr>
                                <p:style>
                                  <a:lnRef idx="2">
                                    <a:schemeClr val="dk1"/>
                                  </a:lnRef>
                                  <a:fillRef idx="0">
                                    <a:schemeClr val="dk1"/>
                                  </a:fillRef>
                                  <a:effectRef idx="1">
                                    <a:schemeClr val="dk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grpSp>
                                <p:nvGrpSpPr>
                                  <p:cNvPr id="24" name="Group 23">
                                    <a:extLst>
                                      <a:ext uri="{FF2B5EF4-FFF2-40B4-BE49-F238E27FC236}">
                                        <a16:creationId xmlns:a16="http://schemas.microsoft.com/office/drawing/2014/main" id="{4D2E730A-D12C-B4A8-89A8-0CB9DAF35823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8114291" y="1770434"/>
                                    <a:ext cx="2973817" cy="952856"/>
                                    <a:chOff x="8114291" y="1770434"/>
                                    <a:chExt cx="2973817" cy="952856"/>
                                  </a:xfrm>
                                </p:grpSpPr>
                                <p:grpSp>
                                  <p:nvGrpSpPr>
                                    <p:cNvPr id="25" name="Group 24">
                                      <a:extLst>
                                        <a:ext uri="{FF2B5EF4-FFF2-40B4-BE49-F238E27FC236}">
                                          <a16:creationId xmlns:a16="http://schemas.microsoft.com/office/drawing/2014/main" id="{E455EE4C-9406-FF88-DE62-12E64B4FA483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8114291" y="1770434"/>
                                      <a:ext cx="2391581" cy="952856"/>
                                      <a:chOff x="8114291" y="1770434"/>
                                      <a:chExt cx="2391581" cy="952856"/>
                                    </a:xfrm>
                                  </p:grpSpPr>
                                  <p:sp>
                                    <p:nvSpPr>
                                      <p:cNvPr id="27" name="Rectangle 2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9203C47-9065-77CE-900B-247707AEC5A1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8686800" y="1770434"/>
                                        <a:ext cx="1819072" cy="564204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  <p:style>
                                      <a:lnRef idx="2">
                                        <a:schemeClr val="dk1"/>
                                      </a:lnRef>
                                      <a:fillRef idx="1">
                                        <a:schemeClr val="lt1"/>
                                      </a:fillRef>
                                      <a:effectRef idx="0">
                                        <a:schemeClr val="dk1"/>
                                      </a:effectRef>
                                      <a:fontRef idx="minor">
                                        <a:schemeClr val="dk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r>
                                          <a:rPr lang="en-US" dirty="0"/>
                                          <a:t>Outlook</a:t>
                                        </a:r>
                                      </a:p>
                                    </p:txBody>
                                  </p:sp>
                                  <p:cxnSp>
                                    <p:nvCxnSpPr>
                                      <p:cNvPr id="28" name="Straight Arrow Connector 2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70187FF4-288D-38F0-D765-B374C0EC67ED}"/>
                                          </a:ext>
                                        </a:extLst>
                                      </p:cNvPr>
                                      <p:cNvCxnSpPr>
                                        <a:stCxn id="27" idx="2"/>
                                        <a:endCxn id="21" idx="0"/>
                                      </p:cNvCxnSpPr>
                                      <p:nvPr/>
                                    </p:nvCxnSpPr>
                                    <p:spPr>
                                      <a:xfrm flipH="1">
                                        <a:off x="8114291" y="2334638"/>
                                        <a:ext cx="1482045" cy="388652"/>
                                      </a:xfrm>
                                      <a:prstGeom prst="straightConnector1">
                                        <a:avLst/>
                                      </a:prstGeom>
                                      <a:ln>
                                        <a:tailEnd type="triangle"/>
                                      </a:ln>
                                    </p:spPr>
                                    <p:style>
                                      <a:lnRef idx="2">
                                        <a:schemeClr val="dk1"/>
                                      </a:lnRef>
                                      <a:fillRef idx="0">
                                        <a:schemeClr val="dk1"/>
                                      </a:fillRef>
                                      <a:effectRef idx="1">
                                        <a:schemeClr val="dk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</p:grpSp>
                                <p:cxnSp>
                                  <p:nvCxnSpPr>
                                    <p:cNvPr id="26" name="Straight Arrow Connector 25">
                                      <a:extLst>
                                        <a:ext uri="{FF2B5EF4-FFF2-40B4-BE49-F238E27FC236}">
                                          <a16:creationId xmlns:a16="http://schemas.microsoft.com/office/drawing/2014/main" id="{1D845314-CAA0-26A3-E5FE-0AE53F0A714E}"/>
                                        </a:ext>
                                      </a:extLst>
                                    </p:cNvPr>
                                    <p:cNvCxnSpPr>
                                      <a:stCxn id="27" idx="2"/>
                                      <a:endCxn id="17" idx="0"/>
                                    </p:cNvCxnSpPr>
                                    <p:nvPr/>
                                  </p:nvCxnSpPr>
                                  <p:spPr>
                                    <a:xfrm>
                                      <a:off x="9596336" y="2334638"/>
                                      <a:ext cx="1491772" cy="361848"/>
                                    </a:xfrm>
                                    <a:prstGeom prst="straightConnector1">
                                      <a:avLst/>
                                    </a:prstGeom>
                                    <a:ln>
                                      <a:tailEnd type="triangle"/>
                                    </a:ln>
                                  </p:spPr>
                                  <p:style>
                                    <a:lnRef idx="2">
                                      <a:schemeClr val="dk1"/>
                                    </a:lnRef>
                                    <a:fillRef idx="0">
                                      <a:schemeClr val="dk1"/>
                                    </a:fillRef>
                                    <a:effectRef idx="1">
                                      <a:schemeClr val="dk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</p:cxnSp>
                              </p:grpSp>
                            </p:grpSp>
                          </p:grpSp>
                        </p:grpSp>
                      </p:grpSp>
                      <p:cxnSp>
                        <p:nvCxnSpPr>
                          <p:cNvPr id="16" name="Straight Arrow Connector 15">
                            <a:extLst>
                              <a:ext uri="{FF2B5EF4-FFF2-40B4-BE49-F238E27FC236}">
                                <a16:creationId xmlns:a16="http://schemas.microsoft.com/office/drawing/2014/main" id="{8DC9F2DD-A763-4A35-1BDB-AD93896F4638}"/>
                              </a:ext>
                            </a:extLst>
                          </p:cNvPr>
                          <p:cNvCxnSpPr>
                            <a:stCxn id="21" idx="2"/>
                            <a:endCxn id="7" idx="0"/>
                          </p:cNvCxnSpPr>
                          <p:nvPr/>
                        </p:nvCxnSpPr>
                        <p:spPr>
                          <a:xfrm>
                            <a:off x="8114291" y="3287494"/>
                            <a:ext cx="0" cy="309028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12" name="Straight Arrow Connector 11">
                        <a:extLst>
                          <a:ext uri="{FF2B5EF4-FFF2-40B4-BE49-F238E27FC236}">
                            <a16:creationId xmlns:a16="http://schemas.microsoft.com/office/drawing/2014/main" id="{EEB142F2-8916-BD3C-2A5D-3FD6140C9019}"/>
                          </a:ext>
                        </a:extLst>
                      </p:cNvPr>
                      <p:cNvCxnSpPr>
                        <a:stCxn id="17" idx="2"/>
                        <a:endCxn id="5" idx="0"/>
                      </p:cNvCxnSpPr>
                      <p:nvPr/>
                    </p:nvCxnSpPr>
                    <p:spPr>
                      <a:xfrm>
                        <a:off x="11088108" y="3260690"/>
                        <a:ext cx="0" cy="33583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4221B51-4AF5-8503-B234-B63C1A8C6832}"/>
                  </a:ext>
                </a:extLst>
              </p:cNvPr>
              <p:cNvGrpSpPr/>
              <p:nvPr/>
            </p:nvGrpSpPr>
            <p:grpSpPr>
              <a:xfrm>
                <a:off x="4466418" y="4215917"/>
                <a:ext cx="1284051" cy="1746464"/>
                <a:chOff x="4466418" y="4215917"/>
                <a:chExt cx="1284051" cy="1746464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A329569-D4D2-8A5C-01BE-8A1D6C5662F8}"/>
                    </a:ext>
                  </a:extLst>
                </p:cNvPr>
                <p:cNvGrpSpPr/>
                <p:nvPr/>
              </p:nvGrpSpPr>
              <p:grpSpPr>
                <a:xfrm>
                  <a:off x="4466418" y="4524945"/>
                  <a:ext cx="1284051" cy="1437436"/>
                  <a:chOff x="4466418" y="4524945"/>
                  <a:chExt cx="1284051" cy="1437436"/>
                </a:xfrm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4CB9BA35-B1B1-5972-1CE6-95097604A781}"/>
                      </a:ext>
                    </a:extLst>
                  </p:cNvPr>
                  <p:cNvSpPr/>
                  <p:nvPr/>
                </p:nvSpPr>
                <p:spPr>
                  <a:xfrm>
                    <a:off x="4746492" y="5398177"/>
                    <a:ext cx="723901" cy="564204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Yes</a:t>
                    </a: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B8A5A6AC-2877-155E-76EE-6E5240209F5C}"/>
                      </a:ext>
                    </a:extLst>
                  </p:cNvPr>
                  <p:cNvGrpSpPr/>
                  <p:nvPr/>
                </p:nvGrpSpPr>
                <p:grpSpPr>
                  <a:xfrm>
                    <a:off x="4466418" y="4524945"/>
                    <a:ext cx="1284051" cy="873232"/>
                    <a:chOff x="4466418" y="4524945"/>
                    <a:chExt cx="1284051" cy="873232"/>
                  </a:xfrm>
                </p:grpSpPr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A951FAF7-24ED-AD0E-6BD9-3E7165BA4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418" y="4524945"/>
                      <a:ext cx="1284051" cy="56420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p:txBody>
                </p: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2B146E90-0F25-51C0-B2A7-60F90A8BCF9E}"/>
                        </a:ext>
                      </a:extLst>
                    </p:cNvPr>
                    <p:cNvCxnSpPr>
                      <a:stCxn id="29" idx="2"/>
                      <a:endCxn id="32" idx="0"/>
                    </p:cNvCxnSpPr>
                    <p:nvPr/>
                  </p:nvCxnSpPr>
                  <p:spPr>
                    <a:xfrm flipH="1">
                      <a:off x="5108443" y="5089149"/>
                      <a:ext cx="1" cy="30902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A8FFD551-DF03-496C-D74A-49A728FCABD0}"/>
                    </a:ext>
                  </a:extLst>
                </p:cNvPr>
                <p:cNvCxnSpPr>
                  <a:stCxn id="7" idx="2"/>
                  <a:endCxn id="29" idx="0"/>
                </p:cNvCxnSpPr>
                <p:nvPr/>
              </p:nvCxnSpPr>
              <p:spPr>
                <a:xfrm>
                  <a:off x="4466419" y="4215917"/>
                  <a:ext cx="642025" cy="3090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49" name="Picture 48" descr="Iqra University - IU">
            <a:extLst>
              <a:ext uri="{FF2B5EF4-FFF2-40B4-BE49-F238E27FC236}">
                <a16:creationId xmlns:a16="http://schemas.microsoft.com/office/drawing/2014/main" id="{DB9A4E40-07F9-CC97-CC61-E4421023B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0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12DA-EE69-7254-FEF2-F6A2CA08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Subtree (Expand: Rain branch)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E512EB-7CE3-4F38-576A-C7573B3D7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3842" y="1690688"/>
            <a:ext cx="80917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the dataset where Outlook = Rain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891D2-90FD-09BD-0412-136311C2B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3674"/>
              </p:ext>
            </p:extLst>
          </p:nvPr>
        </p:nvGraphicFramePr>
        <p:xfrm>
          <a:off x="2526759" y="2625071"/>
          <a:ext cx="7138481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1221">
                  <a:extLst>
                    <a:ext uri="{9D8B030D-6E8A-4147-A177-3AD203B41FA5}">
                      <a16:colId xmlns:a16="http://schemas.microsoft.com/office/drawing/2014/main" val="2627226541"/>
                    </a:ext>
                  </a:extLst>
                </a:gridCol>
                <a:gridCol w="1050588">
                  <a:extLst>
                    <a:ext uri="{9D8B030D-6E8A-4147-A177-3AD203B41FA5}">
                      <a16:colId xmlns:a16="http://schemas.microsoft.com/office/drawing/2014/main" val="1823461892"/>
                    </a:ext>
                  </a:extLst>
                </a:gridCol>
                <a:gridCol w="1507787">
                  <a:extLst>
                    <a:ext uri="{9D8B030D-6E8A-4147-A177-3AD203B41FA5}">
                      <a16:colId xmlns:a16="http://schemas.microsoft.com/office/drawing/2014/main" val="3642127293"/>
                    </a:ext>
                  </a:extLst>
                </a:gridCol>
                <a:gridCol w="1400783">
                  <a:extLst>
                    <a:ext uri="{9D8B030D-6E8A-4147-A177-3AD203B41FA5}">
                      <a16:colId xmlns:a16="http://schemas.microsoft.com/office/drawing/2014/main" val="1674781193"/>
                    </a:ext>
                  </a:extLst>
                </a:gridCol>
                <a:gridCol w="1167319">
                  <a:extLst>
                    <a:ext uri="{9D8B030D-6E8A-4147-A177-3AD203B41FA5}">
                      <a16:colId xmlns:a16="http://schemas.microsoft.com/office/drawing/2014/main" val="2108591783"/>
                    </a:ext>
                  </a:extLst>
                </a:gridCol>
                <a:gridCol w="1400783">
                  <a:extLst>
                    <a:ext uri="{9D8B030D-6E8A-4147-A177-3AD203B41FA5}">
                      <a16:colId xmlns:a16="http://schemas.microsoft.com/office/drawing/2014/main" val="1278133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PlayTennis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65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12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945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23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4224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25A836-C2C8-4611-C81E-DBA2743A1118}"/>
              </a:ext>
            </a:extLst>
          </p:cNvPr>
          <p:cNvSpPr txBox="1"/>
          <p:nvPr/>
        </p:nvSpPr>
        <p:spPr>
          <a:xfrm>
            <a:off x="1061937" y="4776281"/>
            <a:ext cx="7342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counts: Yes = 3, No = 1</a:t>
            </a:r>
            <a:br>
              <a:rPr lang="en-US" dirty="0"/>
            </a:br>
            <a:r>
              <a:rPr lang="en-US" dirty="0"/>
              <a:t>Entropy =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3DC26-554D-C0CB-F1D4-C47111430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19" y="5167312"/>
            <a:ext cx="4057549" cy="954717"/>
          </a:xfrm>
          <a:prstGeom prst="rect">
            <a:avLst/>
          </a:prstGeom>
        </p:spPr>
      </p:pic>
      <p:pic>
        <p:nvPicPr>
          <p:cNvPr id="9" name="Picture 8" descr="Iqra University - IU">
            <a:extLst>
              <a:ext uri="{FF2B5EF4-FFF2-40B4-BE49-F238E27FC236}">
                <a16:creationId xmlns:a16="http://schemas.microsoft.com/office/drawing/2014/main" id="{A2A71816-AF57-716B-FAFA-572AC2CA1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950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64CB-BE7F-BB49-DC92-C4BDBBB5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IG on this Rain subset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97728-CEFE-CFC0-9DC4-6D5688018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(IDs: 4,5,10) → All Yes → Entropy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(ID 6) → No → Entropy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IG=0.811−0=0.811IG = 0.811 - 0 = 0.811IG=0.811−0=0.811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Best: Wind</a:t>
            </a:r>
          </a:p>
          <a:p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1F492492-33D5-E202-987E-F29AF7B97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003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7247-32B5-B064-01DA-2F95CBD7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A434FB-4A46-D144-0733-2D5984C48F5D}"/>
              </a:ext>
            </a:extLst>
          </p:cNvPr>
          <p:cNvGrpSpPr/>
          <p:nvPr/>
        </p:nvGrpSpPr>
        <p:grpSpPr>
          <a:xfrm>
            <a:off x="2738139" y="1825625"/>
            <a:ext cx="5130114" cy="4136756"/>
            <a:chOff x="2952147" y="1825625"/>
            <a:chExt cx="5130114" cy="413675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B572B0-E830-5E1F-2229-BEDD4D8A2802}"/>
                </a:ext>
              </a:extLst>
            </p:cNvPr>
            <p:cNvGrpSpPr/>
            <p:nvPr/>
          </p:nvGrpSpPr>
          <p:grpSpPr>
            <a:xfrm>
              <a:off x="2952147" y="4215917"/>
              <a:ext cx="1514272" cy="1746464"/>
              <a:chOff x="2952147" y="4215917"/>
              <a:chExt cx="1514272" cy="1746464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91E6E96-A477-2302-4E14-9660817974A7}"/>
                  </a:ext>
                </a:extLst>
              </p:cNvPr>
              <p:cNvGrpSpPr/>
              <p:nvPr/>
            </p:nvGrpSpPr>
            <p:grpSpPr>
              <a:xfrm>
                <a:off x="2952147" y="4524945"/>
                <a:ext cx="1284051" cy="1437436"/>
                <a:chOff x="2952147" y="4524945"/>
                <a:chExt cx="1284051" cy="1437436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4C36FC2-94CE-B882-F31D-10A1836F560A}"/>
                    </a:ext>
                  </a:extLst>
                </p:cNvPr>
                <p:cNvSpPr/>
                <p:nvPr/>
              </p:nvSpPr>
              <p:spPr>
                <a:xfrm>
                  <a:off x="3232221" y="5398177"/>
                  <a:ext cx="723901" cy="564204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No</a:t>
                  </a:r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B2B0429-B32F-B99C-3A1E-C6E25338A8D0}"/>
                    </a:ext>
                  </a:extLst>
                </p:cNvPr>
                <p:cNvGrpSpPr/>
                <p:nvPr/>
              </p:nvGrpSpPr>
              <p:grpSpPr>
                <a:xfrm>
                  <a:off x="2952147" y="4524945"/>
                  <a:ext cx="1284051" cy="873232"/>
                  <a:chOff x="2952147" y="4524945"/>
                  <a:chExt cx="1284051" cy="873232"/>
                </a:xfrm>
              </p:grpSpPr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F170A6CE-9DFB-386A-9193-8D7E90F65997}"/>
                      </a:ext>
                    </a:extLst>
                  </p:cNvPr>
                  <p:cNvSpPr/>
                  <p:nvPr/>
                </p:nvSpPr>
                <p:spPr>
                  <a:xfrm>
                    <a:off x="2952147" y="4524945"/>
                    <a:ext cx="1284051" cy="564204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High</a:t>
                    </a:r>
                  </a:p>
                </p:txBody>
              </p:sp>
              <p:cxnSp>
                <p:nvCxnSpPr>
                  <p:cNvPr id="44" name="Straight Arrow Connector 43">
                    <a:extLst>
                      <a:ext uri="{FF2B5EF4-FFF2-40B4-BE49-F238E27FC236}">
                        <a16:creationId xmlns:a16="http://schemas.microsoft.com/office/drawing/2014/main" id="{4BFE18AD-420B-2A97-CBE8-4B85BCED5C41}"/>
                      </a:ext>
                    </a:extLst>
                  </p:cNvPr>
                  <p:cNvCxnSpPr>
                    <a:stCxn id="43" idx="2"/>
                    <a:endCxn id="41" idx="0"/>
                  </p:cNvCxnSpPr>
                  <p:nvPr/>
                </p:nvCxnSpPr>
                <p:spPr>
                  <a:xfrm flipH="1">
                    <a:off x="3594172" y="5089149"/>
                    <a:ext cx="1" cy="30902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9E0B79A-9023-00D3-944E-19F42CA02A8C}"/>
                  </a:ext>
                </a:extLst>
              </p:cNvPr>
              <p:cNvCxnSpPr>
                <a:stCxn id="17" idx="2"/>
                <a:endCxn id="43" idx="0"/>
              </p:cNvCxnSpPr>
              <p:nvPr/>
            </p:nvCxnSpPr>
            <p:spPr>
              <a:xfrm flipH="1">
                <a:off x="3594173" y="4215917"/>
                <a:ext cx="872246" cy="3090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0699D1F-34CE-7206-C7A1-C48BE6EF0C43}"/>
                </a:ext>
              </a:extLst>
            </p:cNvPr>
            <p:cNvGrpSpPr/>
            <p:nvPr/>
          </p:nvGrpSpPr>
          <p:grpSpPr>
            <a:xfrm>
              <a:off x="3824393" y="1825625"/>
              <a:ext cx="4257868" cy="4136756"/>
              <a:chOff x="3824393" y="1825625"/>
              <a:chExt cx="4257868" cy="413675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93E1AAC-0826-6E0C-3365-6DF690359EC1}"/>
                  </a:ext>
                </a:extLst>
              </p:cNvPr>
              <p:cNvGrpSpPr/>
              <p:nvPr/>
            </p:nvGrpSpPr>
            <p:grpSpPr>
              <a:xfrm>
                <a:off x="3824393" y="1825625"/>
                <a:ext cx="4257868" cy="2506569"/>
                <a:chOff x="7472265" y="1770434"/>
                <a:chExt cx="4257868" cy="2506569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A0FBA82-F8A1-64EC-A84D-3F094BEBFCF2}"/>
                    </a:ext>
                  </a:extLst>
                </p:cNvPr>
                <p:cNvSpPr/>
                <p:nvPr/>
              </p:nvSpPr>
              <p:spPr>
                <a:xfrm>
                  <a:off x="10446082" y="3596522"/>
                  <a:ext cx="1284051" cy="56420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Wind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F0ABE6A-0A5C-656D-D30F-027EB8CDC75C}"/>
                    </a:ext>
                  </a:extLst>
                </p:cNvPr>
                <p:cNvGrpSpPr/>
                <p:nvPr/>
              </p:nvGrpSpPr>
              <p:grpSpPr>
                <a:xfrm>
                  <a:off x="7472265" y="1770434"/>
                  <a:ext cx="4257868" cy="2506569"/>
                  <a:chOff x="7472265" y="1770434"/>
                  <a:chExt cx="4257868" cy="2506569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E807479-8414-4F38-E330-25A63A65D986}"/>
                      </a:ext>
                    </a:extLst>
                  </p:cNvPr>
                  <p:cNvSpPr/>
                  <p:nvPr/>
                </p:nvSpPr>
                <p:spPr>
                  <a:xfrm>
                    <a:off x="7472265" y="3596522"/>
                    <a:ext cx="1284051" cy="564204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Humidity</a:t>
                    </a: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9048F59D-9D46-24C3-854D-638F1B803A25}"/>
                      </a:ext>
                    </a:extLst>
                  </p:cNvPr>
                  <p:cNvGrpSpPr/>
                  <p:nvPr/>
                </p:nvGrpSpPr>
                <p:grpSpPr>
                  <a:xfrm>
                    <a:off x="7472265" y="1770434"/>
                    <a:ext cx="4257868" cy="2506569"/>
                    <a:chOff x="7472265" y="1770434"/>
                    <a:chExt cx="4257868" cy="2506569"/>
                  </a:xfrm>
                </p:grpSpPr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AC7A9EC-63D2-E5A7-DAA5-2B33900FFC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9740" y="3712799"/>
                      <a:ext cx="723901" cy="564204"/>
                    </a:xfrm>
                    <a:prstGeom prst="rect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p:txBody>
                </p: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22B15157-B84C-EC84-9B0D-D2ED9C43FB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72265" y="1770434"/>
                      <a:ext cx="4257868" cy="1942365"/>
                      <a:chOff x="7472265" y="1770434"/>
                      <a:chExt cx="4257868" cy="1942365"/>
                    </a:xfrm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51B8D552-7DE1-A750-ED92-491D5965EC1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72265" y="1770434"/>
                        <a:ext cx="4257868" cy="1942365"/>
                        <a:chOff x="7472265" y="1770434"/>
                        <a:chExt cx="4257868" cy="1942365"/>
                      </a:xfrm>
                    </p:grpSpPr>
                    <p:cxnSp>
                      <p:nvCxnSpPr>
                        <p:cNvPr id="23" name="Straight Arrow Connector 22">
                          <a:extLst>
                            <a:ext uri="{FF2B5EF4-FFF2-40B4-BE49-F238E27FC236}">
                              <a16:creationId xmlns:a16="http://schemas.microsoft.com/office/drawing/2014/main" id="{D39C3240-C3C7-98D1-B1E7-CA7B2095757F}"/>
                            </a:ext>
                          </a:extLst>
                        </p:cNvPr>
                        <p:cNvCxnSpPr>
                          <a:stCxn id="29" idx="2"/>
                        </p:cNvCxnSpPr>
                        <p:nvPr/>
                      </p:nvCxnSpPr>
                      <p:spPr>
                        <a:xfrm flipH="1">
                          <a:off x="9601199" y="3260690"/>
                          <a:ext cx="1" cy="45210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8B090D6B-95BB-4303-47FF-EB5BCCBD8DA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72265" y="1770434"/>
                          <a:ext cx="4257868" cy="1826088"/>
                          <a:chOff x="7472265" y="1770434"/>
                          <a:chExt cx="4257868" cy="1826088"/>
                        </a:xfrm>
                      </p:grpSpPr>
                      <p:grpSp>
                        <p:nvGrpSpPr>
                          <p:cNvPr id="25" name="Group 24">
                            <a:extLst>
                              <a:ext uri="{FF2B5EF4-FFF2-40B4-BE49-F238E27FC236}">
                                <a16:creationId xmlns:a16="http://schemas.microsoft.com/office/drawing/2014/main" id="{516A9D54-FC4E-0A4C-98D3-0AC60DC0887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72265" y="1770434"/>
                            <a:ext cx="4257868" cy="1517060"/>
                            <a:chOff x="7472265" y="1770434"/>
                            <a:chExt cx="4257868" cy="1517060"/>
                          </a:xfrm>
                        </p:grpSpPr>
                        <p:sp>
                          <p:nvSpPr>
                            <p:cNvPr id="27" name="Rectangle 26">
                              <a:extLst>
                                <a:ext uri="{FF2B5EF4-FFF2-40B4-BE49-F238E27FC236}">
                                  <a16:creationId xmlns:a16="http://schemas.microsoft.com/office/drawing/2014/main" id="{4876283D-6F87-7104-EC51-F19073BD38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446082" y="2696486"/>
                              <a:ext cx="1284051" cy="564204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dk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dk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Rain</a:t>
                              </a:r>
                            </a:p>
                          </p:txBody>
                        </p:sp>
                        <p:grpSp>
                          <p:nvGrpSpPr>
                            <p:cNvPr id="28" name="Group 27">
                              <a:extLst>
                                <a:ext uri="{FF2B5EF4-FFF2-40B4-BE49-F238E27FC236}">
                                  <a16:creationId xmlns:a16="http://schemas.microsoft.com/office/drawing/2014/main" id="{8DC0FA77-35F7-9A4A-755A-C3C5A952BFD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72265" y="1770434"/>
                              <a:ext cx="3615843" cy="1517060"/>
                              <a:chOff x="7472265" y="1770434"/>
                              <a:chExt cx="3615843" cy="1517060"/>
                            </a:xfrm>
                          </p:grpSpPr>
                          <p:sp>
                            <p:nvSpPr>
                              <p:cNvPr id="29" name="Rectangle 28">
                                <a:extLst>
                                  <a:ext uri="{FF2B5EF4-FFF2-40B4-BE49-F238E27FC236}">
                                    <a16:creationId xmlns:a16="http://schemas.microsoft.com/office/drawing/2014/main" id="{34E85C5E-9B1D-7326-CFFE-90FEFBF057A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8959174" y="2696486"/>
                                <a:ext cx="1284051" cy="564204"/>
                              </a:xfrm>
                              <a:prstGeom prst="rect">
                                <a:avLst/>
                              </a:prstGeom>
                            </p:spPr>
                            <p:style>
                              <a:lnRef idx="2">
                                <a:schemeClr val="dk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dk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Overcast</a:t>
                                </a:r>
                              </a:p>
                            </p:txBody>
                          </p:sp>
                          <p:grpSp>
                            <p:nvGrpSpPr>
                              <p:cNvPr id="30" name="Group 29">
                                <a:extLst>
                                  <a:ext uri="{FF2B5EF4-FFF2-40B4-BE49-F238E27FC236}">
                                    <a16:creationId xmlns:a16="http://schemas.microsoft.com/office/drawing/2014/main" id="{DB4F0893-7EDB-319A-ED80-F993F632F0A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72265" y="1770434"/>
                                <a:ext cx="3615843" cy="1517060"/>
                                <a:chOff x="7472265" y="1770434"/>
                                <a:chExt cx="3615843" cy="1517060"/>
                              </a:xfrm>
                            </p:grpSpPr>
                            <p:sp>
                              <p:nvSpPr>
                                <p:cNvPr id="31" name="Rectangle 30">
                                  <a:extLst>
                                    <a:ext uri="{FF2B5EF4-FFF2-40B4-BE49-F238E27FC236}">
                                      <a16:creationId xmlns:a16="http://schemas.microsoft.com/office/drawing/2014/main" id="{269D629B-C12D-905C-8626-C676CE0E1E1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72265" y="2723290"/>
                                  <a:ext cx="1284051" cy="564204"/>
                                </a:xfrm>
                                <a:prstGeom prst="rect">
                                  <a:avLst/>
                                </a:prstGeom>
                              </p:spPr>
                              <p:style>
                                <a:lnRef idx="2">
                                  <a:schemeClr val="dk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dk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dirty="0"/>
                                    <a:t>Sunny</a:t>
                                  </a:r>
                                </a:p>
                              </p:txBody>
                            </p:sp>
                            <p:grpSp>
                              <p:nvGrpSpPr>
                                <p:cNvPr id="32" name="Group 31">
                                  <a:extLst>
                                    <a:ext uri="{FF2B5EF4-FFF2-40B4-BE49-F238E27FC236}">
                                      <a16:creationId xmlns:a16="http://schemas.microsoft.com/office/drawing/2014/main" id="{1105752E-77F6-BEA6-39E4-944AF8F6B47C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8114291" y="1770434"/>
                                  <a:ext cx="2973817" cy="952856"/>
                                  <a:chOff x="8114291" y="1770434"/>
                                  <a:chExt cx="2973817" cy="952856"/>
                                </a:xfrm>
                              </p:grpSpPr>
                              <p:cxnSp>
                                <p:nvCxnSpPr>
                                  <p:cNvPr id="33" name="Straight Arrow Connector 32">
                                    <a:extLst>
                                      <a:ext uri="{FF2B5EF4-FFF2-40B4-BE49-F238E27FC236}">
                                        <a16:creationId xmlns:a16="http://schemas.microsoft.com/office/drawing/2014/main" id="{2256BD62-3D6D-E89A-6193-11B40682456F}"/>
                                      </a:ext>
                                    </a:extLst>
                                  </p:cNvPr>
                                  <p:cNvCxnSpPr>
                                    <a:stCxn id="37" idx="2"/>
                                    <a:endCxn id="29" idx="0"/>
                                  </p:cNvCxnSpPr>
                                  <p:nvPr/>
                                </p:nvCxnSpPr>
                                <p:spPr>
                                  <a:xfrm>
                                    <a:off x="9596336" y="2334638"/>
                                    <a:ext cx="4864" cy="361848"/>
                                  </a:xfrm>
                                  <a:prstGeom prst="straightConnector1">
                                    <a:avLst/>
                                  </a:prstGeom>
                                  <a:ln>
                                    <a:tailEnd type="triangle"/>
                                  </a:ln>
                                </p:spPr>
                                <p:style>
                                  <a:lnRef idx="2">
                                    <a:schemeClr val="dk1"/>
                                  </a:lnRef>
                                  <a:fillRef idx="0">
                                    <a:schemeClr val="dk1"/>
                                  </a:fillRef>
                                  <a:effectRef idx="1">
                                    <a:schemeClr val="dk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grpSp>
                                <p:nvGrpSpPr>
                                  <p:cNvPr id="34" name="Group 33">
                                    <a:extLst>
                                      <a:ext uri="{FF2B5EF4-FFF2-40B4-BE49-F238E27FC236}">
                                        <a16:creationId xmlns:a16="http://schemas.microsoft.com/office/drawing/2014/main" id="{8C0F17F9-991E-1A54-B71D-40E89C0099A7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8114291" y="1770434"/>
                                    <a:ext cx="2973817" cy="952856"/>
                                    <a:chOff x="8114291" y="1770434"/>
                                    <a:chExt cx="2973817" cy="952856"/>
                                  </a:xfrm>
                                </p:grpSpPr>
                                <p:grpSp>
                                  <p:nvGrpSpPr>
                                    <p:cNvPr id="35" name="Group 34">
                                      <a:extLst>
                                        <a:ext uri="{FF2B5EF4-FFF2-40B4-BE49-F238E27FC236}">
                                          <a16:creationId xmlns:a16="http://schemas.microsoft.com/office/drawing/2014/main" id="{25F5CE2E-1F52-8267-637B-81CBE919111A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8114291" y="1770434"/>
                                      <a:ext cx="2391581" cy="952856"/>
                                      <a:chOff x="8114291" y="1770434"/>
                                      <a:chExt cx="2391581" cy="952856"/>
                                    </a:xfrm>
                                  </p:grpSpPr>
                                  <p:sp>
                                    <p:nvSpPr>
                                      <p:cNvPr id="37" name="Rectangle 3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2DFE878-F8CB-7EF9-F242-81491C97437C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8686800" y="1770434"/>
                                        <a:ext cx="1819072" cy="564204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  <p:style>
                                      <a:lnRef idx="2">
                                        <a:schemeClr val="dk1"/>
                                      </a:lnRef>
                                      <a:fillRef idx="1">
                                        <a:schemeClr val="lt1"/>
                                      </a:fillRef>
                                      <a:effectRef idx="0">
                                        <a:schemeClr val="dk1"/>
                                      </a:effectRef>
                                      <a:fontRef idx="minor">
                                        <a:schemeClr val="dk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r>
                                          <a:rPr lang="en-US" dirty="0"/>
                                          <a:t>Outlook</a:t>
                                        </a:r>
                                      </a:p>
                                    </p:txBody>
                                  </p:sp>
                                  <p:cxnSp>
                                    <p:nvCxnSpPr>
                                      <p:cNvPr id="38" name="Straight Arrow Connector 3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1C99F76-CFC6-E508-929F-B0E0E751E148}"/>
                                          </a:ext>
                                        </a:extLst>
                                      </p:cNvPr>
                                      <p:cNvCxnSpPr>
                                        <a:stCxn id="37" idx="2"/>
                                        <a:endCxn id="31" idx="0"/>
                                      </p:cNvCxnSpPr>
                                      <p:nvPr/>
                                    </p:nvCxnSpPr>
                                    <p:spPr>
                                      <a:xfrm flipH="1">
                                        <a:off x="8114291" y="2334638"/>
                                        <a:ext cx="1482045" cy="388652"/>
                                      </a:xfrm>
                                      <a:prstGeom prst="straightConnector1">
                                        <a:avLst/>
                                      </a:prstGeom>
                                      <a:ln>
                                        <a:tailEnd type="triangle"/>
                                      </a:ln>
                                    </p:spPr>
                                    <p:style>
                                      <a:lnRef idx="2">
                                        <a:schemeClr val="dk1"/>
                                      </a:lnRef>
                                      <a:fillRef idx="0">
                                        <a:schemeClr val="dk1"/>
                                      </a:fillRef>
                                      <a:effectRef idx="1">
                                        <a:schemeClr val="dk1"/>
                                      </a:effectRef>
                                      <a:fontRef idx="minor">
                                        <a:schemeClr val="tx1"/>
                                      </a:fontRef>
                                    </p:style>
                                  </p:cxnSp>
                                </p:grpSp>
                                <p:cxnSp>
                                  <p:nvCxnSpPr>
                                    <p:cNvPr id="36" name="Straight Arrow Connector 35">
                                      <a:extLst>
                                        <a:ext uri="{FF2B5EF4-FFF2-40B4-BE49-F238E27FC236}">
                                          <a16:creationId xmlns:a16="http://schemas.microsoft.com/office/drawing/2014/main" id="{B13D2BD1-DD77-B186-8998-2F2A1AC342CC}"/>
                                        </a:ext>
                                      </a:extLst>
                                    </p:cNvPr>
                                    <p:cNvCxnSpPr>
                                      <a:stCxn id="37" idx="2"/>
                                      <a:endCxn id="27" idx="0"/>
                                    </p:cNvCxnSpPr>
                                    <p:nvPr/>
                                  </p:nvCxnSpPr>
                                  <p:spPr>
                                    <a:xfrm>
                                      <a:off x="9596336" y="2334638"/>
                                      <a:ext cx="1491772" cy="361848"/>
                                    </a:xfrm>
                                    <a:prstGeom prst="straightConnector1">
                                      <a:avLst/>
                                    </a:prstGeom>
                                    <a:ln>
                                      <a:tailEnd type="triangle"/>
                                    </a:ln>
                                  </p:spPr>
                                  <p:style>
                                    <a:lnRef idx="2">
                                      <a:schemeClr val="dk1"/>
                                    </a:lnRef>
                                    <a:fillRef idx="0">
                                      <a:schemeClr val="dk1"/>
                                    </a:fillRef>
                                    <a:effectRef idx="1">
                                      <a:schemeClr val="dk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</p:cxnSp>
                              </p:grpSp>
                            </p:grpSp>
                          </p:grpSp>
                        </p:grpSp>
                      </p:grpSp>
                      <p:cxnSp>
                        <p:nvCxnSpPr>
                          <p:cNvPr id="26" name="Straight Arrow Connector 25">
                            <a:extLst>
                              <a:ext uri="{FF2B5EF4-FFF2-40B4-BE49-F238E27FC236}">
                                <a16:creationId xmlns:a16="http://schemas.microsoft.com/office/drawing/2014/main" id="{A8B81637-3C26-2F6E-D517-551FDDE1BD6D}"/>
                              </a:ext>
                            </a:extLst>
                          </p:cNvPr>
                          <p:cNvCxnSpPr>
                            <a:stCxn id="31" idx="2"/>
                            <a:endCxn id="17" idx="0"/>
                          </p:cNvCxnSpPr>
                          <p:nvPr/>
                        </p:nvCxnSpPr>
                        <p:spPr>
                          <a:xfrm>
                            <a:off x="8114291" y="3287494"/>
                            <a:ext cx="0" cy="309028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22" name="Straight Arrow Connector 21">
                        <a:extLst>
                          <a:ext uri="{FF2B5EF4-FFF2-40B4-BE49-F238E27FC236}">
                            <a16:creationId xmlns:a16="http://schemas.microsoft.com/office/drawing/2014/main" id="{5441ECAB-A682-197C-FD6D-E0D5893F4440}"/>
                          </a:ext>
                        </a:extLst>
                      </p:cNvPr>
                      <p:cNvCxnSpPr>
                        <a:stCxn id="27" idx="2"/>
                        <a:endCxn id="15" idx="0"/>
                      </p:cNvCxnSpPr>
                      <p:nvPr/>
                    </p:nvCxnSpPr>
                    <p:spPr>
                      <a:xfrm>
                        <a:off x="11088108" y="3260690"/>
                        <a:ext cx="0" cy="33583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4B7E4C2-A0D6-0359-BAE8-3753CA0C750A}"/>
                  </a:ext>
                </a:extLst>
              </p:cNvPr>
              <p:cNvGrpSpPr/>
              <p:nvPr/>
            </p:nvGrpSpPr>
            <p:grpSpPr>
              <a:xfrm>
                <a:off x="4466418" y="4215917"/>
                <a:ext cx="1284051" cy="1746464"/>
                <a:chOff x="4466418" y="4215917"/>
                <a:chExt cx="1284051" cy="1746464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7912B0B1-6270-4830-3845-8956F63B2EC6}"/>
                    </a:ext>
                  </a:extLst>
                </p:cNvPr>
                <p:cNvGrpSpPr/>
                <p:nvPr/>
              </p:nvGrpSpPr>
              <p:grpSpPr>
                <a:xfrm>
                  <a:off x="4466418" y="4524945"/>
                  <a:ext cx="1284051" cy="1437436"/>
                  <a:chOff x="4466418" y="4524945"/>
                  <a:chExt cx="1284051" cy="1437436"/>
                </a:xfrm>
              </p:grpSpPr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A492A649-910E-AD6E-5F7A-2904402BF163}"/>
                      </a:ext>
                    </a:extLst>
                  </p:cNvPr>
                  <p:cNvSpPr/>
                  <p:nvPr/>
                </p:nvSpPr>
                <p:spPr>
                  <a:xfrm>
                    <a:off x="4746492" y="5398177"/>
                    <a:ext cx="723901" cy="564204"/>
                  </a:xfrm>
                  <a:prstGeom prst="rect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Yes</a:t>
                    </a:r>
                  </a:p>
                </p:txBody>
              </p:sp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87392340-123E-ABD3-5A14-9B60DBB49190}"/>
                      </a:ext>
                    </a:extLst>
                  </p:cNvPr>
                  <p:cNvGrpSpPr/>
                  <p:nvPr/>
                </p:nvGrpSpPr>
                <p:grpSpPr>
                  <a:xfrm>
                    <a:off x="4466418" y="4524945"/>
                    <a:ext cx="1284051" cy="873232"/>
                    <a:chOff x="4466418" y="4524945"/>
                    <a:chExt cx="1284051" cy="873232"/>
                  </a:xfrm>
                </p:grpSpPr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797600F1-8D11-A43C-312C-1AEA8BDD2F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418" y="4524945"/>
                      <a:ext cx="1284051" cy="56420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p:txBody>
                </p:sp>
                <p:cxnSp>
                  <p:nvCxnSpPr>
                    <p:cNvPr id="14" name="Straight Arrow Connector 13">
                      <a:extLst>
                        <a:ext uri="{FF2B5EF4-FFF2-40B4-BE49-F238E27FC236}">
                          <a16:creationId xmlns:a16="http://schemas.microsoft.com/office/drawing/2014/main" id="{571C0572-7281-46D0-0113-CF36C42C1B83}"/>
                        </a:ext>
                      </a:extLst>
                    </p:cNvPr>
                    <p:cNvCxnSpPr>
                      <a:stCxn id="13" idx="2"/>
                      <a:endCxn id="11" idx="0"/>
                    </p:cNvCxnSpPr>
                    <p:nvPr/>
                  </p:nvCxnSpPr>
                  <p:spPr>
                    <a:xfrm flipH="1">
                      <a:off x="5108443" y="5089149"/>
                      <a:ext cx="1" cy="30902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F8A9161B-D704-40E5-C4C7-AF53527E649B}"/>
                    </a:ext>
                  </a:extLst>
                </p:cNvPr>
                <p:cNvCxnSpPr>
                  <a:stCxn id="17" idx="2"/>
                  <a:endCxn id="13" idx="0"/>
                </p:cNvCxnSpPr>
                <p:nvPr/>
              </p:nvCxnSpPr>
              <p:spPr>
                <a:xfrm>
                  <a:off x="4466419" y="4215917"/>
                  <a:ext cx="642025" cy="30902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9C64F0DC-496D-CCE5-FA5D-37E8D8115AB7}"/>
              </a:ext>
            </a:extLst>
          </p:cNvPr>
          <p:cNvSpPr/>
          <p:nvPr/>
        </p:nvSpPr>
        <p:spPr>
          <a:xfrm>
            <a:off x="5838316" y="4502201"/>
            <a:ext cx="1284051" cy="564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Weak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65D816-B076-41A8-C6E5-A403423FC848}"/>
              </a:ext>
            </a:extLst>
          </p:cNvPr>
          <p:cNvSpPr/>
          <p:nvPr/>
        </p:nvSpPr>
        <p:spPr>
          <a:xfrm>
            <a:off x="7398488" y="4502201"/>
            <a:ext cx="1284051" cy="564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Strong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C4EF60-C1C1-9274-349A-D216F539CF37}"/>
              </a:ext>
            </a:extLst>
          </p:cNvPr>
          <p:cNvSpPr/>
          <p:nvPr/>
        </p:nvSpPr>
        <p:spPr>
          <a:xfrm>
            <a:off x="6161761" y="5352689"/>
            <a:ext cx="723901" cy="5642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C3B932-AFDD-FE0F-6057-0DFD9CEA351B}"/>
              </a:ext>
            </a:extLst>
          </p:cNvPr>
          <p:cNvSpPr/>
          <p:nvPr/>
        </p:nvSpPr>
        <p:spPr>
          <a:xfrm>
            <a:off x="7678562" y="5352689"/>
            <a:ext cx="723901" cy="5642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E156C2-7075-9E48-7F0D-D22D597EECB5}"/>
              </a:ext>
            </a:extLst>
          </p:cNvPr>
          <p:cNvCxnSpPr>
            <a:stCxn id="45" idx="2"/>
          </p:cNvCxnSpPr>
          <p:nvPr/>
        </p:nvCxnSpPr>
        <p:spPr>
          <a:xfrm flipH="1">
            <a:off x="6480341" y="5066405"/>
            <a:ext cx="1" cy="400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FF5C52-38D8-06DB-D68D-DAFC655627C0}"/>
              </a:ext>
            </a:extLst>
          </p:cNvPr>
          <p:cNvCxnSpPr>
            <a:stCxn id="46" idx="2"/>
          </p:cNvCxnSpPr>
          <p:nvPr/>
        </p:nvCxnSpPr>
        <p:spPr>
          <a:xfrm flipH="1">
            <a:off x="8040512" y="5066405"/>
            <a:ext cx="2" cy="400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CE017D3-DCBB-9194-FDC5-01E44828E79D}"/>
              </a:ext>
            </a:extLst>
          </p:cNvPr>
          <p:cNvCxnSpPr>
            <a:stCxn id="15" idx="2"/>
            <a:endCxn id="45" idx="0"/>
          </p:cNvCxnSpPr>
          <p:nvPr/>
        </p:nvCxnSpPr>
        <p:spPr>
          <a:xfrm flipH="1">
            <a:off x="6480342" y="4215917"/>
            <a:ext cx="745886" cy="286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91D9232-335B-D1C3-D303-6F2BEC73B4BA}"/>
              </a:ext>
            </a:extLst>
          </p:cNvPr>
          <p:cNvCxnSpPr>
            <a:stCxn id="15" idx="2"/>
            <a:endCxn id="46" idx="0"/>
          </p:cNvCxnSpPr>
          <p:nvPr/>
        </p:nvCxnSpPr>
        <p:spPr>
          <a:xfrm>
            <a:off x="7226228" y="4215917"/>
            <a:ext cx="814286" cy="286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7" name="Picture 56" descr="Iqra University - IU">
            <a:extLst>
              <a:ext uri="{FF2B5EF4-FFF2-40B4-BE49-F238E27FC236}">
                <a16:creationId xmlns:a16="http://schemas.microsoft.com/office/drawing/2014/main" id="{4DDEA493-A7E3-8281-8269-305E278F3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15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26DA-2C00-AD1A-41A2-E3881A05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9C577A-CBD7-85DF-12AF-8C4B66F2F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6020" y="1476117"/>
            <a:ext cx="562628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and easy to visualize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minimal preprocessing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for both classification &amp; regression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non-linear relationships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feature interactions well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(especially if not pruned)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small changes in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nature may miss global optimum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with imbalanced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grow very complex</a:t>
            </a:r>
          </a:p>
        </p:txBody>
      </p:sp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0C5AFBDC-EC6C-E54B-A46D-68E138DB7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231" y="179471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237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C949-4F00-E41D-B243-26454D74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67E19B-FA53-A60A-2947-7B67A2ECA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931032"/>
              </p:ext>
            </p:extLst>
          </p:nvPr>
        </p:nvGraphicFramePr>
        <p:xfrm>
          <a:off x="1780052" y="1592162"/>
          <a:ext cx="8340066" cy="43513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0011">
                  <a:extLst>
                    <a:ext uri="{9D8B030D-6E8A-4147-A177-3AD203B41FA5}">
                      <a16:colId xmlns:a16="http://schemas.microsoft.com/office/drawing/2014/main" val="8975404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966663840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2920884541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312505043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2793412156"/>
                    </a:ext>
                  </a:extLst>
                </a:gridCol>
                <a:gridCol w="1390011">
                  <a:extLst>
                    <a:ext uri="{9D8B030D-6E8A-4147-A177-3AD203B41FA5}">
                      <a16:colId xmlns:a16="http://schemas.microsoft.com/office/drawing/2014/main" val="29991445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Age Group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Income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Student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Credit Rating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Loan Approved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4590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5273771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961187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Middle-aged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0155382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Senior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0253385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Senior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3599637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Senior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669705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Middle-aged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2969583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480943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9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4967959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Senior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6223007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9086940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Middle-aged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76065808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Middle-aged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Fair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902528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/>
                        <a:t>14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Senior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Medium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Excellent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2021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9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629</Words>
  <Application>Microsoft Office PowerPoint</Application>
  <PresentationFormat>Widescreen</PresentationFormat>
  <Paragraphs>310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Data Science</vt:lpstr>
      <vt:lpstr>Decision Trees (DT)</vt:lpstr>
      <vt:lpstr>Example</vt:lpstr>
      <vt:lpstr>Step 1: Calculate Root Entropy</vt:lpstr>
      <vt:lpstr>Step 2: Compute Information Gain for each feature</vt:lpstr>
      <vt:lpstr>PowerPoint Presentation</vt:lpstr>
      <vt:lpstr>PowerPoint Presentation</vt:lpstr>
      <vt:lpstr>PowerPoint Presentation</vt:lpstr>
      <vt:lpstr>Step 3: Select Feature with Max Gain</vt:lpstr>
      <vt:lpstr>New Dataset (Expand: Sunny branch)</vt:lpstr>
      <vt:lpstr>Compute Information Gain on this subset</vt:lpstr>
      <vt:lpstr>PowerPoint Presentation</vt:lpstr>
      <vt:lpstr>PowerPoint Presentation</vt:lpstr>
      <vt:lpstr>Updated Tree </vt:lpstr>
      <vt:lpstr>Subtree (Expand: Rain branch)</vt:lpstr>
      <vt:lpstr>Compute IG on this Rain subset</vt:lpstr>
      <vt:lpstr>Final Decision Tree</vt:lpstr>
      <vt:lpstr>Pros and Cons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(FA21-RCS-015) LAIBA SABIR</dc:creator>
  <cp:lastModifiedBy>(FA21-RCS-015) LAIBA SABIR</cp:lastModifiedBy>
  <cp:revision>1</cp:revision>
  <dcterms:created xsi:type="dcterms:W3CDTF">2025-06-02T04:31:46Z</dcterms:created>
  <dcterms:modified xsi:type="dcterms:W3CDTF">2025-06-02T05:33:34Z</dcterms:modified>
</cp:coreProperties>
</file>