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81" r:id="rId3"/>
    <p:sldId id="282" r:id="rId4"/>
    <p:sldId id="283" r:id="rId5"/>
    <p:sldId id="284" r:id="rId6"/>
    <p:sldId id="322" r:id="rId7"/>
    <p:sldId id="323" r:id="rId8"/>
    <p:sldId id="324" r:id="rId9"/>
    <p:sldId id="329" r:id="rId10"/>
    <p:sldId id="325" r:id="rId11"/>
    <p:sldId id="286" r:id="rId12"/>
    <p:sldId id="287" r:id="rId13"/>
    <p:sldId id="326" r:id="rId14"/>
    <p:sldId id="327" r:id="rId15"/>
    <p:sldId id="330" r:id="rId16"/>
    <p:sldId id="314" r:id="rId17"/>
    <p:sldId id="315" r:id="rId18"/>
    <p:sldId id="317" r:id="rId19"/>
    <p:sldId id="318" r:id="rId20"/>
    <p:sldId id="310" r:id="rId21"/>
    <p:sldId id="328" r:id="rId22"/>
    <p:sldId id="273" r:id="rId23"/>
    <p:sldId id="280" r:id="rId24"/>
    <p:sldId id="270" r:id="rId25"/>
    <p:sldId id="319" r:id="rId26"/>
    <p:sldId id="275" r:id="rId27"/>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5427"/>
    <a:srgbClr val="F72C27"/>
    <a:srgbClr val="E823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87344-3071-4EEE-A5AF-7B6909F2EC6B}" v="69" dt="2025-04-12T08:05:05.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85587" autoAdjust="0"/>
  </p:normalViewPr>
  <p:slideViewPr>
    <p:cSldViewPr snapToGrid="0">
      <p:cViewPr varScale="1">
        <p:scale>
          <a:sx n="71" d="100"/>
          <a:sy n="71" d="100"/>
        </p:scale>
        <p:origin x="907"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21-RCS-015) LAIBA SABIR" userId="cdfba985-6cea-425f-a12a-4b4fa79fe82d" providerId="ADAL" clId="{08D87344-3071-4EEE-A5AF-7B6909F2EC6B}"/>
    <pc:docChg chg="undo custSel addSld delSld modSld">
      <pc:chgData name="(FA21-RCS-015) LAIBA SABIR" userId="cdfba985-6cea-425f-a12a-4b4fa79fe82d" providerId="ADAL" clId="{08D87344-3071-4EEE-A5AF-7B6909F2EC6B}" dt="2025-04-12T10:15:03.860" v="694" actId="20577"/>
      <pc:docMkLst>
        <pc:docMk/>
      </pc:docMkLst>
      <pc:sldChg chg="del">
        <pc:chgData name="(FA21-RCS-015) LAIBA SABIR" userId="cdfba985-6cea-425f-a12a-4b4fa79fe82d" providerId="ADAL" clId="{08D87344-3071-4EEE-A5AF-7B6909F2EC6B}" dt="2025-04-11T07:34:57.937" v="44" actId="47"/>
        <pc:sldMkLst>
          <pc:docMk/>
          <pc:sldMk cId="1480745902" sldId="272"/>
        </pc:sldMkLst>
      </pc:sldChg>
      <pc:sldChg chg="modSp mod">
        <pc:chgData name="(FA21-RCS-015) LAIBA SABIR" userId="cdfba985-6cea-425f-a12a-4b4fa79fe82d" providerId="ADAL" clId="{08D87344-3071-4EEE-A5AF-7B6909F2EC6B}" dt="2025-04-12T07:09:56.206" v="371" actId="20577"/>
        <pc:sldMkLst>
          <pc:docMk/>
          <pc:sldMk cId="3661783432" sldId="286"/>
        </pc:sldMkLst>
        <pc:spChg chg="mod">
          <ac:chgData name="(FA21-RCS-015) LAIBA SABIR" userId="cdfba985-6cea-425f-a12a-4b4fa79fe82d" providerId="ADAL" clId="{08D87344-3071-4EEE-A5AF-7B6909F2EC6B}" dt="2025-04-12T07:09:56.206" v="371" actId="20577"/>
          <ac:spMkLst>
            <pc:docMk/>
            <pc:sldMk cId="3661783432" sldId="286"/>
            <ac:spMk id="2" creationId="{44D45E56-39DA-6999-CCA9-2583E770F0EF}"/>
          </ac:spMkLst>
        </pc:spChg>
      </pc:sldChg>
      <pc:sldChg chg="modSp mod">
        <pc:chgData name="(FA21-RCS-015) LAIBA SABIR" userId="cdfba985-6cea-425f-a12a-4b4fa79fe82d" providerId="ADAL" clId="{08D87344-3071-4EEE-A5AF-7B6909F2EC6B}" dt="2025-04-12T07:09:50.456" v="369" actId="20577"/>
        <pc:sldMkLst>
          <pc:docMk/>
          <pc:sldMk cId="4041735432" sldId="287"/>
        </pc:sldMkLst>
        <pc:spChg chg="mod">
          <ac:chgData name="(FA21-RCS-015) LAIBA SABIR" userId="cdfba985-6cea-425f-a12a-4b4fa79fe82d" providerId="ADAL" clId="{08D87344-3071-4EEE-A5AF-7B6909F2EC6B}" dt="2025-04-12T07:09:50.456" v="369" actId="20577"/>
          <ac:spMkLst>
            <pc:docMk/>
            <pc:sldMk cId="4041735432" sldId="287"/>
            <ac:spMk id="2" creationId="{44D45E56-39DA-6999-CCA9-2583E770F0EF}"/>
          </ac:spMkLst>
        </pc:spChg>
      </pc:sldChg>
      <pc:sldChg chg="del">
        <pc:chgData name="(FA21-RCS-015) LAIBA SABIR" userId="cdfba985-6cea-425f-a12a-4b4fa79fe82d" providerId="ADAL" clId="{08D87344-3071-4EEE-A5AF-7B6909F2EC6B}" dt="2025-04-11T07:33:45.088" v="9" actId="47"/>
        <pc:sldMkLst>
          <pc:docMk/>
          <pc:sldMk cId="3492621136" sldId="288"/>
        </pc:sldMkLst>
      </pc:sldChg>
      <pc:sldChg chg="del">
        <pc:chgData name="(FA21-RCS-015) LAIBA SABIR" userId="cdfba985-6cea-425f-a12a-4b4fa79fe82d" providerId="ADAL" clId="{08D87344-3071-4EEE-A5AF-7B6909F2EC6B}" dt="2025-04-11T07:33:49.189" v="10" actId="47"/>
        <pc:sldMkLst>
          <pc:docMk/>
          <pc:sldMk cId="3223505991" sldId="289"/>
        </pc:sldMkLst>
      </pc:sldChg>
      <pc:sldChg chg="del">
        <pc:chgData name="(FA21-RCS-015) LAIBA SABIR" userId="cdfba985-6cea-425f-a12a-4b4fa79fe82d" providerId="ADAL" clId="{08D87344-3071-4EEE-A5AF-7B6909F2EC6B}" dt="2025-04-12T07:28:40.476" v="534" actId="47"/>
        <pc:sldMkLst>
          <pc:docMk/>
          <pc:sldMk cId="489905537" sldId="290"/>
        </pc:sldMkLst>
      </pc:sldChg>
      <pc:sldChg chg="del">
        <pc:chgData name="(FA21-RCS-015) LAIBA SABIR" userId="cdfba985-6cea-425f-a12a-4b4fa79fe82d" providerId="ADAL" clId="{08D87344-3071-4EEE-A5AF-7B6909F2EC6B}" dt="2025-04-12T07:28:44.896" v="536" actId="47"/>
        <pc:sldMkLst>
          <pc:docMk/>
          <pc:sldMk cId="2917524552" sldId="291"/>
        </pc:sldMkLst>
      </pc:sldChg>
      <pc:sldChg chg="del">
        <pc:chgData name="(FA21-RCS-015) LAIBA SABIR" userId="cdfba985-6cea-425f-a12a-4b4fa79fe82d" providerId="ADAL" clId="{08D87344-3071-4EEE-A5AF-7B6909F2EC6B}" dt="2025-04-11T07:34:54.440" v="42" actId="47"/>
        <pc:sldMkLst>
          <pc:docMk/>
          <pc:sldMk cId="460479912" sldId="292"/>
        </pc:sldMkLst>
      </pc:sldChg>
      <pc:sldChg chg="del">
        <pc:chgData name="(FA21-RCS-015) LAIBA SABIR" userId="cdfba985-6cea-425f-a12a-4b4fa79fe82d" providerId="ADAL" clId="{08D87344-3071-4EEE-A5AF-7B6909F2EC6B}" dt="2025-04-11T07:34:57.517" v="43" actId="47"/>
        <pc:sldMkLst>
          <pc:docMk/>
          <pc:sldMk cId="2330147958" sldId="293"/>
        </pc:sldMkLst>
      </pc:sldChg>
      <pc:sldChg chg="del">
        <pc:chgData name="(FA21-RCS-015) LAIBA SABIR" userId="cdfba985-6cea-425f-a12a-4b4fa79fe82d" providerId="ADAL" clId="{08D87344-3071-4EEE-A5AF-7B6909F2EC6B}" dt="2025-04-12T07:28:52.033" v="537" actId="47"/>
        <pc:sldMkLst>
          <pc:docMk/>
          <pc:sldMk cId="1287831064" sldId="294"/>
        </pc:sldMkLst>
      </pc:sldChg>
      <pc:sldChg chg="del">
        <pc:chgData name="(FA21-RCS-015) LAIBA SABIR" userId="cdfba985-6cea-425f-a12a-4b4fa79fe82d" providerId="ADAL" clId="{08D87344-3071-4EEE-A5AF-7B6909F2EC6B}" dt="2025-04-11T07:33:06.600" v="0" actId="47"/>
        <pc:sldMkLst>
          <pc:docMk/>
          <pc:sldMk cId="1794886565" sldId="297"/>
        </pc:sldMkLst>
      </pc:sldChg>
      <pc:sldChg chg="del">
        <pc:chgData name="(FA21-RCS-015) LAIBA SABIR" userId="cdfba985-6cea-425f-a12a-4b4fa79fe82d" providerId="ADAL" clId="{08D87344-3071-4EEE-A5AF-7B6909F2EC6B}" dt="2025-04-11T07:33:08.117" v="1" actId="47"/>
        <pc:sldMkLst>
          <pc:docMk/>
          <pc:sldMk cId="3330838874" sldId="298"/>
        </pc:sldMkLst>
      </pc:sldChg>
      <pc:sldChg chg="del">
        <pc:chgData name="(FA21-RCS-015) LAIBA SABIR" userId="cdfba985-6cea-425f-a12a-4b4fa79fe82d" providerId="ADAL" clId="{08D87344-3071-4EEE-A5AF-7B6909F2EC6B}" dt="2025-04-11T07:33:10.235" v="2" actId="47"/>
        <pc:sldMkLst>
          <pc:docMk/>
          <pc:sldMk cId="2720446774" sldId="299"/>
        </pc:sldMkLst>
      </pc:sldChg>
      <pc:sldChg chg="del">
        <pc:chgData name="(FA21-RCS-015) LAIBA SABIR" userId="cdfba985-6cea-425f-a12a-4b4fa79fe82d" providerId="ADAL" clId="{08D87344-3071-4EEE-A5AF-7B6909F2EC6B}" dt="2025-04-11T07:33:11.789" v="3" actId="47"/>
        <pc:sldMkLst>
          <pc:docMk/>
          <pc:sldMk cId="220848253" sldId="300"/>
        </pc:sldMkLst>
      </pc:sldChg>
      <pc:sldChg chg="del">
        <pc:chgData name="(FA21-RCS-015) LAIBA SABIR" userId="cdfba985-6cea-425f-a12a-4b4fa79fe82d" providerId="ADAL" clId="{08D87344-3071-4EEE-A5AF-7B6909F2EC6B}" dt="2025-04-11T07:33:14.524" v="4" actId="47"/>
        <pc:sldMkLst>
          <pc:docMk/>
          <pc:sldMk cId="1983305774" sldId="301"/>
        </pc:sldMkLst>
      </pc:sldChg>
      <pc:sldChg chg="del">
        <pc:chgData name="(FA21-RCS-015) LAIBA SABIR" userId="cdfba985-6cea-425f-a12a-4b4fa79fe82d" providerId="ADAL" clId="{08D87344-3071-4EEE-A5AF-7B6909F2EC6B}" dt="2025-04-11T07:33:15.556" v="5" actId="47"/>
        <pc:sldMkLst>
          <pc:docMk/>
          <pc:sldMk cId="808201421" sldId="302"/>
        </pc:sldMkLst>
      </pc:sldChg>
      <pc:sldChg chg="del">
        <pc:chgData name="(FA21-RCS-015) LAIBA SABIR" userId="cdfba985-6cea-425f-a12a-4b4fa79fe82d" providerId="ADAL" clId="{08D87344-3071-4EEE-A5AF-7B6909F2EC6B}" dt="2025-04-11T07:33:23.695" v="6" actId="47"/>
        <pc:sldMkLst>
          <pc:docMk/>
          <pc:sldMk cId="3926467150" sldId="303"/>
        </pc:sldMkLst>
      </pc:sldChg>
      <pc:sldChg chg="del">
        <pc:chgData name="(FA21-RCS-015) LAIBA SABIR" userId="cdfba985-6cea-425f-a12a-4b4fa79fe82d" providerId="ADAL" clId="{08D87344-3071-4EEE-A5AF-7B6909F2EC6B}" dt="2025-04-11T07:33:26.849" v="7" actId="47"/>
        <pc:sldMkLst>
          <pc:docMk/>
          <pc:sldMk cId="1208485500" sldId="304"/>
        </pc:sldMkLst>
      </pc:sldChg>
      <pc:sldChg chg="del">
        <pc:chgData name="(FA21-RCS-015) LAIBA SABIR" userId="cdfba985-6cea-425f-a12a-4b4fa79fe82d" providerId="ADAL" clId="{08D87344-3071-4EEE-A5AF-7B6909F2EC6B}" dt="2025-04-11T07:33:28.254" v="8" actId="47"/>
        <pc:sldMkLst>
          <pc:docMk/>
          <pc:sldMk cId="1386574935" sldId="305"/>
        </pc:sldMkLst>
      </pc:sldChg>
      <pc:sldChg chg="del">
        <pc:chgData name="(FA21-RCS-015) LAIBA SABIR" userId="cdfba985-6cea-425f-a12a-4b4fa79fe82d" providerId="ADAL" clId="{08D87344-3071-4EEE-A5AF-7B6909F2EC6B}" dt="2025-04-11T07:33:50.783" v="11" actId="47"/>
        <pc:sldMkLst>
          <pc:docMk/>
          <pc:sldMk cId="2347511192" sldId="306"/>
        </pc:sldMkLst>
      </pc:sldChg>
      <pc:sldChg chg="del">
        <pc:chgData name="(FA21-RCS-015) LAIBA SABIR" userId="cdfba985-6cea-425f-a12a-4b4fa79fe82d" providerId="ADAL" clId="{08D87344-3071-4EEE-A5AF-7B6909F2EC6B}" dt="2025-04-11T07:33:55.007" v="12" actId="47"/>
        <pc:sldMkLst>
          <pc:docMk/>
          <pc:sldMk cId="4146922052" sldId="307"/>
        </pc:sldMkLst>
      </pc:sldChg>
      <pc:sldChg chg="del">
        <pc:chgData name="(FA21-RCS-015) LAIBA SABIR" userId="cdfba985-6cea-425f-a12a-4b4fa79fe82d" providerId="ADAL" clId="{08D87344-3071-4EEE-A5AF-7B6909F2EC6B}" dt="2025-04-11T07:33:56.068" v="13" actId="47"/>
        <pc:sldMkLst>
          <pc:docMk/>
          <pc:sldMk cId="623480049" sldId="308"/>
        </pc:sldMkLst>
      </pc:sldChg>
      <pc:sldChg chg="del">
        <pc:chgData name="(FA21-RCS-015) LAIBA SABIR" userId="cdfba985-6cea-425f-a12a-4b4fa79fe82d" providerId="ADAL" clId="{08D87344-3071-4EEE-A5AF-7B6909F2EC6B}" dt="2025-04-11T07:33:57.065" v="14" actId="47"/>
        <pc:sldMkLst>
          <pc:docMk/>
          <pc:sldMk cId="1516144124" sldId="309"/>
        </pc:sldMkLst>
      </pc:sldChg>
      <pc:sldChg chg="modSp mod">
        <pc:chgData name="(FA21-RCS-015) LAIBA SABIR" userId="cdfba985-6cea-425f-a12a-4b4fa79fe82d" providerId="ADAL" clId="{08D87344-3071-4EEE-A5AF-7B6909F2EC6B}" dt="2025-04-12T07:27:59.695" v="521" actId="20577"/>
        <pc:sldMkLst>
          <pc:docMk/>
          <pc:sldMk cId="3770367095" sldId="310"/>
        </pc:sldMkLst>
        <pc:spChg chg="mod">
          <ac:chgData name="(FA21-RCS-015) LAIBA SABIR" userId="cdfba985-6cea-425f-a12a-4b4fa79fe82d" providerId="ADAL" clId="{08D87344-3071-4EEE-A5AF-7B6909F2EC6B}" dt="2025-04-12T07:27:59.695" v="521" actId="20577"/>
          <ac:spMkLst>
            <pc:docMk/>
            <pc:sldMk cId="3770367095" sldId="310"/>
            <ac:spMk id="2" creationId="{00000000-0000-0000-0000-000000000000}"/>
          </ac:spMkLst>
        </pc:spChg>
      </pc:sldChg>
      <pc:sldChg chg="add del">
        <pc:chgData name="(FA21-RCS-015) LAIBA SABIR" userId="cdfba985-6cea-425f-a12a-4b4fa79fe82d" providerId="ADAL" clId="{08D87344-3071-4EEE-A5AF-7B6909F2EC6B}" dt="2025-04-11T07:34:13.343" v="19" actId="47"/>
        <pc:sldMkLst>
          <pc:docMk/>
          <pc:sldMk cId="3773803286" sldId="311"/>
        </pc:sldMkLst>
      </pc:sldChg>
      <pc:sldChg chg="del">
        <pc:chgData name="(FA21-RCS-015) LAIBA SABIR" userId="cdfba985-6cea-425f-a12a-4b4fa79fe82d" providerId="ADAL" clId="{08D87344-3071-4EEE-A5AF-7B6909F2EC6B}" dt="2025-04-11T07:34:52.981" v="40" actId="47"/>
        <pc:sldMkLst>
          <pc:docMk/>
          <pc:sldMk cId="130659624" sldId="312"/>
        </pc:sldMkLst>
      </pc:sldChg>
      <pc:sldChg chg="del">
        <pc:chgData name="(FA21-RCS-015) LAIBA SABIR" userId="cdfba985-6cea-425f-a12a-4b4fa79fe82d" providerId="ADAL" clId="{08D87344-3071-4EEE-A5AF-7B6909F2EC6B}" dt="2025-04-11T07:34:53.718" v="41" actId="47"/>
        <pc:sldMkLst>
          <pc:docMk/>
          <pc:sldMk cId="3016213443" sldId="313"/>
        </pc:sldMkLst>
      </pc:sldChg>
      <pc:sldChg chg="modSp mod">
        <pc:chgData name="(FA21-RCS-015) LAIBA SABIR" userId="cdfba985-6cea-425f-a12a-4b4fa79fe82d" providerId="ADAL" clId="{08D87344-3071-4EEE-A5AF-7B6909F2EC6B}" dt="2025-04-12T07:28:22.605" v="533" actId="20577"/>
        <pc:sldMkLst>
          <pc:docMk/>
          <pc:sldMk cId="4243957192" sldId="314"/>
        </pc:sldMkLst>
        <pc:spChg chg="mod">
          <ac:chgData name="(FA21-RCS-015) LAIBA SABIR" userId="cdfba985-6cea-425f-a12a-4b4fa79fe82d" providerId="ADAL" clId="{08D87344-3071-4EEE-A5AF-7B6909F2EC6B}" dt="2025-04-12T07:28:22.605" v="533" actId="20577"/>
          <ac:spMkLst>
            <pc:docMk/>
            <pc:sldMk cId="4243957192" sldId="314"/>
            <ac:spMk id="2" creationId="{2C5AF10D-36CB-3793-0611-B9003D273DA3}"/>
          </ac:spMkLst>
        </pc:spChg>
      </pc:sldChg>
      <pc:sldChg chg="modSp mod">
        <pc:chgData name="(FA21-RCS-015) LAIBA SABIR" userId="cdfba985-6cea-425f-a12a-4b4fa79fe82d" providerId="ADAL" clId="{08D87344-3071-4EEE-A5AF-7B6909F2EC6B}" dt="2025-04-12T07:28:16.679" v="530" actId="20577"/>
        <pc:sldMkLst>
          <pc:docMk/>
          <pc:sldMk cId="1617937526" sldId="315"/>
        </pc:sldMkLst>
        <pc:spChg chg="mod">
          <ac:chgData name="(FA21-RCS-015) LAIBA SABIR" userId="cdfba985-6cea-425f-a12a-4b4fa79fe82d" providerId="ADAL" clId="{08D87344-3071-4EEE-A5AF-7B6909F2EC6B}" dt="2025-04-12T07:28:16.679" v="530" actId="20577"/>
          <ac:spMkLst>
            <pc:docMk/>
            <pc:sldMk cId="1617937526" sldId="315"/>
            <ac:spMk id="2" creationId="{2C5AF10D-36CB-3793-0611-B9003D273DA3}"/>
          </ac:spMkLst>
        </pc:spChg>
      </pc:sldChg>
      <pc:sldChg chg="modSp mod">
        <pc:chgData name="(FA21-RCS-015) LAIBA SABIR" userId="cdfba985-6cea-425f-a12a-4b4fa79fe82d" providerId="ADAL" clId="{08D87344-3071-4EEE-A5AF-7B6909F2EC6B}" dt="2025-04-12T07:28:11.985" v="527" actId="20577"/>
        <pc:sldMkLst>
          <pc:docMk/>
          <pc:sldMk cId="4115362103" sldId="317"/>
        </pc:sldMkLst>
        <pc:spChg chg="mod">
          <ac:chgData name="(FA21-RCS-015) LAIBA SABIR" userId="cdfba985-6cea-425f-a12a-4b4fa79fe82d" providerId="ADAL" clId="{08D87344-3071-4EEE-A5AF-7B6909F2EC6B}" dt="2025-04-12T07:28:11.985" v="527" actId="20577"/>
          <ac:spMkLst>
            <pc:docMk/>
            <pc:sldMk cId="4115362103" sldId="317"/>
            <ac:spMk id="2" creationId="{00000000-0000-0000-0000-000000000000}"/>
          </ac:spMkLst>
        </pc:spChg>
      </pc:sldChg>
      <pc:sldChg chg="addSp modSp mod">
        <pc:chgData name="(FA21-RCS-015) LAIBA SABIR" userId="cdfba985-6cea-425f-a12a-4b4fa79fe82d" providerId="ADAL" clId="{08D87344-3071-4EEE-A5AF-7B6909F2EC6B}" dt="2025-04-12T07:28:07.094" v="524" actId="20577"/>
        <pc:sldMkLst>
          <pc:docMk/>
          <pc:sldMk cId="287253081" sldId="318"/>
        </pc:sldMkLst>
        <pc:spChg chg="mod">
          <ac:chgData name="(FA21-RCS-015) LAIBA SABIR" userId="cdfba985-6cea-425f-a12a-4b4fa79fe82d" providerId="ADAL" clId="{08D87344-3071-4EEE-A5AF-7B6909F2EC6B}" dt="2025-04-12T07:28:07.094" v="524" actId="20577"/>
          <ac:spMkLst>
            <pc:docMk/>
            <pc:sldMk cId="287253081" sldId="318"/>
            <ac:spMk id="2" creationId="{48BAA65D-B801-E16F-F7AC-16C27ADAB4CF}"/>
          </ac:spMkLst>
        </pc:spChg>
        <pc:picChg chg="add mod">
          <ac:chgData name="(FA21-RCS-015) LAIBA SABIR" userId="cdfba985-6cea-425f-a12a-4b4fa79fe82d" providerId="ADAL" clId="{08D87344-3071-4EEE-A5AF-7B6909F2EC6B}" dt="2025-04-12T07:15:02.876" v="380" actId="1076"/>
          <ac:picMkLst>
            <pc:docMk/>
            <pc:sldMk cId="287253081" sldId="318"/>
            <ac:picMk id="6" creationId="{1E580B10-D9FA-3641-CDFC-A077ADA1DBF5}"/>
          </ac:picMkLst>
        </pc:picChg>
        <pc:picChg chg="add mod">
          <ac:chgData name="(FA21-RCS-015) LAIBA SABIR" userId="cdfba985-6cea-425f-a12a-4b4fa79fe82d" providerId="ADAL" clId="{08D87344-3071-4EEE-A5AF-7B6909F2EC6B}" dt="2025-04-12T07:14:58.073" v="379" actId="1076"/>
          <ac:picMkLst>
            <pc:docMk/>
            <pc:sldMk cId="287253081" sldId="318"/>
            <ac:picMk id="7" creationId="{D1D715DB-5BF4-8911-41C9-31BA7DBEB7A7}"/>
          </ac:picMkLst>
        </pc:picChg>
      </pc:sldChg>
      <pc:sldChg chg="del">
        <pc:chgData name="(FA21-RCS-015) LAIBA SABIR" userId="cdfba985-6cea-425f-a12a-4b4fa79fe82d" providerId="ADAL" clId="{08D87344-3071-4EEE-A5AF-7B6909F2EC6B}" dt="2025-04-11T07:34:02.431" v="16" actId="47"/>
        <pc:sldMkLst>
          <pc:docMk/>
          <pc:sldMk cId="1250363498" sldId="320"/>
        </pc:sldMkLst>
      </pc:sldChg>
      <pc:sldChg chg="del">
        <pc:chgData name="(FA21-RCS-015) LAIBA SABIR" userId="cdfba985-6cea-425f-a12a-4b4fa79fe82d" providerId="ADAL" clId="{08D87344-3071-4EEE-A5AF-7B6909F2EC6B}" dt="2025-04-12T07:28:54.254" v="538" actId="47"/>
        <pc:sldMkLst>
          <pc:docMk/>
          <pc:sldMk cId="2781399419" sldId="321"/>
        </pc:sldMkLst>
      </pc:sldChg>
      <pc:sldChg chg="del">
        <pc:chgData name="(FA21-RCS-015) LAIBA SABIR" userId="cdfba985-6cea-425f-a12a-4b4fa79fe82d" providerId="ADAL" clId="{08D87344-3071-4EEE-A5AF-7B6909F2EC6B}" dt="2025-04-11T07:34:24.321" v="20" actId="47"/>
        <pc:sldMkLst>
          <pc:docMk/>
          <pc:sldMk cId="753339020" sldId="322"/>
        </pc:sldMkLst>
      </pc:sldChg>
      <pc:sldChg chg="addSp delSp modSp new mod">
        <pc:chgData name="(FA21-RCS-015) LAIBA SABIR" userId="cdfba985-6cea-425f-a12a-4b4fa79fe82d" providerId="ADAL" clId="{08D87344-3071-4EEE-A5AF-7B6909F2EC6B}" dt="2025-04-12T09:25:34.486" v="568" actId="14734"/>
        <pc:sldMkLst>
          <pc:docMk/>
          <pc:sldMk cId="1648104898" sldId="322"/>
        </pc:sldMkLst>
        <pc:spChg chg="mod">
          <ac:chgData name="(FA21-RCS-015) LAIBA SABIR" userId="cdfba985-6cea-425f-a12a-4b4fa79fe82d" providerId="ADAL" clId="{08D87344-3071-4EEE-A5AF-7B6909F2EC6B}" dt="2025-04-12T06:51:45.427" v="237" actId="20577"/>
          <ac:spMkLst>
            <pc:docMk/>
            <pc:sldMk cId="1648104898" sldId="322"/>
            <ac:spMk id="2" creationId="{F53C6D7C-C3C3-CDB5-C8EC-DA1614B4122B}"/>
          </ac:spMkLst>
        </pc:spChg>
        <pc:spChg chg="del">
          <ac:chgData name="(FA21-RCS-015) LAIBA SABIR" userId="cdfba985-6cea-425f-a12a-4b4fa79fe82d" providerId="ADAL" clId="{08D87344-3071-4EEE-A5AF-7B6909F2EC6B}" dt="2025-04-12T06:26:09.578" v="49"/>
          <ac:spMkLst>
            <pc:docMk/>
            <pc:sldMk cId="1648104898" sldId="322"/>
            <ac:spMk id="3" creationId="{65BCC66E-B60E-E6F4-BC6A-60C031CDF8F0}"/>
          </ac:spMkLst>
        </pc:spChg>
        <pc:graphicFrameChg chg="add mod modGraphic">
          <ac:chgData name="(FA21-RCS-015) LAIBA SABIR" userId="cdfba985-6cea-425f-a12a-4b4fa79fe82d" providerId="ADAL" clId="{08D87344-3071-4EEE-A5AF-7B6909F2EC6B}" dt="2025-04-12T09:25:34.486" v="568" actId="14734"/>
          <ac:graphicFrameMkLst>
            <pc:docMk/>
            <pc:sldMk cId="1648104898" sldId="322"/>
            <ac:graphicFrameMk id="4" creationId="{770B6643-D902-B4DD-FA50-DBD9C89147F2}"/>
          </ac:graphicFrameMkLst>
        </pc:graphicFrameChg>
        <pc:picChg chg="add mod">
          <ac:chgData name="(FA21-RCS-015) LAIBA SABIR" userId="cdfba985-6cea-425f-a12a-4b4fa79fe82d" providerId="ADAL" clId="{08D87344-3071-4EEE-A5AF-7B6909F2EC6B}" dt="2025-04-12T08:00:26.329" v="542"/>
          <ac:picMkLst>
            <pc:docMk/>
            <pc:sldMk cId="1648104898" sldId="322"/>
            <ac:picMk id="3" creationId="{C462C7F0-FC28-1F50-007F-0EE66D6A1D04}"/>
          </ac:picMkLst>
        </pc:picChg>
      </pc:sldChg>
      <pc:sldChg chg="del">
        <pc:chgData name="(FA21-RCS-015) LAIBA SABIR" userId="cdfba985-6cea-425f-a12a-4b4fa79fe82d" providerId="ADAL" clId="{08D87344-3071-4EEE-A5AF-7B6909F2EC6B}" dt="2025-04-11T07:34:25.327" v="21" actId="47"/>
        <pc:sldMkLst>
          <pc:docMk/>
          <pc:sldMk cId="1004701694" sldId="323"/>
        </pc:sldMkLst>
      </pc:sldChg>
      <pc:sldChg chg="addSp delSp modSp new mod">
        <pc:chgData name="(FA21-RCS-015) LAIBA SABIR" userId="cdfba985-6cea-425f-a12a-4b4fa79fe82d" providerId="ADAL" clId="{08D87344-3071-4EEE-A5AF-7B6909F2EC6B}" dt="2025-04-12T08:02:32.585" v="556"/>
        <pc:sldMkLst>
          <pc:docMk/>
          <pc:sldMk cId="1448449407" sldId="323"/>
        </pc:sldMkLst>
        <pc:spChg chg="mod">
          <ac:chgData name="(FA21-RCS-015) LAIBA SABIR" userId="cdfba985-6cea-425f-a12a-4b4fa79fe82d" providerId="ADAL" clId="{08D87344-3071-4EEE-A5AF-7B6909F2EC6B}" dt="2025-04-12T06:51:39.219" v="235" actId="20577"/>
          <ac:spMkLst>
            <pc:docMk/>
            <pc:sldMk cId="1448449407" sldId="323"/>
            <ac:spMk id="2" creationId="{A907E3BC-A7A3-9262-5E65-32C249C1AE65}"/>
          </ac:spMkLst>
        </pc:spChg>
        <pc:spChg chg="del">
          <ac:chgData name="(FA21-RCS-015) LAIBA SABIR" userId="cdfba985-6cea-425f-a12a-4b4fa79fe82d" providerId="ADAL" clId="{08D87344-3071-4EEE-A5AF-7B6909F2EC6B}" dt="2025-04-12T06:28:30.866" v="62"/>
          <ac:spMkLst>
            <pc:docMk/>
            <pc:sldMk cId="1448449407" sldId="323"/>
            <ac:spMk id="3" creationId="{AEEA4EFA-A60A-3A4F-9193-C04FED7AFE2F}"/>
          </ac:spMkLst>
        </pc:spChg>
        <pc:spChg chg="add del mod">
          <ac:chgData name="(FA21-RCS-015) LAIBA SABIR" userId="cdfba985-6cea-425f-a12a-4b4fa79fe82d" providerId="ADAL" clId="{08D87344-3071-4EEE-A5AF-7B6909F2EC6B}" dt="2025-04-12T06:28:55.961" v="66" actId="478"/>
          <ac:spMkLst>
            <pc:docMk/>
            <pc:sldMk cId="1448449407" sldId="323"/>
            <ac:spMk id="5" creationId="{153D152D-9524-A6B4-C04C-5748790F6B8A}"/>
          </ac:spMkLst>
        </pc:spChg>
        <pc:spChg chg="add mod">
          <ac:chgData name="(FA21-RCS-015) LAIBA SABIR" userId="cdfba985-6cea-425f-a12a-4b4fa79fe82d" providerId="ADAL" clId="{08D87344-3071-4EEE-A5AF-7B6909F2EC6B}" dt="2025-04-12T06:51:26.932" v="231" actId="20577"/>
          <ac:spMkLst>
            <pc:docMk/>
            <pc:sldMk cId="1448449407" sldId="323"/>
            <ac:spMk id="6" creationId="{222C0CD9-9F7A-E192-E7B1-643835E9CBA2}"/>
          </ac:spMkLst>
        </pc:spChg>
        <pc:graphicFrameChg chg="add mod modGraphic">
          <ac:chgData name="(FA21-RCS-015) LAIBA SABIR" userId="cdfba985-6cea-425f-a12a-4b4fa79fe82d" providerId="ADAL" clId="{08D87344-3071-4EEE-A5AF-7B6909F2EC6B}" dt="2025-04-12T08:02:32.585" v="556"/>
          <ac:graphicFrameMkLst>
            <pc:docMk/>
            <pc:sldMk cId="1448449407" sldId="323"/>
            <ac:graphicFrameMk id="4" creationId="{B2F985D4-C18D-E744-4DBE-E3426684A674}"/>
          </ac:graphicFrameMkLst>
        </pc:graphicFrameChg>
        <pc:picChg chg="add mod">
          <ac:chgData name="(FA21-RCS-015) LAIBA SABIR" userId="cdfba985-6cea-425f-a12a-4b4fa79fe82d" providerId="ADAL" clId="{08D87344-3071-4EEE-A5AF-7B6909F2EC6B}" dt="2025-04-12T08:00:29.829" v="543"/>
          <ac:picMkLst>
            <pc:docMk/>
            <pc:sldMk cId="1448449407" sldId="323"/>
            <ac:picMk id="3" creationId="{C2A9C04A-F41A-C6DA-9277-7FB2BC863F7B}"/>
          </ac:picMkLst>
        </pc:picChg>
      </pc:sldChg>
      <pc:sldChg chg="addSp delSp modSp new mod">
        <pc:chgData name="(FA21-RCS-015) LAIBA SABIR" userId="cdfba985-6cea-425f-a12a-4b4fa79fe82d" providerId="ADAL" clId="{08D87344-3071-4EEE-A5AF-7B6909F2EC6B}" dt="2025-04-12T08:02:56.966" v="558"/>
        <pc:sldMkLst>
          <pc:docMk/>
          <pc:sldMk cId="3426220435" sldId="324"/>
        </pc:sldMkLst>
        <pc:spChg chg="mod">
          <ac:chgData name="(FA21-RCS-015) LAIBA SABIR" userId="cdfba985-6cea-425f-a12a-4b4fa79fe82d" providerId="ADAL" clId="{08D87344-3071-4EEE-A5AF-7B6909F2EC6B}" dt="2025-04-12T06:51:34.345" v="233" actId="20577"/>
          <ac:spMkLst>
            <pc:docMk/>
            <pc:sldMk cId="3426220435" sldId="324"/>
            <ac:spMk id="2" creationId="{927EBEF6-13DD-7751-BD3A-F0DA4C8B35CA}"/>
          </ac:spMkLst>
        </pc:spChg>
        <pc:spChg chg="del">
          <ac:chgData name="(FA21-RCS-015) LAIBA SABIR" userId="cdfba985-6cea-425f-a12a-4b4fa79fe82d" providerId="ADAL" clId="{08D87344-3071-4EEE-A5AF-7B6909F2EC6B}" dt="2025-04-12T06:41:36.311" v="110"/>
          <ac:spMkLst>
            <pc:docMk/>
            <pc:sldMk cId="3426220435" sldId="324"/>
            <ac:spMk id="3" creationId="{3ABA4E44-7FFF-BF78-600C-E6F62984A4F8}"/>
          </ac:spMkLst>
        </pc:spChg>
        <pc:spChg chg="add del">
          <ac:chgData name="(FA21-RCS-015) LAIBA SABIR" userId="cdfba985-6cea-425f-a12a-4b4fa79fe82d" providerId="ADAL" clId="{08D87344-3071-4EEE-A5AF-7B6909F2EC6B}" dt="2025-04-12T06:41:41.559" v="111" actId="478"/>
          <ac:spMkLst>
            <pc:docMk/>
            <pc:sldMk cId="3426220435" sldId="324"/>
            <ac:spMk id="5" creationId="{F0E370F9-B88B-CDB2-0DE7-54825C9E4976}"/>
          </ac:spMkLst>
        </pc:spChg>
        <pc:spChg chg="add mod">
          <ac:chgData name="(FA21-RCS-015) LAIBA SABIR" userId="cdfba985-6cea-425f-a12a-4b4fa79fe82d" providerId="ADAL" clId="{08D87344-3071-4EEE-A5AF-7B6909F2EC6B}" dt="2025-04-12T06:51:02.703" v="220" actId="113"/>
          <ac:spMkLst>
            <pc:docMk/>
            <pc:sldMk cId="3426220435" sldId="324"/>
            <ac:spMk id="6" creationId="{225C0394-2658-AED2-A0D1-757DF61FA248}"/>
          </ac:spMkLst>
        </pc:spChg>
        <pc:graphicFrameChg chg="add mod modGraphic">
          <ac:chgData name="(FA21-RCS-015) LAIBA SABIR" userId="cdfba985-6cea-425f-a12a-4b4fa79fe82d" providerId="ADAL" clId="{08D87344-3071-4EEE-A5AF-7B6909F2EC6B}" dt="2025-04-12T08:02:56.966" v="558"/>
          <ac:graphicFrameMkLst>
            <pc:docMk/>
            <pc:sldMk cId="3426220435" sldId="324"/>
            <ac:graphicFrameMk id="4" creationId="{23968FDD-4A4B-FCE6-C8F2-9DF07A1EB904}"/>
          </ac:graphicFrameMkLst>
        </pc:graphicFrameChg>
        <pc:picChg chg="add mod">
          <ac:chgData name="(FA21-RCS-015) LAIBA SABIR" userId="cdfba985-6cea-425f-a12a-4b4fa79fe82d" providerId="ADAL" clId="{08D87344-3071-4EEE-A5AF-7B6909F2EC6B}" dt="2025-04-12T08:00:32.937" v="544"/>
          <ac:picMkLst>
            <pc:docMk/>
            <pc:sldMk cId="3426220435" sldId="324"/>
            <ac:picMk id="3" creationId="{5937E047-5665-DC25-400E-F1AC7BCFF808}"/>
          </ac:picMkLst>
        </pc:picChg>
      </pc:sldChg>
      <pc:sldChg chg="del">
        <pc:chgData name="(FA21-RCS-015) LAIBA SABIR" userId="cdfba985-6cea-425f-a12a-4b4fa79fe82d" providerId="ADAL" clId="{08D87344-3071-4EEE-A5AF-7B6909F2EC6B}" dt="2025-04-11T07:34:26.496" v="22" actId="47"/>
        <pc:sldMkLst>
          <pc:docMk/>
          <pc:sldMk cId="4177731145" sldId="324"/>
        </pc:sldMkLst>
      </pc:sldChg>
      <pc:sldChg chg="del">
        <pc:chgData name="(FA21-RCS-015) LAIBA SABIR" userId="cdfba985-6cea-425f-a12a-4b4fa79fe82d" providerId="ADAL" clId="{08D87344-3071-4EEE-A5AF-7B6909F2EC6B}" dt="2025-04-11T07:34:27.430" v="23" actId="47"/>
        <pc:sldMkLst>
          <pc:docMk/>
          <pc:sldMk cId="1035039492" sldId="325"/>
        </pc:sldMkLst>
      </pc:sldChg>
      <pc:sldChg chg="addSp delSp modSp new mod">
        <pc:chgData name="(FA21-RCS-015) LAIBA SABIR" userId="cdfba985-6cea-425f-a12a-4b4fa79fe82d" providerId="ADAL" clId="{08D87344-3071-4EEE-A5AF-7B6909F2EC6B}" dt="2025-04-12T08:03:39.495" v="559" actId="208"/>
        <pc:sldMkLst>
          <pc:docMk/>
          <pc:sldMk cId="3166318726" sldId="325"/>
        </pc:sldMkLst>
        <pc:spChg chg="del mod">
          <ac:chgData name="(FA21-RCS-015) LAIBA SABIR" userId="cdfba985-6cea-425f-a12a-4b4fa79fe82d" providerId="ADAL" clId="{08D87344-3071-4EEE-A5AF-7B6909F2EC6B}" dt="2025-04-12T06:43:36.779" v="126" actId="478"/>
          <ac:spMkLst>
            <pc:docMk/>
            <pc:sldMk cId="3166318726" sldId="325"/>
            <ac:spMk id="2" creationId="{A7C08E9D-3704-4A89-31DE-2EEF3E38FD24}"/>
          </ac:spMkLst>
        </pc:spChg>
        <pc:spChg chg="mod">
          <ac:chgData name="(FA21-RCS-015) LAIBA SABIR" userId="cdfba985-6cea-425f-a12a-4b4fa79fe82d" providerId="ADAL" clId="{08D87344-3071-4EEE-A5AF-7B6909F2EC6B}" dt="2025-04-12T06:50:41.786" v="215" actId="27636"/>
          <ac:spMkLst>
            <pc:docMk/>
            <pc:sldMk cId="3166318726" sldId="325"/>
            <ac:spMk id="3" creationId="{975D606D-90BF-6A0B-297C-E7BFCA0C83AC}"/>
          </ac:spMkLst>
        </pc:spChg>
        <pc:spChg chg="add mod">
          <ac:chgData name="(FA21-RCS-015) LAIBA SABIR" userId="cdfba985-6cea-425f-a12a-4b4fa79fe82d" providerId="ADAL" clId="{08D87344-3071-4EEE-A5AF-7B6909F2EC6B}" dt="2025-04-12T06:50:25.820" v="200" actId="20577"/>
          <ac:spMkLst>
            <pc:docMk/>
            <pc:sldMk cId="3166318726" sldId="325"/>
            <ac:spMk id="5" creationId="{7E5BDAF4-F44B-6ECB-D016-41A42204BE10}"/>
          </ac:spMkLst>
        </pc:spChg>
        <pc:graphicFrameChg chg="add mod">
          <ac:chgData name="(FA21-RCS-015) LAIBA SABIR" userId="cdfba985-6cea-425f-a12a-4b4fa79fe82d" providerId="ADAL" clId="{08D87344-3071-4EEE-A5AF-7B6909F2EC6B}" dt="2025-04-12T06:46:05.939" v="147"/>
          <ac:graphicFrameMkLst>
            <pc:docMk/>
            <pc:sldMk cId="3166318726" sldId="325"/>
            <ac:graphicFrameMk id="6" creationId="{147226CD-1217-6653-1D8D-254159ADB9ED}"/>
          </ac:graphicFrameMkLst>
        </pc:graphicFrameChg>
        <pc:graphicFrameChg chg="add mod">
          <ac:chgData name="(FA21-RCS-015) LAIBA SABIR" userId="cdfba985-6cea-425f-a12a-4b4fa79fe82d" providerId="ADAL" clId="{08D87344-3071-4EEE-A5AF-7B6909F2EC6B}" dt="2025-04-12T06:46:05.939" v="147"/>
          <ac:graphicFrameMkLst>
            <pc:docMk/>
            <pc:sldMk cId="3166318726" sldId="325"/>
            <ac:graphicFrameMk id="7" creationId="{DA107F97-0555-5758-89F9-4E33B4A1CE59}"/>
          </ac:graphicFrameMkLst>
        </pc:graphicFrameChg>
        <pc:graphicFrameChg chg="add mod">
          <ac:chgData name="(FA21-RCS-015) LAIBA SABIR" userId="cdfba985-6cea-425f-a12a-4b4fa79fe82d" providerId="ADAL" clId="{08D87344-3071-4EEE-A5AF-7B6909F2EC6B}" dt="2025-04-12T06:46:05.939" v="147"/>
          <ac:graphicFrameMkLst>
            <pc:docMk/>
            <pc:sldMk cId="3166318726" sldId="325"/>
            <ac:graphicFrameMk id="8" creationId="{FF80C4E9-1F23-FC07-B035-7D83C9DD98FA}"/>
          </ac:graphicFrameMkLst>
        </pc:graphicFrameChg>
        <pc:graphicFrameChg chg="add mod">
          <ac:chgData name="(FA21-RCS-015) LAIBA SABIR" userId="cdfba985-6cea-425f-a12a-4b4fa79fe82d" providerId="ADAL" clId="{08D87344-3071-4EEE-A5AF-7B6909F2EC6B}" dt="2025-04-12T06:46:05.939" v="147"/>
          <ac:graphicFrameMkLst>
            <pc:docMk/>
            <pc:sldMk cId="3166318726" sldId="325"/>
            <ac:graphicFrameMk id="9" creationId="{393A1CFD-6974-09DB-8234-7E984ECD9638}"/>
          </ac:graphicFrameMkLst>
        </pc:graphicFrameChg>
        <pc:graphicFrameChg chg="add mod">
          <ac:chgData name="(FA21-RCS-015) LAIBA SABIR" userId="cdfba985-6cea-425f-a12a-4b4fa79fe82d" providerId="ADAL" clId="{08D87344-3071-4EEE-A5AF-7B6909F2EC6B}" dt="2025-04-12T06:46:05.939" v="147"/>
          <ac:graphicFrameMkLst>
            <pc:docMk/>
            <pc:sldMk cId="3166318726" sldId="325"/>
            <ac:graphicFrameMk id="10" creationId="{76FF873C-7070-5416-824D-5695350E9BDC}"/>
          </ac:graphicFrameMkLst>
        </pc:graphicFrameChg>
        <pc:graphicFrameChg chg="add mod">
          <ac:chgData name="(FA21-RCS-015) LAIBA SABIR" userId="cdfba985-6cea-425f-a12a-4b4fa79fe82d" providerId="ADAL" clId="{08D87344-3071-4EEE-A5AF-7B6909F2EC6B}" dt="2025-04-12T06:46:05.939" v="147"/>
          <ac:graphicFrameMkLst>
            <pc:docMk/>
            <pc:sldMk cId="3166318726" sldId="325"/>
            <ac:graphicFrameMk id="11" creationId="{A96EF326-764B-0EEA-28D6-0C92992819E8}"/>
          </ac:graphicFrameMkLst>
        </pc:graphicFrameChg>
        <pc:graphicFrameChg chg="add mod">
          <ac:chgData name="(FA21-RCS-015) LAIBA SABIR" userId="cdfba985-6cea-425f-a12a-4b4fa79fe82d" providerId="ADAL" clId="{08D87344-3071-4EEE-A5AF-7B6909F2EC6B}" dt="2025-04-12T06:46:05.939" v="147"/>
          <ac:graphicFrameMkLst>
            <pc:docMk/>
            <pc:sldMk cId="3166318726" sldId="325"/>
            <ac:graphicFrameMk id="12" creationId="{961967F8-79B9-0349-824C-060CA1E1281E}"/>
          </ac:graphicFrameMkLst>
        </pc:graphicFrameChg>
        <pc:graphicFrameChg chg="add mod">
          <ac:chgData name="(FA21-RCS-015) LAIBA SABIR" userId="cdfba985-6cea-425f-a12a-4b4fa79fe82d" providerId="ADAL" clId="{08D87344-3071-4EEE-A5AF-7B6909F2EC6B}" dt="2025-04-12T06:46:05.939" v="147"/>
          <ac:graphicFrameMkLst>
            <pc:docMk/>
            <pc:sldMk cId="3166318726" sldId="325"/>
            <ac:graphicFrameMk id="13" creationId="{CD29D3A2-9F33-B209-5EEC-E317A7DE0B38}"/>
          </ac:graphicFrameMkLst>
        </pc:graphicFrameChg>
        <pc:graphicFrameChg chg="add mod">
          <ac:chgData name="(FA21-RCS-015) LAIBA SABIR" userId="cdfba985-6cea-425f-a12a-4b4fa79fe82d" providerId="ADAL" clId="{08D87344-3071-4EEE-A5AF-7B6909F2EC6B}" dt="2025-04-12T06:46:05.939" v="147"/>
          <ac:graphicFrameMkLst>
            <pc:docMk/>
            <pc:sldMk cId="3166318726" sldId="325"/>
            <ac:graphicFrameMk id="14" creationId="{AA14673C-3FF3-14D1-A799-3244EAD08641}"/>
          </ac:graphicFrameMkLst>
        </pc:graphicFrameChg>
        <pc:graphicFrameChg chg="add mod modGraphic">
          <ac:chgData name="(FA21-RCS-015) LAIBA SABIR" userId="cdfba985-6cea-425f-a12a-4b4fa79fe82d" providerId="ADAL" clId="{08D87344-3071-4EEE-A5AF-7B6909F2EC6B}" dt="2025-04-12T06:46:14.611" v="151" actId="14100"/>
          <ac:graphicFrameMkLst>
            <pc:docMk/>
            <pc:sldMk cId="3166318726" sldId="325"/>
            <ac:graphicFrameMk id="15" creationId="{1CEDDF33-72E9-D59C-67B7-E695B315A0E2}"/>
          </ac:graphicFrameMkLst>
        </pc:graphicFrameChg>
        <pc:graphicFrameChg chg="add del mod modGraphic">
          <ac:chgData name="(FA21-RCS-015) LAIBA SABIR" userId="cdfba985-6cea-425f-a12a-4b4fa79fe82d" providerId="ADAL" clId="{08D87344-3071-4EEE-A5AF-7B6909F2EC6B}" dt="2025-04-12T06:48:13.310" v="170" actId="478"/>
          <ac:graphicFrameMkLst>
            <pc:docMk/>
            <pc:sldMk cId="3166318726" sldId="325"/>
            <ac:graphicFrameMk id="16" creationId="{CF805A7C-E0AE-C46F-7759-55E589758988}"/>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17" creationId="{2180EC1A-2932-4D21-CD52-3196FDCF5178}"/>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18" creationId="{D9C66AE5-0D6C-E326-9DB1-598D11D2C009}"/>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19" creationId="{EE6ED8FE-35C2-77D7-17C7-5BD8940087AA}"/>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20" creationId="{58B62E4C-3B0F-5DEA-DCE3-8544C85DD192}"/>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21" creationId="{AD7C06DB-25ED-D90E-9591-A41F99E7CD58}"/>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22" creationId="{F9957981-31A8-0146-603E-4A1D5A2C3010}"/>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23" creationId="{13C26B61-4798-1DFF-14E8-C1D9BC29A4C6}"/>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24" creationId="{719AA5BF-4ACB-2CB8-FFAD-C35C5A4656E4}"/>
          </ac:graphicFrameMkLst>
        </pc:graphicFrameChg>
        <pc:graphicFrameChg chg="add mod">
          <ac:chgData name="(FA21-RCS-015) LAIBA SABIR" userId="cdfba985-6cea-425f-a12a-4b4fa79fe82d" providerId="ADAL" clId="{08D87344-3071-4EEE-A5AF-7B6909F2EC6B}" dt="2025-04-12T06:48:14.470" v="171"/>
          <ac:graphicFrameMkLst>
            <pc:docMk/>
            <pc:sldMk cId="3166318726" sldId="325"/>
            <ac:graphicFrameMk id="25" creationId="{FD68CAF8-4924-4AD5-D929-0CD147F412C8}"/>
          </ac:graphicFrameMkLst>
        </pc:graphicFrameChg>
        <pc:graphicFrameChg chg="add mod modGraphic">
          <ac:chgData name="(FA21-RCS-015) LAIBA SABIR" userId="cdfba985-6cea-425f-a12a-4b4fa79fe82d" providerId="ADAL" clId="{08D87344-3071-4EEE-A5AF-7B6909F2EC6B}" dt="2025-04-12T06:48:25.065" v="177" actId="14100"/>
          <ac:graphicFrameMkLst>
            <pc:docMk/>
            <pc:sldMk cId="3166318726" sldId="325"/>
            <ac:graphicFrameMk id="26" creationId="{9B0A183E-B85C-39FA-89C1-2CD97FB3FFE7}"/>
          </ac:graphicFrameMkLst>
        </pc:graphicFrameChg>
        <pc:picChg chg="add mod">
          <ac:chgData name="(FA21-RCS-015) LAIBA SABIR" userId="cdfba985-6cea-425f-a12a-4b4fa79fe82d" providerId="ADAL" clId="{08D87344-3071-4EEE-A5AF-7B6909F2EC6B}" dt="2025-04-12T08:00:34.796" v="545"/>
          <ac:picMkLst>
            <pc:docMk/>
            <pc:sldMk cId="3166318726" sldId="325"/>
            <ac:picMk id="2" creationId="{D0B04D3E-F0D4-1898-5756-1521E9690076}"/>
          </ac:picMkLst>
        </pc:picChg>
        <pc:picChg chg="add mod">
          <ac:chgData name="(FA21-RCS-015) LAIBA SABIR" userId="cdfba985-6cea-425f-a12a-4b4fa79fe82d" providerId="ADAL" clId="{08D87344-3071-4EEE-A5AF-7B6909F2EC6B}" dt="2025-04-12T08:03:39.495" v="559" actId="208"/>
          <ac:picMkLst>
            <pc:docMk/>
            <pc:sldMk cId="3166318726" sldId="325"/>
            <ac:picMk id="28" creationId="{ACADB5B6-4AFC-61D4-487D-EBCB0608001F}"/>
          </ac:picMkLst>
        </pc:picChg>
      </pc:sldChg>
      <pc:sldChg chg="new del">
        <pc:chgData name="(FA21-RCS-015) LAIBA SABIR" userId="cdfba985-6cea-425f-a12a-4b4fa79fe82d" providerId="ADAL" clId="{08D87344-3071-4EEE-A5AF-7B6909F2EC6B}" dt="2025-04-12T06:49:28.755" v="188" actId="47"/>
        <pc:sldMkLst>
          <pc:docMk/>
          <pc:sldMk cId="811101205" sldId="326"/>
        </pc:sldMkLst>
      </pc:sldChg>
      <pc:sldChg chg="addSp delSp modSp new mod">
        <pc:chgData name="(FA21-RCS-015) LAIBA SABIR" userId="cdfba985-6cea-425f-a12a-4b4fa79fe82d" providerId="ADAL" clId="{08D87344-3071-4EEE-A5AF-7B6909F2EC6B}" dt="2025-04-12T07:33:27.337" v="541"/>
        <pc:sldMkLst>
          <pc:docMk/>
          <pc:sldMk cId="1503647289" sldId="326"/>
        </pc:sldMkLst>
        <pc:spChg chg="mod">
          <ac:chgData name="(FA21-RCS-015) LAIBA SABIR" userId="cdfba985-6cea-425f-a12a-4b4fa79fe82d" providerId="ADAL" clId="{08D87344-3071-4EEE-A5AF-7B6909F2EC6B}" dt="2025-04-12T07:05:27.774" v="327" actId="20577"/>
          <ac:spMkLst>
            <pc:docMk/>
            <pc:sldMk cId="1503647289" sldId="326"/>
            <ac:spMk id="2" creationId="{EB093677-ADF6-33EC-F1DD-B2AE8B4A6650}"/>
          </ac:spMkLst>
        </pc:spChg>
        <pc:spChg chg="add del">
          <ac:chgData name="(FA21-RCS-015) LAIBA SABIR" userId="cdfba985-6cea-425f-a12a-4b4fa79fe82d" providerId="ADAL" clId="{08D87344-3071-4EEE-A5AF-7B6909F2EC6B}" dt="2025-04-12T06:57:59.944" v="257" actId="478"/>
          <ac:spMkLst>
            <pc:docMk/>
            <pc:sldMk cId="1503647289" sldId="326"/>
            <ac:spMk id="3" creationId="{4B8AD50B-CFC4-1410-003A-1A71296B2C67}"/>
          </ac:spMkLst>
        </pc:spChg>
        <pc:spChg chg="add mod">
          <ac:chgData name="(FA21-RCS-015) LAIBA SABIR" userId="cdfba985-6cea-425f-a12a-4b4fa79fe82d" providerId="ADAL" clId="{08D87344-3071-4EEE-A5AF-7B6909F2EC6B}" dt="2025-04-12T07:04:30.552" v="320" actId="20577"/>
          <ac:spMkLst>
            <pc:docMk/>
            <pc:sldMk cId="1503647289" sldId="326"/>
            <ac:spMk id="18" creationId="{7A496182-E4E7-3F74-0C44-01974F6599D5}"/>
          </ac:spMkLst>
        </pc:spChg>
        <pc:spChg chg="add del mod">
          <ac:chgData name="(FA21-RCS-015) LAIBA SABIR" userId="cdfba985-6cea-425f-a12a-4b4fa79fe82d" providerId="ADAL" clId="{08D87344-3071-4EEE-A5AF-7B6909F2EC6B}" dt="2025-04-12T07:00:15.606" v="285"/>
          <ac:spMkLst>
            <pc:docMk/>
            <pc:sldMk cId="1503647289" sldId="326"/>
            <ac:spMk id="19" creationId="{9608CD9E-DC36-85DC-BF1B-13195BDCEE7E}"/>
          </ac:spMkLst>
        </pc:spChg>
        <pc:spChg chg="add del mod">
          <ac:chgData name="(FA21-RCS-015) LAIBA SABIR" userId="cdfba985-6cea-425f-a12a-4b4fa79fe82d" providerId="ADAL" clId="{08D87344-3071-4EEE-A5AF-7B6909F2EC6B}" dt="2025-04-12T07:03:26.111" v="308"/>
          <ac:spMkLst>
            <pc:docMk/>
            <pc:sldMk cId="1503647289" sldId="326"/>
            <ac:spMk id="20" creationId="{B0B69635-B138-84A7-D7CA-06EAF45462B9}"/>
          </ac:spMkLst>
        </pc:spChg>
        <pc:grpChg chg="add mod">
          <ac:chgData name="(FA21-RCS-015) LAIBA SABIR" userId="cdfba985-6cea-425f-a12a-4b4fa79fe82d" providerId="ADAL" clId="{08D87344-3071-4EEE-A5AF-7B6909F2EC6B}" dt="2025-04-12T07:03:44.313" v="310" actId="1076"/>
          <ac:grpSpMkLst>
            <pc:docMk/>
            <pc:sldMk cId="1503647289" sldId="326"/>
            <ac:grpSpMk id="21" creationId="{90CD4574-AA6B-7720-2A73-FC77777B4C20}"/>
          </ac:grpSpMkLst>
        </pc:grpChg>
        <pc:graphicFrameChg chg="add mod">
          <ac:chgData name="(FA21-RCS-015) LAIBA SABIR" userId="cdfba985-6cea-425f-a12a-4b4fa79fe82d" providerId="ADAL" clId="{08D87344-3071-4EEE-A5AF-7B6909F2EC6B}" dt="2025-04-12T06:57:35.861" v="255"/>
          <ac:graphicFrameMkLst>
            <pc:docMk/>
            <pc:sldMk cId="1503647289" sldId="326"/>
            <ac:graphicFrameMk id="4" creationId="{845A1C1D-6F7B-4C19-4CD6-14CEE49ADBF5}"/>
          </ac:graphicFrameMkLst>
        </pc:graphicFrameChg>
        <pc:graphicFrameChg chg="add mod">
          <ac:chgData name="(FA21-RCS-015) LAIBA SABIR" userId="cdfba985-6cea-425f-a12a-4b4fa79fe82d" providerId="ADAL" clId="{08D87344-3071-4EEE-A5AF-7B6909F2EC6B}" dt="2025-04-12T06:57:32.513" v="252"/>
          <ac:graphicFrameMkLst>
            <pc:docMk/>
            <pc:sldMk cId="1503647289" sldId="326"/>
            <ac:graphicFrameMk id="5" creationId="{A4039E3F-594B-1977-30E8-D5C346B8BB9E}"/>
          </ac:graphicFrameMkLst>
        </pc:graphicFrameChg>
        <pc:graphicFrameChg chg="add mod">
          <ac:chgData name="(FA21-RCS-015) LAIBA SABIR" userId="cdfba985-6cea-425f-a12a-4b4fa79fe82d" providerId="ADAL" clId="{08D87344-3071-4EEE-A5AF-7B6909F2EC6B}" dt="2025-04-12T06:57:32.513" v="252"/>
          <ac:graphicFrameMkLst>
            <pc:docMk/>
            <pc:sldMk cId="1503647289" sldId="326"/>
            <ac:graphicFrameMk id="8" creationId="{230AEECF-6CCA-7C7E-6C75-2DC5514CF879}"/>
          </ac:graphicFrameMkLst>
        </pc:graphicFrameChg>
        <pc:graphicFrameChg chg="add mod">
          <ac:chgData name="(FA21-RCS-015) LAIBA SABIR" userId="cdfba985-6cea-425f-a12a-4b4fa79fe82d" providerId="ADAL" clId="{08D87344-3071-4EEE-A5AF-7B6909F2EC6B}" dt="2025-04-12T06:57:32.513" v="252"/>
          <ac:graphicFrameMkLst>
            <pc:docMk/>
            <pc:sldMk cId="1503647289" sldId="326"/>
            <ac:graphicFrameMk id="9" creationId="{5944221D-AB82-9704-9660-F3027FCAC67E}"/>
          </ac:graphicFrameMkLst>
        </pc:graphicFrameChg>
        <pc:graphicFrameChg chg="add mod">
          <ac:chgData name="(FA21-RCS-015) LAIBA SABIR" userId="cdfba985-6cea-425f-a12a-4b4fa79fe82d" providerId="ADAL" clId="{08D87344-3071-4EEE-A5AF-7B6909F2EC6B}" dt="2025-04-12T06:57:32.513" v="252"/>
          <ac:graphicFrameMkLst>
            <pc:docMk/>
            <pc:sldMk cId="1503647289" sldId="326"/>
            <ac:graphicFrameMk id="10" creationId="{1877BCAA-7E82-1324-F617-2DC226A61F6D}"/>
          </ac:graphicFrameMkLst>
        </pc:graphicFrameChg>
        <pc:graphicFrameChg chg="add mod">
          <ac:chgData name="(FA21-RCS-015) LAIBA SABIR" userId="cdfba985-6cea-425f-a12a-4b4fa79fe82d" providerId="ADAL" clId="{08D87344-3071-4EEE-A5AF-7B6909F2EC6B}" dt="2025-04-12T06:57:32.513" v="252"/>
          <ac:graphicFrameMkLst>
            <pc:docMk/>
            <pc:sldMk cId="1503647289" sldId="326"/>
            <ac:graphicFrameMk id="11" creationId="{D800A7A1-9033-6088-E20A-BD9194178445}"/>
          </ac:graphicFrameMkLst>
        </pc:graphicFrameChg>
        <pc:graphicFrameChg chg="add mod">
          <ac:chgData name="(FA21-RCS-015) LAIBA SABIR" userId="cdfba985-6cea-425f-a12a-4b4fa79fe82d" providerId="ADAL" clId="{08D87344-3071-4EEE-A5AF-7B6909F2EC6B}" dt="2025-04-12T06:57:32.513" v="252"/>
          <ac:graphicFrameMkLst>
            <pc:docMk/>
            <pc:sldMk cId="1503647289" sldId="326"/>
            <ac:graphicFrameMk id="12" creationId="{6EFD3C4B-A34B-EFC0-C6E7-56195CBE24D2}"/>
          </ac:graphicFrameMkLst>
        </pc:graphicFrameChg>
        <pc:graphicFrameChg chg="add mod">
          <ac:chgData name="(FA21-RCS-015) LAIBA SABIR" userId="cdfba985-6cea-425f-a12a-4b4fa79fe82d" providerId="ADAL" clId="{08D87344-3071-4EEE-A5AF-7B6909F2EC6B}" dt="2025-04-12T06:57:32.513" v="252"/>
          <ac:graphicFrameMkLst>
            <pc:docMk/>
            <pc:sldMk cId="1503647289" sldId="326"/>
            <ac:graphicFrameMk id="13" creationId="{84804A1A-03C2-B882-FBCA-D954B4F568CF}"/>
          </ac:graphicFrameMkLst>
        </pc:graphicFrameChg>
        <pc:graphicFrameChg chg="add del mod">
          <ac:chgData name="(FA21-RCS-015) LAIBA SABIR" userId="cdfba985-6cea-425f-a12a-4b4fa79fe82d" providerId="ADAL" clId="{08D87344-3071-4EEE-A5AF-7B6909F2EC6B}" dt="2025-04-12T06:57:35.372" v="254" actId="478"/>
          <ac:graphicFrameMkLst>
            <pc:docMk/>
            <pc:sldMk cId="1503647289" sldId="326"/>
            <ac:graphicFrameMk id="14" creationId="{F5B7FDF6-EC6B-363F-0504-6B556EA25224}"/>
          </ac:graphicFrameMkLst>
        </pc:graphicFrameChg>
        <pc:picChg chg="add mod">
          <ac:chgData name="(FA21-RCS-015) LAIBA SABIR" userId="cdfba985-6cea-425f-a12a-4b4fa79fe82d" providerId="ADAL" clId="{08D87344-3071-4EEE-A5AF-7B6909F2EC6B}" dt="2025-04-12T07:33:27.337" v="541"/>
          <ac:picMkLst>
            <pc:docMk/>
            <pc:sldMk cId="1503647289" sldId="326"/>
            <ac:picMk id="3" creationId="{D23BE5F8-6DA5-5F3C-9C89-CCAB23B670B0}"/>
          </ac:picMkLst>
        </pc:picChg>
        <pc:picChg chg="add mod modCrop">
          <ac:chgData name="(FA21-RCS-015) LAIBA SABIR" userId="cdfba985-6cea-425f-a12a-4b4fa79fe82d" providerId="ADAL" clId="{08D87344-3071-4EEE-A5AF-7B6909F2EC6B}" dt="2025-04-12T07:04:46.849" v="323" actId="208"/>
          <ac:picMkLst>
            <pc:docMk/>
            <pc:sldMk cId="1503647289" sldId="326"/>
            <ac:picMk id="16" creationId="{1F4EF22D-CAE5-0A54-F62A-30460FA04C5A}"/>
          </ac:picMkLst>
        </pc:picChg>
        <pc:picChg chg="add mod modCrop">
          <ac:chgData name="(FA21-RCS-015) LAIBA SABIR" userId="cdfba985-6cea-425f-a12a-4b4fa79fe82d" providerId="ADAL" clId="{08D87344-3071-4EEE-A5AF-7B6909F2EC6B}" dt="2025-04-12T07:05:10.220" v="324" actId="14100"/>
          <ac:picMkLst>
            <pc:docMk/>
            <pc:sldMk cId="1503647289" sldId="326"/>
            <ac:picMk id="17" creationId="{9E5B5C06-0611-D358-49C0-261801656C2F}"/>
          </ac:picMkLst>
        </pc:picChg>
        <pc:picChg chg="add mod">
          <ac:chgData name="(FA21-RCS-015) LAIBA SABIR" userId="cdfba985-6cea-425f-a12a-4b4fa79fe82d" providerId="ADAL" clId="{08D87344-3071-4EEE-A5AF-7B6909F2EC6B}" dt="2025-04-12T07:04:39.815" v="322" actId="208"/>
          <ac:picMkLst>
            <pc:docMk/>
            <pc:sldMk cId="1503647289" sldId="326"/>
            <ac:picMk id="23" creationId="{5C49DA12-AE1A-EB7B-93FE-DBC487903CBC}"/>
          </ac:picMkLst>
        </pc:picChg>
      </pc:sldChg>
      <pc:sldChg chg="addSp delSp modSp new del mod">
        <pc:chgData name="(FA21-RCS-015) LAIBA SABIR" userId="cdfba985-6cea-425f-a12a-4b4fa79fe82d" providerId="ADAL" clId="{08D87344-3071-4EEE-A5AF-7B6909F2EC6B}" dt="2025-04-12T06:47:02.379" v="166" actId="47"/>
        <pc:sldMkLst>
          <pc:docMk/>
          <pc:sldMk cId="3070864395" sldId="326"/>
        </pc:sldMkLst>
        <pc:spChg chg="del">
          <ac:chgData name="(FA21-RCS-015) LAIBA SABIR" userId="cdfba985-6cea-425f-a12a-4b4fa79fe82d" providerId="ADAL" clId="{08D87344-3071-4EEE-A5AF-7B6909F2EC6B}" dt="2025-04-12T06:46:31.703" v="154"/>
          <ac:spMkLst>
            <pc:docMk/>
            <pc:sldMk cId="3070864395" sldId="326"/>
            <ac:spMk id="3" creationId="{3D0216D9-B6D9-7954-9402-37B86DE38A22}"/>
          </ac:spMkLst>
        </pc:spChg>
        <pc:graphicFrameChg chg="add mod">
          <ac:chgData name="(FA21-RCS-015) LAIBA SABIR" userId="cdfba985-6cea-425f-a12a-4b4fa79fe82d" providerId="ADAL" clId="{08D87344-3071-4EEE-A5AF-7B6909F2EC6B}" dt="2025-04-12T06:46:31.703" v="154"/>
          <ac:graphicFrameMkLst>
            <pc:docMk/>
            <pc:sldMk cId="3070864395" sldId="326"/>
            <ac:graphicFrameMk id="4" creationId="{535186DD-C397-B5F6-0776-90EC424B690F}"/>
          </ac:graphicFrameMkLst>
        </pc:graphicFrameChg>
        <pc:graphicFrameChg chg="add mod">
          <ac:chgData name="(FA21-RCS-015) LAIBA SABIR" userId="cdfba985-6cea-425f-a12a-4b4fa79fe82d" providerId="ADAL" clId="{08D87344-3071-4EEE-A5AF-7B6909F2EC6B}" dt="2025-04-12T06:46:31.703" v="154"/>
          <ac:graphicFrameMkLst>
            <pc:docMk/>
            <pc:sldMk cId="3070864395" sldId="326"/>
            <ac:graphicFrameMk id="5" creationId="{CCD0027E-B825-D0CC-EA10-D44C2F829E0F}"/>
          </ac:graphicFrameMkLst>
        </pc:graphicFrameChg>
        <pc:graphicFrameChg chg="add mod">
          <ac:chgData name="(FA21-RCS-015) LAIBA SABIR" userId="cdfba985-6cea-425f-a12a-4b4fa79fe82d" providerId="ADAL" clId="{08D87344-3071-4EEE-A5AF-7B6909F2EC6B}" dt="2025-04-12T06:46:31.703" v="154"/>
          <ac:graphicFrameMkLst>
            <pc:docMk/>
            <pc:sldMk cId="3070864395" sldId="326"/>
            <ac:graphicFrameMk id="6" creationId="{A03BCC2F-BD7A-3777-601E-FDEDE38382C2}"/>
          </ac:graphicFrameMkLst>
        </pc:graphicFrameChg>
        <pc:graphicFrameChg chg="add mod">
          <ac:chgData name="(FA21-RCS-015) LAIBA SABIR" userId="cdfba985-6cea-425f-a12a-4b4fa79fe82d" providerId="ADAL" clId="{08D87344-3071-4EEE-A5AF-7B6909F2EC6B}" dt="2025-04-12T06:46:31.703" v="154"/>
          <ac:graphicFrameMkLst>
            <pc:docMk/>
            <pc:sldMk cId="3070864395" sldId="326"/>
            <ac:graphicFrameMk id="7" creationId="{8A0184D3-5463-CBD9-5B7D-2AB0781079A9}"/>
          </ac:graphicFrameMkLst>
        </pc:graphicFrameChg>
        <pc:graphicFrameChg chg="add mod">
          <ac:chgData name="(FA21-RCS-015) LAIBA SABIR" userId="cdfba985-6cea-425f-a12a-4b4fa79fe82d" providerId="ADAL" clId="{08D87344-3071-4EEE-A5AF-7B6909F2EC6B}" dt="2025-04-12T06:46:31.703" v="154"/>
          <ac:graphicFrameMkLst>
            <pc:docMk/>
            <pc:sldMk cId="3070864395" sldId="326"/>
            <ac:graphicFrameMk id="8" creationId="{3867E438-3EC7-F4CD-27E7-ECCDA8AA405E}"/>
          </ac:graphicFrameMkLst>
        </pc:graphicFrameChg>
        <pc:graphicFrameChg chg="add del mod modGraphic">
          <ac:chgData name="(FA21-RCS-015) LAIBA SABIR" userId="cdfba985-6cea-425f-a12a-4b4fa79fe82d" providerId="ADAL" clId="{08D87344-3071-4EEE-A5AF-7B6909F2EC6B}" dt="2025-04-12T06:46:58.787" v="162" actId="6549"/>
          <ac:graphicFrameMkLst>
            <pc:docMk/>
            <pc:sldMk cId="3070864395" sldId="326"/>
            <ac:graphicFrameMk id="9" creationId="{BBF79C4D-1B04-D8EA-EE8F-FC85D20BE1E4}"/>
          </ac:graphicFrameMkLst>
        </pc:graphicFrameChg>
        <pc:graphicFrameChg chg="add del mod">
          <ac:chgData name="(FA21-RCS-015) LAIBA SABIR" userId="cdfba985-6cea-425f-a12a-4b4fa79fe82d" providerId="ADAL" clId="{08D87344-3071-4EEE-A5AF-7B6909F2EC6B}" dt="2025-04-12T06:46:59.269" v="163" actId="478"/>
          <ac:graphicFrameMkLst>
            <pc:docMk/>
            <pc:sldMk cId="3070864395" sldId="326"/>
            <ac:graphicFrameMk id="10" creationId="{DE5ABA17-4F75-8908-77DA-D5FE73E48CF9}"/>
          </ac:graphicFrameMkLst>
        </pc:graphicFrameChg>
        <pc:graphicFrameChg chg="add del mod">
          <ac:chgData name="(FA21-RCS-015) LAIBA SABIR" userId="cdfba985-6cea-425f-a12a-4b4fa79fe82d" providerId="ADAL" clId="{08D87344-3071-4EEE-A5AF-7B6909F2EC6B}" dt="2025-04-12T06:46:59.805" v="164" actId="478"/>
          <ac:graphicFrameMkLst>
            <pc:docMk/>
            <pc:sldMk cId="3070864395" sldId="326"/>
            <ac:graphicFrameMk id="11" creationId="{DEBC9CA9-5559-6D55-7EE5-713521CB374F}"/>
          </ac:graphicFrameMkLst>
        </pc:graphicFrameChg>
        <pc:graphicFrameChg chg="add del">
          <ac:chgData name="(FA21-RCS-015) LAIBA SABIR" userId="cdfba985-6cea-425f-a12a-4b4fa79fe82d" providerId="ADAL" clId="{08D87344-3071-4EEE-A5AF-7B6909F2EC6B}" dt="2025-04-12T06:47:00.217" v="165" actId="478"/>
          <ac:graphicFrameMkLst>
            <pc:docMk/>
            <pc:sldMk cId="3070864395" sldId="326"/>
            <ac:graphicFrameMk id="12" creationId="{C85ADC21-D64C-282A-955F-F19283E8371B}"/>
          </ac:graphicFrameMkLst>
        </pc:graphicFrameChg>
        <pc:graphicFrameChg chg="add del mod">
          <ac:chgData name="(FA21-RCS-015) LAIBA SABIR" userId="cdfba985-6cea-425f-a12a-4b4fa79fe82d" providerId="ADAL" clId="{08D87344-3071-4EEE-A5AF-7B6909F2EC6B}" dt="2025-04-12T06:46:34.269" v="155" actId="478"/>
          <ac:graphicFrameMkLst>
            <pc:docMk/>
            <pc:sldMk cId="3070864395" sldId="326"/>
            <ac:graphicFrameMk id="13" creationId="{FE050FB1-F167-9A13-E736-571459A5ECE4}"/>
          </ac:graphicFrameMkLst>
        </pc:graphicFrameChg>
      </pc:sldChg>
      <pc:sldChg chg="del">
        <pc:chgData name="(FA21-RCS-015) LAIBA SABIR" userId="cdfba985-6cea-425f-a12a-4b4fa79fe82d" providerId="ADAL" clId="{08D87344-3071-4EEE-A5AF-7B6909F2EC6B}" dt="2025-04-11T07:34:29.697" v="24" actId="47"/>
        <pc:sldMkLst>
          <pc:docMk/>
          <pc:sldMk cId="3216425780" sldId="326"/>
        </pc:sldMkLst>
      </pc:sldChg>
      <pc:sldChg chg="del">
        <pc:chgData name="(FA21-RCS-015) LAIBA SABIR" userId="cdfba985-6cea-425f-a12a-4b4fa79fe82d" providerId="ADAL" clId="{08D87344-3071-4EEE-A5AF-7B6909F2EC6B}" dt="2025-04-11T07:34:30.653" v="25" actId="47"/>
        <pc:sldMkLst>
          <pc:docMk/>
          <pc:sldMk cId="1692277126" sldId="327"/>
        </pc:sldMkLst>
      </pc:sldChg>
      <pc:sldChg chg="addSp delSp modSp new mod">
        <pc:chgData name="(FA21-RCS-015) LAIBA SABIR" userId="cdfba985-6cea-425f-a12a-4b4fa79fe82d" providerId="ADAL" clId="{08D87344-3071-4EEE-A5AF-7B6909F2EC6B}" dt="2025-04-12T08:05:14.311" v="566" actId="14100"/>
        <pc:sldMkLst>
          <pc:docMk/>
          <pc:sldMk cId="2648313551" sldId="327"/>
        </pc:sldMkLst>
        <pc:spChg chg="mod">
          <ac:chgData name="(FA21-RCS-015) LAIBA SABIR" userId="cdfba985-6cea-425f-a12a-4b4fa79fe82d" providerId="ADAL" clId="{08D87344-3071-4EEE-A5AF-7B6909F2EC6B}" dt="2025-04-12T07:05:35.622" v="332" actId="20577"/>
          <ac:spMkLst>
            <pc:docMk/>
            <pc:sldMk cId="2648313551" sldId="327"/>
            <ac:spMk id="2" creationId="{0CEED24B-5176-03A7-99BF-70A20A2FABA1}"/>
          </ac:spMkLst>
        </pc:spChg>
        <pc:spChg chg="del">
          <ac:chgData name="(FA21-RCS-015) LAIBA SABIR" userId="cdfba985-6cea-425f-a12a-4b4fa79fe82d" providerId="ADAL" clId="{08D87344-3071-4EEE-A5AF-7B6909F2EC6B}" dt="2025-04-12T07:06:21.878" v="333"/>
          <ac:spMkLst>
            <pc:docMk/>
            <pc:sldMk cId="2648313551" sldId="327"/>
            <ac:spMk id="3" creationId="{74DECF16-BAFA-1834-CA5E-16205689139C}"/>
          </ac:spMkLst>
        </pc:spChg>
        <pc:spChg chg="add del mod">
          <ac:chgData name="(FA21-RCS-015) LAIBA SABIR" userId="cdfba985-6cea-425f-a12a-4b4fa79fe82d" providerId="ADAL" clId="{08D87344-3071-4EEE-A5AF-7B6909F2EC6B}" dt="2025-04-12T08:05:05.919" v="562" actId="478"/>
          <ac:spMkLst>
            <pc:docMk/>
            <pc:sldMk cId="2648313551" sldId="327"/>
            <ac:spMk id="4" creationId="{93196829-2554-328B-B0C8-1B6F676FCD4A}"/>
          </ac:spMkLst>
        </pc:spChg>
        <pc:spChg chg="add del mod">
          <ac:chgData name="(FA21-RCS-015) LAIBA SABIR" userId="cdfba985-6cea-425f-a12a-4b4fa79fe82d" providerId="ADAL" clId="{08D87344-3071-4EEE-A5AF-7B6909F2EC6B}" dt="2025-04-12T08:05:08.586" v="563" actId="478"/>
          <ac:spMkLst>
            <pc:docMk/>
            <pc:sldMk cId="2648313551" sldId="327"/>
            <ac:spMk id="5" creationId="{DE0110DB-A9BD-9C8E-6D81-2CF3EE14802E}"/>
          </ac:spMkLst>
        </pc:spChg>
        <pc:grpChg chg="add mod">
          <ac:chgData name="(FA21-RCS-015) LAIBA SABIR" userId="cdfba985-6cea-425f-a12a-4b4fa79fe82d" providerId="ADAL" clId="{08D87344-3071-4EEE-A5AF-7B6909F2EC6B}" dt="2025-04-12T07:09:37.116" v="366" actId="164"/>
          <ac:grpSpMkLst>
            <pc:docMk/>
            <pc:sldMk cId="2648313551" sldId="327"/>
            <ac:grpSpMk id="10" creationId="{892B5E61-3ECA-B861-903D-AE0E4CAFDF95}"/>
          </ac:grpSpMkLst>
        </pc:grpChg>
        <pc:grpChg chg="add del mod">
          <ac:chgData name="(FA21-RCS-015) LAIBA SABIR" userId="cdfba985-6cea-425f-a12a-4b4fa79fe82d" providerId="ADAL" clId="{08D87344-3071-4EEE-A5AF-7B6909F2EC6B}" dt="2025-04-12T08:05:01.553" v="561" actId="478"/>
          <ac:grpSpMkLst>
            <pc:docMk/>
            <pc:sldMk cId="2648313551" sldId="327"/>
            <ac:grpSpMk id="12" creationId="{955B9BDF-17ED-73E8-9967-3389038F7752}"/>
          </ac:grpSpMkLst>
        </pc:grpChg>
        <pc:picChg chg="add mod">
          <ac:chgData name="(FA21-RCS-015) LAIBA SABIR" userId="cdfba985-6cea-425f-a12a-4b4fa79fe82d" providerId="ADAL" clId="{08D87344-3071-4EEE-A5AF-7B6909F2EC6B}" dt="2025-04-12T07:33:24.671" v="540"/>
          <ac:picMkLst>
            <pc:docMk/>
            <pc:sldMk cId="2648313551" sldId="327"/>
            <ac:picMk id="3" creationId="{79424311-1344-59B7-6F01-134F026DF0B2}"/>
          </ac:picMkLst>
        </pc:picChg>
        <pc:picChg chg="add mod modCrop">
          <ac:chgData name="(FA21-RCS-015) LAIBA SABIR" userId="cdfba985-6cea-425f-a12a-4b4fa79fe82d" providerId="ADAL" clId="{08D87344-3071-4EEE-A5AF-7B6909F2EC6B}" dt="2025-04-12T07:09:15.825" v="362" actId="1076"/>
          <ac:picMkLst>
            <pc:docMk/>
            <pc:sldMk cId="2648313551" sldId="327"/>
            <ac:picMk id="6" creationId="{2FBA11DB-3317-9885-5F48-65DB12FBCCB1}"/>
          </ac:picMkLst>
        </pc:picChg>
        <pc:picChg chg="add mod">
          <ac:chgData name="(FA21-RCS-015) LAIBA SABIR" userId="cdfba985-6cea-425f-a12a-4b4fa79fe82d" providerId="ADAL" clId="{08D87344-3071-4EEE-A5AF-7B6909F2EC6B}" dt="2025-04-12T08:05:14.311" v="566" actId="14100"/>
          <ac:picMkLst>
            <pc:docMk/>
            <pc:sldMk cId="2648313551" sldId="327"/>
            <ac:picMk id="8" creationId="{4FA9DC09-DC80-FE15-433E-FC11CB622EB7}"/>
          </ac:picMkLst>
        </pc:picChg>
        <pc:picChg chg="add mod modCrop">
          <ac:chgData name="(FA21-RCS-015) LAIBA SABIR" userId="cdfba985-6cea-425f-a12a-4b4fa79fe82d" providerId="ADAL" clId="{08D87344-3071-4EEE-A5AF-7B6909F2EC6B}" dt="2025-04-12T07:08:53.737" v="358" actId="164"/>
          <ac:picMkLst>
            <pc:docMk/>
            <pc:sldMk cId="2648313551" sldId="327"/>
            <ac:picMk id="9" creationId="{E4B0217B-8F7A-1F6D-41EC-7A55C2D2D92D}"/>
          </ac:picMkLst>
        </pc:picChg>
        <pc:picChg chg="add mod modCrop">
          <ac:chgData name="(FA21-RCS-015) LAIBA SABIR" userId="cdfba985-6cea-425f-a12a-4b4fa79fe82d" providerId="ADAL" clId="{08D87344-3071-4EEE-A5AF-7B6909F2EC6B}" dt="2025-04-12T07:09:37.116" v="366" actId="164"/>
          <ac:picMkLst>
            <pc:docMk/>
            <pc:sldMk cId="2648313551" sldId="327"/>
            <ac:picMk id="11" creationId="{CD568DFA-97AE-3DB5-3595-EB82A7F44DE3}"/>
          </ac:picMkLst>
        </pc:picChg>
      </pc:sldChg>
      <pc:sldChg chg="addSp delSp modSp new del mod">
        <pc:chgData name="(FA21-RCS-015) LAIBA SABIR" userId="cdfba985-6cea-425f-a12a-4b4fa79fe82d" providerId="ADAL" clId="{08D87344-3071-4EEE-A5AF-7B6909F2EC6B}" dt="2025-04-12T07:17:14.162" v="381" actId="47"/>
        <pc:sldMkLst>
          <pc:docMk/>
          <pc:sldMk cId="1370251538" sldId="328"/>
        </pc:sldMkLst>
        <pc:spChg chg="del">
          <ac:chgData name="(FA21-RCS-015) LAIBA SABIR" userId="cdfba985-6cea-425f-a12a-4b4fa79fe82d" providerId="ADAL" clId="{08D87344-3071-4EEE-A5AF-7B6909F2EC6B}" dt="2025-04-12T07:13:58.673" v="375" actId="478"/>
          <ac:spMkLst>
            <pc:docMk/>
            <pc:sldMk cId="1370251538" sldId="328"/>
            <ac:spMk id="3" creationId="{0F2575FA-D000-9800-B492-AD8A5BCA4A75}"/>
          </ac:spMkLst>
        </pc:spChg>
        <pc:picChg chg="add mod">
          <ac:chgData name="(FA21-RCS-015) LAIBA SABIR" userId="cdfba985-6cea-425f-a12a-4b4fa79fe82d" providerId="ADAL" clId="{08D87344-3071-4EEE-A5AF-7B6909F2EC6B}" dt="2025-04-12T07:13:55.939" v="374" actId="1076"/>
          <ac:picMkLst>
            <pc:docMk/>
            <pc:sldMk cId="1370251538" sldId="328"/>
            <ac:picMk id="5" creationId="{76601956-ECA1-D932-D1FF-22FD46F96A5B}"/>
          </ac:picMkLst>
        </pc:picChg>
      </pc:sldChg>
      <pc:sldChg chg="addSp modSp new mod">
        <pc:chgData name="(FA21-RCS-015) LAIBA SABIR" userId="cdfba985-6cea-425f-a12a-4b4fa79fe82d" providerId="ADAL" clId="{08D87344-3071-4EEE-A5AF-7B6909F2EC6B}" dt="2025-04-12T07:33:19.576" v="539"/>
        <pc:sldMkLst>
          <pc:docMk/>
          <pc:sldMk cId="2675809859" sldId="328"/>
        </pc:sldMkLst>
        <pc:spChg chg="mod">
          <ac:chgData name="(FA21-RCS-015) LAIBA SABIR" userId="cdfba985-6cea-425f-a12a-4b4fa79fe82d" providerId="ADAL" clId="{08D87344-3071-4EEE-A5AF-7B6909F2EC6B}" dt="2025-04-12T07:27:55.137" v="518" actId="20577"/>
          <ac:spMkLst>
            <pc:docMk/>
            <pc:sldMk cId="2675809859" sldId="328"/>
            <ac:spMk id="2" creationId="{4F17E35E-EBA0-49BE-D482-1AEF56D8CDB0}"/>
          </ac:spMkLst>
        </pc:spChg>
        <pc:spChg chg="add mod">
          <ac:chgData name="(FA21-RCS-015) LAIBA SABIR" userId="cdfba985-6cea-425f-a12a-4b4fa79fe82d" providerId="ADAL" clId="{08D87344-3071-4EEE-A5AF-7B6909F2EC6B}" dt="2025-04-12T07:21:17.117" v="425" actId="14100"/>
          <ac:spMkLst>
            <pc:docMk/>
            <pc:sldMk cId="2675809859" sldId="328"/>
            <ac:spMk id="18" creationId="{B1A4C0D7-49C3-5C9A-F850-EE4001599EF4}"/>
          </ac:spMkLst>
        </pc:spChg>
        <pc:spChg chg="add mod">
          <ac:chgData name="(FA21-RCS-015) LAIBA SABIR" userId="cdfba985-6cea-425f-a12a-4b4fa79fe82d" providerId="ADAL" clId="{08D87344-3071-4EEE-A5AF-7B6909F2EC6B}" dt="2025-04-12T07:21:46.748" v="453" actId="14100"/>
          <ac:spMkLst>
            <pc:docMk/>
            <pc:sldMk cId="2675809859" sldId="328"/>
            <ac:spMk id="19" creationId="{9F12F43F-E6A6-B3D0-965C-EE36E7B4F0C0}"/>
          </ac:spMkLst>
        </pc:spChg>
        <pc:grpChg chg="add mod">
          <ac:chgData name="(FA21-RCS-015) LAIBA SABIR" userId="cdfba985-6cea-425f-a12a-4b4fa79fe82d" providerId="ADAL" clId="{08D87344-3071-4EEE-A5AF-7B6909F2EC6B}" dt="2025-04-12T07:20:57.355" v="417" actId="14100"/>
          <ac:grpSpMkLst>
            <pc:docMk/>
            <pc:sldMk cId="2675809859" sldId="328"/>
            <ac:grpSpMk id="6" creationId="{1A61B6AB-B6B8-47B2-E28A-D133B913C201}"/>
          </ac:grpSpMkLst>
        </pc:grpChg>
        <pc:grpChg chg="add mod">
          <ac:chgData name="(FA21-RCS-015) LAIBA SABIR" userId="cdfba985-6cea-425f-a12a-4b4fa79fe82d" providerId="ADAL" clId="{08D87344-3071-4EEE-A5AF-7B6909F2EC6B}" dt="2025-04-12T07:20:28.719" v="410" actId="164"/>
          <ac:grpSpMkLst>
            <pc:docMk/>
            <pc:sldMk cId="2675809859" sldId="328"/>
            <ac:grpSpMk id="15" creationId="{3526A7E4-64F4-5C6A-F23E-372227579543}"/>
          </ac:grpSpMkLst>
        </pc:grpChg>
        <pc:grpChg chg="add mod">
          <ac:chgData name="(FA21-RCS-015) LAIBA SABIR" userId="cdfba985-6cea-425f-a12a-4b4fa79fe82d" providerId="ADAL" clId="{08D87344-3071-4EEE-A5AF-7B6909F2EC6B}" dt="2025-04-12T07:20:33.014" v="411" actId="164"/>
          <ac:grpSpMkLst>
            <pc:docMk/>
            <pc:sldMk cId="2675809859" sldId="328"/>
            <ac:grpSpMk id="16" creationId="{A4CB8E29-0EC1-3D56-0263-CA98D1F18272}"/>
          </ac:grpSpMkLst>
        </pc:grpChg>
        <pc:grpChg chg="add mod">
          <ac:chgData name="(FA21-RCS-015) LAIBA SABIR" userId="cdfba985-6cea-425f-a12a-4b4fa79fe82d" providerId="ADAL" clId="{08D87344-3071-4EEE-A5AF-7B6909F2EC6B}" dt="2025-04-12T07:20:50.966" v="415" actId="1076"/>
          <ac:grpSpMkLst>
            <pc:docMk/>
            <pc:sldMk cId="2675809859" sldId="328"/>
            <ac:grpSpMk id="17" creationId="{8C882994-B038-7BB3-BB64-1E4A5ABEC466}"/>
          </ac:grpSpMkLst>
        </pc:grpChg>
        <pc:picChg chg="add mod">
          <ac:chgData name="(FA21-RCS-015) LAIBA SABIR" userId="cdfba985-6cea-425f-a12a-4b4fa79fe82d" providerId="ADAL" clId="{08D87344-3071-4EEE-A5AF-7B6909F2EC6B}" dt="2025-04-12T07:33:19.576" v="539"/>
          <ac:picMkLst>
            <pc:docMk/>
            <pc:sldMk cId="2675809859" sldId="328"/>
            <ac:picMk id="3" creationId="{2E10E202-4375-6F2D-7042-9F4B388623B7}"/>
          </ac:picMkLst>
        </pc:picChg>
        <pc:picChg chg="add mod modCrop">
          <ac:chgData name="(FA21-RCS-015) LAIBA SABIR" userId="cdfba985-6cea-425f-a12a-4b4fa79fe82d" providerId="ADAL" clId="{08D87344-3071-4EEE-A5AF-7B6909F2EC6B}" dt="2025-04-12T07:18:29.616" v="389" actId="208"/>
          <ac:picMkLst>
            <pc:docMk/>
            <pc:sldMk cId="2675809859" sldId="328"/>
            <ac:picMk id="4" creationId="{27D11F04-F8BB-E6BC-5DC9-6212ADDA995A}"/>
          </ac:picMkLst>
        </pc:picChg>
        <pc:picChg chg="add mod modCrop">
          <ac:chgData name="(FA21-RCS-015) LAIBA SABIR" userId="cdfba985-6cea-425f-a12a-4b4fa79fe82d" providerId="ADAL" clId="{08D87344-3071-4EEE-A5AF-7B6909F2EC6B}" dt="2025-04-12T07:18:29.616" v="389" actId="208"/>
          <ac:picMkLst>
            <pc:docMk/>
            <pc:sldMk cId="2675809859" sldId="328"/>
            <ac:picMk id="5" creationId="{DC88FF40-9A6E-C52D-D212-A89F2A981608}"/>
          </ac:picMkLst>
        </pc:picChg>
        <pc:picChg chg="add mod modCrop">
          <ac:chgData name="(FA21-RCS-015) LAIBA SABIR" userId="cdfba985-6cea-425f-a12a-4b4fa79fe82d" providerId="ADAL" clId="{08D87344-3071-4EEE-A5AF-7B6909F2EC6B}" dt="2025-04-12T07:20:36.415" v="412" actId="208"/>
          <ac:picMkLst>
            <pc:docMk/>
            <pc:sldMk cId="2675809859" sldId="328"/>
            <ac:picMk id="8" creationId="{D72A18FD-9F61-13AF-EE60-06651DAF3E77}"/>
          </ac:picMkLst>
        </pc:picChg>
        <pc:picChg chg="add mod modCrop">
          <ac:chgData name="(FA21-RCS-015) LAIBA SABIR" userId="cdfba985-6cea-425f-a12a-4b4fa79fe82d" providerId="ADAL" clId="{08D87344-3071-4EEE-A5AF-7B6909F2EC6B}" dt="2025-04-12T07:20:36.415" v="412" actId="208"/>
          <ac:picMkLst>
            <pc:docMk/>
            <pc:sldMk cId="2675809859" sldId="328"/>
            <ac:picMk id="10" creationId="{37A91366-82DD-54FC-C042-5B7489BE882C}"/>
          </ac:picMkLst>
        </pc:picChg>
        <pc:picChg chg="add mod modCrop">
          <ac:chgData name="(FA21-RCS-015) LAIBA SABIR" userId="cdfba985-6cea-425f-a12a-4b4fa79fe82d" providerId="ADAL" clId="{08D87344-3071-4EEE-A5AF-7B6909F2EC6B}" dt="2025-04-12T07:20:36.415" v="412" actId="208"/>
          <ac:picMkLst>
            <pc:docMk/>
            <pc:sldMk cId="2675809859" sldId="328"/>
            <ac:picMk id="12" creationId="{035FBE93-F48E-01C3-112E-E89D56B2EAD5}"/>
          </ac:picMkLst>
        </pc:picChg>
        <pc:picChg chg="add mod modCrop">
          <ac:chgData name="(FA21-RCS-015) LAIBA SABIR" userId="cdfba985-6cea-425f-a12a-4b4fa79fe82d" providerId="ADAL" clId="{08D87344-3071-4EEE-A5AF-7B6909F2EC6B}" dt="2025-04-12T07:20:36.415" v="412" actId="208"/>
          <ac:picMkLst>
            <pc:docMk/>
            <pc:sldMk cId="2675809859" sldId="328"/>
            <ac:picMk id="14" creationId="{6B69B64C-18F9-ACF9-3B84-D497DDFB0F73}"/>
          </ac:picMkLst>
        </pc:picChg>
      </pc:sldChg>
      <pc:sldChg chg="del">
        <pc:chgData name="(FA21-RCS-015) LAIBA SABIR" userId="cdfba985-6cea-425f-a12a-4b4fa79fe82d" providerId="ADAL" clId="{08D87344-3071-4EEE-A5AF-7B6909F2EC6B}" dt="2025-04-11T07:34:32.340" v="27" actId="47"/>
        <pc:sldMkLst>
          <pc:docMk/>
          <pc:sldMk cId="3758744835" sldId="328"/>
        </pc:sldMkLst>
      </pc:sldChg>
      <pc:sldChg chg="addSp delSp modSp new del mod">
        <pc:chgData name="(FA21-RCS-015) LAIBA SABIR" userId="cdfba985-6cea-425f-a12a-4b4fa79fe82d" providerId="ADAL" clId="{08D87344-3071-4EEE-A5AF-7B6909F2EC6B}" dt="2025-04-12T07:28:42.398" v="535" actId="47"/>
        <pc:sldMkLst>
          <pc:docMk/>
          <pc:sldMk cId="131863271" sldId="329"/>
        </pc:sldMkLst>
        <pc:spChg chg="mod">
          <ac:chgData name="(FA21-RCS-015) LAIBA SABIR" userId="cdfba985-6cea-425f-a12a-4b4fa79fe82d" providerId="ADAL" clId="{08D87344-3071-4EEE-A5AF-7B6909F2EC6B}" dt="2025-04-12T07:27:50.889" v="515" actId="20577"/>
          <ac:spMkLst>
            <pc:docMk/>
            <pc:sldMk cId="131863271" sldId="329"/>
            <ac:spMk id="2" creationId="{24A570A9-F175-D430-3D3C-04BAA6F3BEB1}"/>
          </ac:spMkLst>
        </pc:spChg>
        <pc:spChg chg="add mod">
          <ac:chgData name="(FA21-RCS-015) LAIBA SABIR" userId="cdfba985-6cea-425f-a12a-4b4fa79fe82d" providerId="ADAL" clId="{08D87344-3071-4EEE-A5AF-7B6909F2EC6B}" dt="2025-04-12T07:26:41.622" v="496" actId="1076"/>
          <ac:spMkLst>
            <pc:docMk/>
            <pc:sldMk cId="131863271" sldId="329"/>
            <ac:spMk id="18" creationId="{97D1CA88-D29B-0F3A-BE6C-80B3659F6BCF}"/>
          </ac:spMkLst>
        </pc:spChg>
        <pc:spChg chg="add mod">
          <ac:chgData name="(FA21-RCS-015) LAIBA SABIR" userId="cdfba985-6cea-425f-a12a-4b4fa79fe82d" providerId="ADAL" clId="{08D87344-3071-4EEE-A5AF-7B6909F2EC6B}" dt="2025-04-12T07:27:01.519" v="499"/>
          <ac:spMkLst>
            <pc:docMk/>
            <pc:sldMk cId="131863271" sldId="329"/>
            <ac:spMk id="19" creationId="{5103C39F-0F44-640F-C782-55C982E4DFAA}"/>
          </ac:spMkLst>
        </pc:spChg>
        <pc:grpChg chg="add del mod">
          <ac:chgData name="(FA21-RCS-015) LAIBA SABIR" userId="cdfba985-6cea-425f-a12a-4b4fa79fe82d" providerId="ADAL" clId="{08D87344-3071-4EEE-A5AF-7B6909F2EC6B}" dt="2025-04-12T07:25:23.446" v="482" actId="478"/>
          <ac:grpSpMkLst>
            <pc:docMk/>
            <pc:sldMk cId="131863271" sldId="329"/>
            <ac:grpSpMk id="7" creationId="{70BAE703-57C7-4A38-3BAA-AB62ECFD05E2}"/>
          </ac:grpSpMkLst>
        </pc:grpChg>
        <pc:grpChg chg="add mod">
          <ac:chgData name="(FA21-RCS-015) LAIBA SABIR" userId="cdfba985-6cea-425f-a12a-4b4fa79fe82d" providerId="ADAL" clId="{08D87344-3071-4EEE-A5AF-7B6909F2EC6B}" dt="2025-04-12T07:26:18.957" v="492" actId="1076"/>
          <ac:grpSpMkLst>
            <pc:docMk/>
            <pc:sldMk cId="131863271" sldId="329"/>
            <ac:grpSpMk id="12" creationId="{0D5C7B17-3C4A-FF9B-3A0C-24C461B9A43B}"/>
          </ac:grpSpMkLst>
        </pc:grpChg>
        <pc:grpChg chg="add mod">
          <ac:chgData name="(FA21-RCS-015) LAIBA SABIR" userId="cdfba985-6cea-425f-a12a-4b4fa79fe82d" providerId="ADAL" clId="{08D87344-3071-4EEE-A5AF-7B6909F2EC6B}" dt="2025-04-12T07:26:22.250" v="493" actId="1076"/>
          <ac:grpSpMkLst>
            <pc:docMk/>
            <pc:sldMk cId="131863271" sldId="329"/>
            <ac:grpSpMk id="17" creationId="{48662E4B-DDDE-BC02-2B6E-ED32FECB29C6}"/>
          </ac:grpSpMkLst>
        </pc:grpChg>
        <pc:picChg chg="add mod">
          <ac:chgData name="(FA21-RCS-015) LAIBA SABIR" userId="cdfba985-6cea-425f-a12a-4b4fa79fe82d" providerId="ADAL" clId="{08D87344-3071-4EEE-A5AF-7B6909F2EC6B}" dt="2025-04-12T07:24:34.184" v="473" actId="14100"/>
          <ac:picMkLst>
            <pc:docMk/>
            <pc:sldMk cId="131863271" sldId="329"/>
            <ac:picMk id="4" creationId="{EF482D98-5F33-586E-E560-E6CD4DC808F9}"/>
          </ac:picMkLst>
        </pc:picChg>
        <pc:picChg chg="add mod modCrop">
          <ac:chgData name="(FA21-RCS-015) LAIBA SABIR" userId="cdfba985-6cea-425f-a12a-4b4fa79fe82d" providerId="ADAL" clId="{08D87344-3071-4EEE-A5AF-7B6909F2EC6B}" dt="2025-04-12T07:24:30.083" v="472" actId="208"/>
          <ac:picMkLst>
            <pc:docMk/>
            <pc:sldMk cId="131863271" sldId="329"/>
            <ac:picMk id="6" creationId="{2A63315E-63B9-027E-1916-11EC856DB9D2}"/>
          </ac:picMkLst>
        </pc:picChg>
        <pc:picChg chg="add mod modCrop">
          <ac:chgData name="(FA21-RCS-015) LAIBA SABIR" userId="cdfba985-6cea-425f-a12a-4b4fa79fe82d" providerId="ADAL" clId="{08D87344-3071-4EEE-A5AF-7B6909F2EC6B}" dt="2025-04-12T07:25:21.382" v="481" actId="208"/>
          <ac:picMkLst>
            <pc:docMk/>
            <pc:sldMk cId="131863271" sldId="329"/>
            <ac:picMk id="9" creationId="{61CA92FE-AE09-F702-401B-F8C52E5D0C70}"/>
          </ac:picMkLst>
        </pc:picChg>
        <pc:picChg chg="add mod modCrop">
          <ac:chgData name="(FA21-RCS-015) LAIBA SABIR" userId="cdfba985-6cea-425f-a12a-4b4fa79fe82d" providerId="ADAL" clId="{08D87344-3071-4EEE-A5AF-7B6909F2EC6B}" dt="2025-04-12T07:25:21.382" v="481" actId="208"/>
          <ac:picMkLst>
            <pc:docMk/>
            <pc:sldMk cId="131863271" sldId="329"/>
            <ac:picMk id="11" creationId="{FBF1A31C-2F14-0900-AB8F-EB7BD508A9C8}"/>
          </ac:picMkLst>
        </pc:picChg>
        <pc:picChg chg="add mod modCrop">
          <ac:chgData name="(FA21-RCS-015) LAIBA SABIR" userId="cdfba985-6cea-425f-a12a-4b4fa79fe82d" providerId="ADAL" clId="{08D87344-3071-4EEE-A5AF-7B6909F2EC6B}" dt="2025-04-12T07:26:12.572" v="490" actId="14100"/>
          <ac:picMkLst>
            <pc:docMk/>
            <pc:sldMk cId="131863271" sldId="329"/>
            <ac:picMk id="14" creationId="{87ACADD5-D62C-053F-2097-1AAAFEA2D275}"/>
          </ac:picMkLst>
        </pc:picChg>
        <pc:picChg chg="add mod modCrop">
          <ac:chgData name="(FA21-RCS-015) LAIBA SABIR" userId="cdfba985-6cea-425f-a12a-4b4fa79fe82d" providerId="ADAL" clId="{08D87344-3071-4EEE-A5AF-7B6909F2EC6B}" dt="2025-04-12T07:26:07.438" v="489" actId="208"/>
          <ac:picMkLst>
            <pc:docMk/>
            <pc:sldMk cId="131863271" sldId="329"/>
            <ac:picMk id="16" creationId="{A564B047-81E1-AB02-F6F7-A8A9EEC8844B}"/>
          </ac:picMkLst>
        </pc:picChg>
      </pc:sldChg>
      <pc:sldChg chg="del">
        <pc:chgData name="(FA21-RCS-015) LAIBA SABIR" userId="cdfba985-6cea-425f-a12a-4b4fa79fe82d" providerId="ADAL" clId="{08D87344-3071-4EEE-A5AF-7B6909F2EC6B}" dt="2025-04-11T07:34:33.541" v="28" actId="47"/>
        <pc:sldMkLst>
          <pc:docMk/>
          <pc:sldMk cId="3074512551" sldId="329"/>
        </pc:sldMkLst>
      </pc:sldChg>
      <pc:sldChg chg="modSp new mod">
        <pc:chgData name="(FA21-RCS-015) LAIBA SABIR" userId="cdfba985-6cea-425f-a12a-4b4fa79fe82d" providerId="ADAL" clId="{08D87344-3071-4EEE-A5AF-7B6909F2EC6B}" dt="2025-04-12T10:15:03.860" v="694" actId="20577"/>
        <pc:sldMkLst>
          <pc:docMk/>
          <pc:sldMk cId="2055095116" sldId="330"/>
        </pc:sldMkLst>
        <pc:spChg chg="mod">
          <ac:chgData name="(FA21-RCS-015) LAIBA SABIR" userId="cdfba985-6cea-425f-a12a-4b4fa79fe82d" providerId="ADAL" clId="{08D87344-3071-4EEE-A5AF-7B6909F2EC6B}" dt="2025-04-12T10:15:03.860" v="694" actId="20577"/>
          <ac:spMkLst>
            <pc:docMk/>
            <pc:sldMk cId="2055095116" sldId="330"/>
            <ac:spMk id="3" creationId="{2501B9CA-12C0-2105-778C-EF1FE4CD4949}"/>
          </ac:spMkLst>
        </pc:spChg>
      </pc:sldChg>
      <pc:sldChg chg="del">
        <pc:chgData name="(FA21-RCS-015) LAIBA SABIR" userId="cdfba985-6cea-425f-a12a-4b4fa79fe82d" providerId="ADAL" clId="{08D87344-3071-4EEE-A5AF-7B6909F2EC6B}" dt="2025-04-11T07:34:31.760" v="26" actId="47"/>
        <pc:sldMkLst>
          <pc:docMk/>
          <pc:sldMk cId="3935378200" sldId="330"/>
        </pc:sldMkLst>
      </pc:sldChg>
      <pc:sldChg chg="del">
        <pc:chgData name="(FA21-RCS-015) LAIBA SABIR" userId="cdfba985-6cea-425f-a12a-4b4fa79fe82d" providerId="ADAL" clId="{08D87344-3071-4EEE-A5AF-7B6909F2EC6B}" dt="2025-04-11T07:34:00.866" v="15" actId="47"/>
        <pc:sldMkLst>
          <pc:docMk/>
          <pc:sldMk cId="255707542" sldId="331"/>
        </pc:sldMkLst>
      </pc:sldChg>
      <pc:sldChg chg="del">
        <pc:chgData name="(FA21-RCS-015) LAIBA SABIR" userId="cdfba985-6cea-425f-a12a-4b4fa79fe82d" providerId="ADAL" clId="{08D87344-3071-4EEE-A5AF-7B6909F2EC6B}" dt="2025-04-11T07:34:34.564" v="29" actId="47"/>
        <pc:sldMkLst>
          <pc:docMk/>
          <pc:sldMk cId="3784497844" sldId="332"/>
        </pc:sldMkLst>
      </pc:sldChg>
      <pc:sldChg chg="del">
        <pc:chgData name="(FA21-RCS-015) LAIBA SABIR" userId="cdfba985-6cea-425f-a12a-4b4fa79fe82d" providerId="ADAL" clId="{08D87344-3071-4EEE-A5AF-7B6909F2EC6B}" dt="2025-04-11T07:34:36.595" v="30" actId="47"/>
        <pc:sldMkLst>
          <pc:docMk/>
          <pc:sldMk cId="3020752115" sldId="333"/>
        </pc:sldMkLst>
      </pc:sldChg>
      <pc:sldChg chg="del">
        <pc:chgData name="(FA21-RCS-015) LAIBA SABIR" userId="cdfba985-6cea-425f-a12a-4b4fa79fe82d" providerId="ADAL" clId="{08D87344-3071-4EEE-A5AF-7B6909F2EC6B}" dt="2025-04-11T07:34:37.092" v="31" actId="47"/>
        <pc:sldMkLst>
          <pc:docMk/>
          <pc:sldMk cId="2021230547" sldId="334"/>
        </pc:sldMkLst>
      </pc:sldChg>
      <pc:sldChg chg="del">
        <pc:chgData name="(FA21-RCS-015) LAIBA SABIR" userId="cdfba985-6cea-425f-a12a-4b4fa79fe82d" providerId="ADAL" clId="{08D87344-3071-4EEE-A5AF-7B6909F2EC6B}" dt="2025-04-11T07:34:38.054" v="32" actId="47"/>
        <pc:sldMkLst>
          <pc:docMk/>
          <pc:sldMk cId="197597208" sldId="335"/>
        </pc:sldMkLst>
      </pc:sldChg>
      <pc:sldChg chg="del">
        <pc:chgData name="(FA21-RCS-015) LAIBA SABIR" userId="cdfba985-6cea-425f-a12a-4b4fa79fe82d" providerId="ADAL" clId="{08D87344-3071-4EEE-A5AF-7B6909F2EC6B}" dt="2025-04-11T07:34:39.762" v="33" actId="47"/>
        <pc:sldMkLst>
          <pc:docMk/>
          <pc:sldMk cId="4020147259" sldId="336"/>
        </pc:sldMkLst>
      </pc:sldChg>
      <pc:sldChg chg="del">
        <pc:chgData name="(FA21-RCS-015) LAIBA SABIR" userId="cdfba985-6cea-425f-a12a-4b4fa79fe82d" providerId="ADAL" clId="{08D87344-3071-4EEE-A5AF-7B6909F2EC6B}" dt="2025-04-11T07:34:40.593" v="34" actId="47"/>
        <pc:sldMkLst>
          <pc:docMk/>
          <pc:sldMk cId="1873758090" sldId="337"/>
        </pc:sldMkLst>
      </pc:sldChg>
      <pc:sldChg chg="del">
        <pc:chgData name="(FA21-RCS-015) LAIBA SABIR" userId="cdfba985-6cea-425f-a12a-4b4fa79fe82d" providerId="ADAL" clId="{08D87344-3071-4EEE-A5AF-7B6909F2EC6B}" dt="2025-04-11T07:34:41.679" v="35" actId="47"/>
        <pc:sldMkLst>
          <pc:docMk/>
          <pc:sldMk cId="3369157902" sldId="338"/>
        </pc:sldMkLst>
      </pc:sldChg>
      <pc:sldChg chg="del">
        <pc:chgData name="(FA21-RCS-015) LAIBA SABIR" userId="cdfba985-6cea-425f-a12a-4b4fa79fe82d" providerId="ADAL" clId="{08D87344-3071-4EEE-A5AF-7B6909F2EC6B}" dt="2025-04-11T07:34:44.641" v="36" actId="47"/>
        <pc:sldMkLst>
          <pc:docMk/>
          <pc:sldMk cId="1709176693" sldId="339"/>
        </pc:sldMkLst>
      </pc:sldChg>
      <pc:sldChg chg="del">
        <pc:chgData name="(FA21-RCS-015) LAIBA SABIR" userId="cdfba985-6cea-425f-a12a-4b4fa79fe82d" providerId="ADAL" clId="{08D87344-3071-4EEE-A5AF-7B6909F2EC6B}" dt="2025-04-11T07:34:45.501" v="37" actId="47"/>
        <pc:sldMkLst>
          <pc:docMk/>
          <pc:sldMk cId="684356093" sldId="340"/>
        </pc:sldMkLst>
      </pc:sldChg>
      <pc:sldChg chg="del">
        <pc:chgData name="(FA21-RCS-015) LAIBA SABIR" userId="cdfba985-6cea-425f-a12a-4b4fa79fe82d" providerId="ADAL" clId="{08D87344-3071-4EEE-A5AF-7B6909F2EC6B}" dt="2025-04-11T07:34:47.637" v="38" actId="47"/>
        <pc:sldMkLst>
          <pc:docMk/>
          <pc:sldMk cId="2860454572" sldId="341"/>
        </pc:sldMkLst>
      </pc:sldChg>
      <pc:sldChg chg="del">
        <pc:chgData name="(FA21-RCS-015) LAIBA SABIR" userId="cdfba985-6cea-425f-a12a-4b4fa79fe82d" providerId="ADAL" clId="{08D87344-3071-4EEE-A5AF-7B6909F2EC6B}" dt="2025-04-11T07:34:51.166" v="39" actId="47"/>
        <pc:sldMkLst>
          <pc:docMk/>
          <pc:sldMk cId="3308135764" sldId="34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9273E5-8709-4644-85B4-FDC774870DBB}" type="doc">
      <dgm:prSet loTypeId="urn:microsoft.com/office/officeart/2011/layout/CircleProcess" loCatId="process" qsTypeId="urn:microsoft.com/office/officeart/2005/8/quickstyle/simple1" qsCatId="simple" csTypeId="urn:microsoft.com/office/officeart/2005/8/colors/colorful4" csCatId="colorful" phldr="1"/>
      <dgm:spPr/>
      <dgm:t>
        <a:bodyPr/>
        <a:lstStyle/>
        <a:p>
          <a:endParaRPr lang="x-none"/>
        </a:p>
      </dgm:t>
    </dgm:pt>
    <dgm:pt modelId="{8D42B1B8-BD76-44BF-A74B-A9DD292FC7B5}">
      <dgm:prSet phldrT="[Text]" custT="1"/>
      <dgm:spPr/>
      <dgm:t>
        <a:bodyPr lIns="0" tIns="0" rIns="0" bIns="0"/>
        <a:lstStyle/>
        <a:p>
          <a:r>
            <a:rPr lang="en-US" sz="1400" dirty="0"/>
            <a:t>Cleansing</a:t>
          </a:r>
          <a:endParaRPr lang="x-none" sz="1400" dirty="0"/>
        </a:p>
      </dgm:t>
    </dgm:pt>
    <dgm:pt modelId="{74C4E445-B83F-4D9D-B172-9AA132E77E5D}" type="parTrans" cxnId="{AD87F419-F97D-4564-A916-65ECAFCEE6C7}">
      <dgm:prSet/>
      <dgm:spPr/>
      <dgm:t>
        <a:bodyPr/>
        <a:lstStyle/>
        <a:p>
          <a:endParaRPr lang="x-none"/>
        </a:p>
      </dgm:t>
    </dgm:pt>
    <dgm:pt modelId="{77DC68ED-8D14-44BA-8886-7AC3DF60530B}" type="sibTrans" cxnId="{AD87F419-F97D-4564-A916-65ECAFCEE6C7}">
      <dgm:prSet/>
      <dgm:spPr/>
      <dgm:t>
        <a:bodyPr/>
        <a:lstStyle/>
        <a:p>
          <a:endParaRPr lang="x-none"/>
        </a:p>
      </dgm:t>
    </dgm:pt>
    <dgm:pt modelId="{5E17B5FA-A9FE-4416-AAB6-881ADC4C6F8A}">
      <dgm:prSet phldrT="[Text]" custT="1"/>
      <dgm:spPr/>
      <dgm:t>
        <a:bodyPr lIns="0" tIns="0" rIns="0" bIns="0"/>
        <a:lstStyle/>
        <a:p>
          <a:r>
            <a:rPr lang="en-US" sz="1400" dirty="0"/>
            <a:t>Reduction</a:t>
          </a:r>
          <a:endParaRPr lang="x-none" sz="1400" dirty="0"/>
        </a:p>
      </dgm:t>
    </dgm:pt>
    <dgm:pt modelId="{FE54A7BB-A149-48F7-B374-957A63A23159}" type="parTrans" cxnId="{98D9DEBB-613E-4519-858D-46A97C6C9122}">
      <dgm:prSet/>
      <dgm:spPr/>
      <dgm:t>
        <a:bodyPr/>
        <a:lstStyle/>
        <a:p>
          <a:endParaRPr lang="x-none"/>
        </a:p>
      </dgm:t>
    </dgm:pt>
    <dgm:pt modelId="{4A42AE58-22E2-4598-A9E2-44EB6B36D64A}" type="sibTrans" cxnId="{98D9DEBB-613E-4519-858D-46A97C6C9122}">
      <dgm:prSet/>
      <dgm:spPr/>
      <dgm:t>
        <a:bodyPr/>
        <a:lstStyle/>
        <a:p>
          <a:endParaRPr lang="x-none"/>
        </a:p>
      </dgm:t>
    </dgm:pt>
    <dgm:pt modelId="{A32C3766-EC3C-40A7-A99B-887C22F99E2B}">
      <dgm:prSet phldrT="[Text]" custT="1"/>
      <dgm:spPr/>
      <dgm:t>
        <a:bodyPr lIns="0" tIns="0" rIns="0" bIns="0"/>
        <a:lstStyle/>
        <a:p>
          <a:r>
            <a:rPr lang="en-US" sz="1400" dirty="0"/>
            <a:t>Transformation</a:t>
          </a:r>
          <a:endParaRPr lang="x-none" sz="1400" dirty="0"/>
        </a:p>
      </dgm:t>
    </dgm:pt>
    <dgm:pt modelId="{EEC5599F-B9CD-484A-9CDA-13868D14F747}" type="parTrans" cxnId="{401EDC30-AF49-4306-95C2-2B2C347DAA1A}">
      <dgm:prSet/>
      <dgm:spPr/>
      <dgm:t>
        <a:bodyPr/>
        <a:lstStyle/>
        <a:p>
          <a:endParaRPr lang="x-none"/>
        </a:p>
      </dgm:t>
    </dgm:pt>
    <dgm:pt modelId="{6922E6BC-FA68-4CAB-A2C5-2E2475F19BEB}" type="sibTrans" cxnId="{401EDC30-AF49-4306-95C2-2B2C347DAA1A}">
      <dgm:prSet/>
      <dgm:spPr/>
      <dgm:t>
        <a:bodyPr/>
        <a:lstStyle/>
        <a:p>
          <a:endParaRPr lang="x-none"/>
        </a:p>
      </dgm:t>
    </dgm:pt>
    <dgm:pt modelId="{262FA983-A3FE-4C20-B40A-EADC31C47395}">
      <dgm:prSet phldrT="[Text]" custT="1"/>
      <dgm:spPr/>
      <dgm:t>
        <a:bodyPr lIns="0" tIns="0" rIns="0" bIns="0"/>
        <a:lstStyle/>
        <a:p>
          <a:r>
            <a:rPr lang="en-US" sz="1400" dirty="0"/>
            <a:t>Enrichment</a:t>
          </a:r>
          <a:endParaRPr lang="x-none" sz="1400" dirty="0"/>
        </a:p>
      </dgm:t>
    </dgm:pt>
    <dgm:pt modelId="{E9582DA8-69F7-419A-B11E-ABBCDCDCF10A}" type="parTrans" cxnId="{4C0504CD-F0E2-4593-8B15-817F47C811A0}">
      <dgm:prSet/>
      <dgm:spPr/>
      <dgm:t>
        <a:bodyPr/>
        <a:lstStyle/>
        <a:p>
          <a:endParaRPr lang="x-none"/>
        </a:p>
      </dgm:t>
    </dgm:pt>
    <dgm:pt modelId="{C79FB0B1-4C26-4ECA-BFD8-A92FEEA79390}" type="sibTrans" cxnId="{4C0504CD-F0E2-4593-8B15-817F47C811A0}">
      <dgm:prSet/>
      <dgm:spPr/>
      <dgm:t>
        <a:bodyPr/>
        <a:lstStyle/>
        <a:p>
          <a:endParaRPr lang="x-none"/>
        </a:p>
      </dgm:t>
    </dgm:pt>
    <dgm:pt modelId="{9707A255-325B-4899-AF83-CC3D742F344B}">
      <dgm:prSet phldrT="[Text]" custT="1"/>
      <dgm:spPr/>
      <dgm:t>
        <a:bodyPr lIns="0" tIns="0" rIns="0" bIns="0"/>
        <a:lstStyle/>
        <a:p>
          <a:r>
            <a:rPr lang="en-US" sz="1400" dirty="0"/>
            <a:t>Validation</a:t>
          </a:r>
          <a:endParaRPr lang="x-none" sz="1400" dirty="0"/>
        </a:p>
      </dgm:t>
    </dgm:pt>
    <dgm:pt modelId="{43F08011-FA2F-4068-8D1F-E7B1B9D998B9}" type="parTrans" cxnId="{4D845EEA-C162-47B6-9D27-8E0D4EB20214}">
      <dgm:prSet/>
      <dgm:spPr/>
      <dgm:t>
        <a:bodyPr/>
        <a:lstStyle/>
        <a:p>
          <a:endParaRPr lang="x-none"/>
        </a:p>
      </dgm:t>
    </dgm:pt>
    <dgm:pt modelId="{157A0C9A-2ECF-4481-812E-EE1DBBAA996D}" type="sibTrans" cxnId="{4D845EEA-C162-47B6-9D27-8E0D4EB20214}">
      <dgm:prSet/>
      <dgm:spPr/>
      <dgm:t>
        <a:bodyPr/>
        <a:lstStyle/>
        <a:p>
          <a:endParaRPr lang="x-none"/>
        </a:p>
      </dgm:t>
    </dgm:pt>
    <dgm:pt modelId="{5237A1AD-5A91-4C7E-AB69-7FCCCD9D48FD}" type="pres">
      <dgm:prSet presAssocID="{669273E5-8709-4644-85B4-FDC774870DBB}" presName="Name0" presStyleCnt="0">
        <dgm:presLayoutVars>
          <dgm:chMax val="11"/>
          <dgm:chPref val="11"/>
          <dgm:dir/>
          <dgm:resizeHandles/>
        </dgm:presLayoutVars>
      </dgm:prSet>
      <dgm:spPr/>
    </dgm:pt>
    <dgm:pt modelId="{1F5223C0-E7EB-4FF2-B3A9-A4B530B378A7}" type="pres">
      <dgm:prSet presAssocID="{9707A255-325B-4899-AF83-CC3D742F344B}" presName="Accent5" presStyleCnt="0"/>
      <dgm:spPr/>
    </dgm:pt>
    <dgm:pt modelId="{1C9E045E-3C26-43BA-B2B7-82E275500FAA}" type="pres">
      <dgm:prSet presAssocID="{9707A255-325B-4899-AF83-CC3D742F344B}" presName="Accent" presStyleLbl="node1" presStyleIdx="0" presStyleCnt="5"/>
      <dgm:spPr/>
    </dgm:pt>
    <dgm:pt modelId="{2450BF53-F86B-4A85-8E37-17CDE320280B}" type="pres">
      <dgm:prSet presAssocID="{9707A255-325B-4899-AF83-CC3D742F344B}" presName="ParentBackground5" presStyleCnt="0"/>
      <dgm:spPr/>
    </dgm:pt>
    <dgm:pt modelId="{73304489-959B-4C72-AAA5-901C74049F17}" type="pres">
      <dgm:prSet presAssocID="{9707A255-325B-4899-AF83-CC3D742F344B}" presName="ParentBackground" presStyleLbl="fgAcc1" presStyleIdx="0" presStyleCnt="5"/>
      <dgm:spPr/>
    </dgm:pt>
    <dgm:pt modelId="{0BCBF5E6-4671-443F-BD4F-F070C08E7F85}" type="pres">
      <dgm:prSet presAssocID="{9707A255-325B-4899-AF83-CC3D742F344B}" presName="Parent5" presStyleLbl="revTx" presStyleIdx="0" presStyleCnt="0">
        <dgm:presLayoutVars>
          <dgm:chMax val="1"/>
          <dgm:chPref val="1"/>
          <dgm:bulletEnabled val="1"/>
        </dgm:presLayoutVars>
      </dgm:prSet>
      <dgm:spPr/>
    </dgm:pt>
    <dgm:pt modelId="{EA240231-B47A-4DB4-962A-04D1052236F4}" type="pres">
      <dgm:prSet presAssocID="{262FA983-A3FE-4C20-B40A-EADC31C47395}" presName="Accent4" presStyleCnt="0"/>
      <dgm:spPr/>
    </dgm:pt>
    <dgm:pt modelId="{78DE3CA3-A5DF-49A1-B3F8-C682671CE462}" type="pres">
      <dgm:prSet presAssocID="{262FA983-A3FE-4C20-B40A-EADC31C47395}" presName="Accent" presStyleLbl="node1" presStyleIdx="1" presStyleCnt="5"/>
      <dgm:spPr/>
    </dgm:pt>
    <dgm:pt modelId="{49BEE1B8-0B4B-4543-8E73-FEB38DB86342}" type="pres">
      <dgm:prSet presAssocID="{262FA983-A3FE-4C20-B40A-EADC31C47395}" presName="ParentBackground4" presStyleCnt="0"/>
      <dgm:spPr/>
    </dgm:pt>
    <dgm:pt modelId="{6D89D101-E1F3-4ACF-AE90-048A967BDACF}" type="pres">
      <dgm:prSet presAssocID="{262FA983-A3FE-4C20-B40A-EADC31C47395}" presName="ParentBackground" presStyleLbl="fgAcc1" presStyleIdx="1" presStyleCnt="5"/>
      <dgm:spPr/>
    </dgm:pt>
    <dgm:pt modelId="{19A3928D-9C4A-45E4-AE72-BD7994B3CCAF}" type="pres">
      <dgm:prSet presAssocID="{262FA983-A3FE-4C20-B40A-EADC31C47395}" presName="Parent4" presStyleLbl="revTx" presStyleIdx="0" presStyleCnt="0">
        <dgm:presLayoutVars>
          <dgm:chMax val="1"/>
          <dgm:chPref val="1"/>
          <dgm:bulletEnabled val="1"/>
        </dgm:presLayoutVars>
      </dgm:prSet>
      <dgm:spPr/>
    </dgm:pt>
    <dgm:pt modelId="{D262BB25-0D80-4E7B-8883-8E6C928647AA}" type="pres">
      <dgm:prSet presAssocID="{A32C3766-EC3C-40A7-A99B-887C22F99E2B}" presName="Accent3" presStyleCnt="0"/>
      <dgm:spPr/>
    </dgm:pt>
    <dgm:pt modelId="{8396ED63-888F-4C26-80B5-8FF5ADA0D7B4}" type="pres">
      <dgm:prSet presAssocID="{A32C3766-EC3C-40A7-A99B-887C22F99E2B}" presName="Accent" presStyleLbl="node1" presStyleIdx="2" presStyleCnt="5"/>
      <dgm:spPr/>
    </dgm:pt>
    <dgm:pt modelId="{1B1AF508-3839-43CE-8036-8B209CD88E45}" type="pres">
      <dgm:prSet presAssocID="{A32C3766-EC3C-40A7-A99B-887C22F99E2B}" presName="ParentBackground3" presStyleCnt="0"/>
      <dgm:spPr/>
    </dgm:pt>
    <dgm:pt modelId="{54F3CF89-B93E-4B9B-A954-1BFE84FDFAA8}" type="pres">
      <dgm:prSet presAssocID="{A32C3766-EC3C-40A7-A99B-887C22F99E2B}" presName="ParentBackground" presStyleLbl="fgAcc1" presStyleIdx="2" presStyleCnt="5"/>
      <dgm:spPr/>
    </dgm:pt>
    <dgm:pt modelId="{A6CEA24E-BCA4-413F-9C55-61C9B520DCD3}" type="pres">
      <dgm:prSet presAssocID="{A32C3766-EC3C-40A7-A99B-887C22F99E2B}" presName="Parent3" presStyleLbl="revTx" presStyleIdx="0" presStyleCnt="0">
        <dgm:presLayoutVars>
          <dgm:chMax val="1"/>
          <dgm:chPref val="1"/>
          <dgm:bulletEnabled val="1"/>
        </dgm:presLayoutVars>
      </dgm:prSet>
      <dgm:spPr/>
    </dgm:pt>
    <dgm:pt modelId="{D8A923AD-2D1E-4F35-AFFC-1C3DFAA90BDB}" type="pres">
      <dgm:prSet presAssocID="{5E17B5FA-A9FE-4416-AAB6-881ADC4C6F8A}" presName="Accent2" presStyleCnt="0"/>
      <dgm:spPr/>
    </dgm:pt>
    <dgm:pt modelId="{C4D8BAB4-6A39-428A-BFDF-F876AFFDC2C6}" type="pres">
      <dgm:prSet presAssocID="{5E17B5FA-A9FE-4416-AAB6-881ADC4C6F8A}" presName="Accent" presStyleLbl="node1" presStyleIdx="3" presStyleCnt="5"/>
      <dgm:spPr/>
    </dgm:pt>
    <dgm:pt modelId="{ACD51295-C039-4720-BCB5-92F7186243B1}" type="pres">
      <dgm:prSet presAssocID="{5E17B5FA-A9FE-4416-AAB6-881ADC4C6F8A}" presName="ParentBackground2" presStyleCnt="0"/>
      <dgm:spPr/>
    </dgm:pt>
    <dgm:pt modelId="{05B6B769-1D82-4A90-AAC6-008A914B9B08}" type="pres">
      <dgm:prSet presAssocID="{5E17B5FA-A9FE-4416-AAB6-881ADC4C6F8A}" presName="ParentBackground" presStyleLbl="fgAcc1" presStyleIdx="3" presStyleCnt="5"/>
      <dgm:spPr/>
    </dgm:pt>
    <dgm:pt modelId="{28A53F93-A8BA-4294-863A-0605B222537B}" type="pres">
      <dgm:prSet presAssocID="{5E17B5FA-A9FE-4416-AAB6-881ADC4C6F8A}" presName="Parent2" presStyleLbl="revTx" presStyleIdx="0" presStyleCnt="0">
        <dgm:presLayoutVars>
          <dgm:chMax val="1"/>
          <dgm:chPref val="1"/>
          <dgm:bulletEnabled val="1"/>
        </dgm:presLayoutVars>
      </dgm:prSet>
      <dgm:spPr/>
    </dgm:pt>
    <dgm:pt modelId="{9B5E6BD2-F35A-4273-A67E-7ABFEA2D361D}" type="pres">
      <dgm:prSet presAssocID="{8D42B1B8-BD76-44BF-A74B-A9DD292FC7B5}" presName="Accent1" presStyleCnt="0"/>
      <dgm:spPr/>
    </dgm:pt>
    <dgm:pt modelId="{B17B0EA5-EE9D-4141-B952-49FB793BE4CB}" type="pres">
      <dgm:prSet presAssocID="{8D42B1B8-BD76-44BF-A74B-A9DD292FC7B5}" presName="Accent" presStyleLbl="node1" presStyleIdx="4" presStyleCnt="5"/>
      <dgm:spPr/>
    </dgm:pt>
    <dgm:pt modelId="{C15DA4D1-9644-4A90-A196-91F33E20C317}" type="pres">
      <dgm:prSet presAssocID="{8D42B1B8-BD76-44BF-A74B-A9DD292FC7B5}" presName="ParentBackground1" presStyleCnt="0"/>
      <dgm:spPr/>
    </dgm:pt>
    <dgm:pt modelId="{21385CEF-1F00-45D9-AE83-ED6B3034B7D2}" type="pres">
      <dgm:prSet presAssocID="{8D42B1B8-BD76-44BF-A74B-A9DD292FC7B5}" presName="ParentBackground" presStyleLbl="fgAcc1" presStyleIdx="4" presStyleCnt="5"/>
      <dgm:spPr/>
    </dgm:pt>
    <dgm:pt modelId="{D9E6920E-4C55-477A-8BD5-ACA8BC254CD7}" type="pres">
      <dgm:prSet presAssocID="{8D42B1B8-BD76-44BF-A74B-A9DD292FC7B5}" presName="Parent1" presStyleLbl="revTx" presStyleIdx="0" presStyleCnt="0">
        <dgm:presLayoutVars>
          <dgm:chMax val="1"/>
          <dgm:chPref val="1"/>
          <dgm:bulletEnabled val="1"/>
        </dgm:presLayoutVars>
      </dgm:prSet>
      <dgm:spPr/>
    </dgm:pt>
  </dgm:ptLst>
  <dgm:cxnLst>
    <dgm:cxn modelId="{BACC9B01-8F0B-476F-8991-438516C6D05C}" type="presOf" srcId="{A32C3766-EC3C-40A7-A99B-887C22F99E2B}" destId="{54F3CF89-B93E-4B9B-A954-1BFE84FDFAA8}" srcOrd="0" destOrd="0" presId="urn:microsoft.com/office/officeart/2011/layout/CircleProcess"/>
    <dgm:cxn modelId="{BF4A9D02-23DF-4CD8-9379-1EE0AA5DEDC8}" type="presOf" srcId="{262FA983-A3FE-4C20-B40A-EADC31C47395}" destId="{6D89D101-E1F3-4ACF-AE90-048A967BDACF}" srcOrd="0" destOrd="0" presId="urn:microsoft.com/office/officeart/2011/layout/CircleProcess"/>
    <dgm:cxn modelId="{AD87F419-F97D-4564-A916-65ECAFCEE6C7}" srcId="{669273E5-8709-4644-85B4-FDC774870DBB}" destId="{8D42B1B8-BD76-44BF-A74B-A9DD292FC7B5}" srcOrd="0" destOrd="0" parTransId="{74C4E445-B83F-4D9D-B172-9AA132E77E5D}" sibTransId="{77DC68ED-8D14-44BA-8886-7AC3DF60530B}"/>
    <dgm:cxn modelId="{401EDC30-AF49-4306-95C2-2B2C347DAA1A}" srcId="{669273E5-8709-4644-85B4-FDC774870DBB}" destId="{A32C3766-EC3C-40A7-A99B-887C22F99E2B}" srcOrd="2" destOrd="0" parTransId="{EEC5599F-B9CD-484A-9CDA-13868D14F747}" sibTransId="{6922E6BC-FA68-4CAB-A2C5-2E2475F19BEB}"/>
    <dgm:cxn modelId="{2C70CC49-AF46-4E0B-9516-115AD44A7803}" type="presOf" srcId="{9707A255-325B-4899-AF83-CC3D742F344B}" destId="{73304489-959B-4C72-AAA5-901C74049F17}" srcOrd="0" destOrd="0" presId="urn:microsoft.com/office/officeart/2011/layout/CircleProcess"/>
    <dgm:cxn modelId="{F3F1DC85-605F-4A45-818B-52342F39E84E}" type="presOf" srcId="{8D42B1B8-BD76-44BF-A74B-A9DD292FC7B5}" destId="{D9E6920E-4C55-477A-8BD5-ACA8BC254CD7}" srcOrd="1" destOrd="0" presId="urn:microsoft.com/office/officeart/2011/layout/CircleProcess"/>
    <dgm:cxn modelId="{21811D9A-4F7D-4E33-9ABA-AD4A1E7B8CA8}" type="presOf" srcId="{669273E5-8709-4644-85B4-FDC774870DBB}" destId="{5237A1AD-5A91-4C7E-AB69-7FCCCD9D48FD}" srcOrd="0" destOrd="0" presId="urn:microsoft.com/office/officeart/2011/layout/CircleProcess"/>
    <dgm:cxn modelId="{98D9DEBB-613E-4519-858D-46A97C6C9122}" srcId="{669273E5-8709-4644-85B4-FDC774870DBB}" destId="{5E17B5FA-A9FE-4416-AAB6-881ADC4C6F8A}" srcOrd="1" destOrd="0" parTransId="{FE54A7BB-A149-48F7-B374-957A63A23159}" sibTransId="{4A42AE58-22E2-4598-A9E2-44EB6B36D64A}"/>
    <dgm:cxn modelId="{4A1024BE-0E32-4E72-9406-9C38E15255A0}" type="presOf" srcId="{8D42B1B8-BD76-44BF-A74B-A9DD292FC7B5}" destId="{21385CEF-1F00-45D9-AE83-ED6B3034B7D2}" srcOrd="0" destOrd="0" presId="urn:microsoft.com/office/officeart/2011/layout/CircleProcess"/>
    <dgm:cxn modelId="{E6347DC3-0829-4710-A191-1985AC0C84CC}" type="presOf" srcId="{262FA983-A3FE-4C20-B40A-EADC31C47395}" destId="{19A3928D-9C4A-45E4-AE72-BD7994B3CCAF}" srcOrd="1" destOrd="0" presId="urn:microsoft.com/office/officeart/2011/layout/CircleProcess"/>
    <dgm:cxn modelId="{4C0504CD-F0E2-4593-8B15-817F47C811A0}" srcId="{669273E5-8709-4644-85B4-FDC774870DBB}" destId="{262FA983-A3FE-4C20-B40A-EADC31C47395}" srcOrd="3" destOrd="0" parTransId="{E9582DA8-69F7-419A-B11E-ABBCDCDCF10A}" sibTransId="{C79FB0B1-4C26-4ECA-BFD8-A92FEEA79390}"/>
    <dgm:cxn modelId="{197FA0D2-E15C-483F-8C4D-74E1ED0F529D}" type="presOf" srcId="{A32C3766-EC3C-40A7-A99B-887C22F99E2B}" destId="{A6CEA24E-BCA4-413F-9C55-61C9B520DCD3}" srcOrd="1" destOrd="0" presId="urn:microsoft.com/office/officeart/2011/layout/CircleProcess"/>
    <dgm:cxn modelId="{1DDA99E5-94F6-43B2-9B29-ACCE9E538BDC}" type="presOf" srcId="{5E17B5FA-A9FE-4416-AAB6-881ADC4C6F8A}" destId="{28A53F93-A8BA-4294-863A-0605B222537B}" srcOrd="1" destOrd="0" presId="urn:microsoft.com/office/officeart/2011/layout/CircleProcess"/>
    <dgm:cxn modelId="{8A742CE8-7A5B-4FB5-8D29-D9553CD20523}" type="presOf" srcId="{9707A255-325B-4899-AF83-CC3D742F344B}" destId="{0BCBF5E6-4671-443F-BD4F-F070C08E7F85}" srcOrd="1" destOrd="0" presId="urn:microsoft.com/office/officeart/2011/layout/CircleProcess"/>
    <dgm:cxn modelId="{4D845EEA-C162-47B6-9D27-8E0D4EB20214}" srcId="{669273E5-8709-4644-85B4-FDC774870DBB}" destId="{9707A255-325B-4899-AF83-CC3D742F344B}" srcOrd="4" destOrd="0" parTransId="{43F08011-FA2F-4068-8D1F-E7B1B9D998B9}" sibTransId="{157A0C9A-2ECF-4481-812E-EE1DBBAA996D}"/>
    <dgm:cxn modelId="{BA584AF3-0541-4E2E-B14D-FEEED4B20833}" type="presOf" srcId="{5E17B5FA-A9FE-4416-AAB6-881ADC4C6F8A}" destId="{05B6B769-1D82-4A90-AAC6-008A914B9B08}" srcOrd="0" destOrd="0" presId="urn:microsoft.com/office/officeart/2011/layout/CircleProcess"/>
    <dgm:cxn modelId="{276895D8-21F4-4A67-8026-6262CC2A37FC}" type="presParOf" srcId="{5237A1AD-5A91-4C7E-AB69-7FCCCD9D48FD}" destId="{1F5223C0-E7EB-4FF2-B3A9-A4B530B378A7}" srcOrd="0" destOrd="0" presId="urn:microsoft.com/office/officeart/2011/layout/CircleProcess"/>
    <dgm:cxn modelId="{EB8A554A-7267-4C33-BE14-53B5C250A8A3}" type="presParOf" srcId="{1F5223C0-E7EB-4FF2-B3A9-A4B530B378A7}" destId="{1C9E045E-3C26-43BA-B2B7-82E275500FAA}" srcOrd="0" destOrd="0" presId="urn:microsoft.com/office/officeart/2011/layout/CircleProcess"/>
    <dgm:cxn modelId="{8B07C640-79D0-479A-BCA0-D5169FE82F59}" type="presParOf" srcId="{5237A1AD-5A91-4C7E-AB69-7FCCCD9D48FD}" destId="{2450BF53-F86B-4A85-8E37-17CDE320280B}" srcOrd="1" destOrd="0" presId="urn:microsoft.com/office/officeart/2011/layout/CircleProcess"/>
    <dgm:cxn modelId="{18D8C36B-E6B9-4E4F-9392-97E9DB0D1759}" type="presParOf" srcId="{2450BF53-F86B-4A85-8E37-17CDE320280B}" destId="{73304489-959B-4C72-AAA5-901C74049F17}" srcOrd="0" destOrd="0" presId="urn:microsoft.com/office/officeart/2011/layout/CircleProcess"/>
    <dgm:cxn modelId="{DDFA9314-5882-4643-8113-AE45033109A2}" type="presParOf" srcId="{5237A1AD-5A91-4C7E-AB69-7FCCCD9D48FD}" destId="{0BCBF5E6-4671-443F-BD4F-F070C08E7F85}" srcOrd="2" destOrd="0" presId="urn:microsoft.com/office/officeart/2011/layout/CircleProcess"/>
    <dgm:cxn modelId="{A48907C6-74B9-4EDD-8969-1E10C39E501F}" type="presParOf" srcId="{5237A1AD-5A91-4C7E-AB69-7FCCCD9D48FD}" destId="{EA240231-B47A-4DB4-962A-04D1052236F4}" srcOrd="3" destOrd="0" presId="urn:microsoft.com/office/officeart/2011/layout/CircleProcess"/>
    <dgm:cxn modelId="{397F51A3-80EF-4ABB-BE61-A2EF98F8AC0C}" type="presParOf" srcId="{EA240231-B47A-4DB4-962A-04D1052236F4}" destId="{78DE3CA3-A5DF-49A1-B3F8-C682671CE462}" srcOrd="0" destOrd="0" presId="urn:microsoft.com/office/officeart/2011/layout/CircleProcess"/>
    <dgm:cxn modelId="{A6C3AB02-DB02-4B74-9B07-CA55379CE99D}" type="presParOf" srcId="{5237A1AD-5A91-4C7E-AB69-7FCCCD9D48FD}" destId="{49BEE1B8-0B4B-4543-8E73-FEB38DB86342}" srcOrd="4" destOrd="0" presId="urn:microsoft.com/office/officeart/2011/layout/CircleProcess"/>
    <dgm:cxn modelId="{BC2857A5-83F9-4D5C-8985-AC4E554E2C8A}" type="presParOf" srcId="{49BEE1B8-0B4B-4543-8E73-FEB38DB86342}" destId="{6D89D101-E1F3-4ACF-AE90-048A967BDACF}" srcOrd="0" destOrd="0" presId="urn:microsoft.com/office/officeart/2011/layout/CircleProcess"/>
    <dgm:cxn modelId="{66C312CB-436F-4032-93B8-B4D878BA842D}" type="presParOf" srcId="{5237A1AD-5A91-4C7E-AB69-7FCCCD9D48FD}" destId="{19A3928D-9C4A-45E4-AE72-BD7994B3CCAF}" srcOrd="5" destOrd="0" presId="urn:microsoft.com/office/officeart/2011/layout/CircleProcess"/>
    <dgm:cxn modelId="{09013A58-DA53-4574-9294-55AA715C3D82}" type="presParOf" srcId="{5237A1AD-5A91-4C7E-AB69-7FCCCD9D48FD}" destId="{D262BB25-0D80-4E7B-8883-8E6C928647AA}" srcOrd="6" destOrd="0" presId="urn:microsoft.com/office/officeart/2011/layout/CircleProcess"/>
    <dgm:cxn modelId="{6A283DC3-A414-4EDA-981B-4BA015E4174F}" type="presParOf" srcId="{D262BB25-0D80-4E7B-8883-8E6C928647AA}" destId="{8396ED63-888F-4C26-80B5-8FF5ADA0D7B4}" srcOrd="0" destOrd="0" presId="urn:microsoft.com/office/officeart/2011/layout/CircleProcess"/>
    <dgm:cxn modelId="{8BD14162-3CB6-47AD-B5EE-226E645169B3}" type="presParOf" srcId="{5237A1AD-5A91-4C7E-AB69-7FCCCD9D48FD}" destId="{1B1AF508-3839-43CE-8036-8B209CD88E45}" srcOrd="7" destOrd="0" presId="urn:microsoft.com/office/officeart/2011/layout/CircleProcess"/>
    <dgm:cxn modelId="{7862F57D-034F-4112-8E50-01B5623C2625}" type="presParOf" srcId="{1B1AF508-3839-43CE-8036-8B209CD88E45}" destId="{54F3CF89-B93E-4B9B-A954-1BFE84FDFAA8}" srcOrd="0" destOrd="0" presId="urn:microsoft.com/office/officeart/2011/layout/CircleProcess"/>
    <dgm:cxn modelId="{1A621322-2C52-40E4-BB16-1BA29C3AE3E1}" type="presParOf" srcId="{5237A1AD-5A91-4C7E-AB69-7FCCCD9D48FD}" destId="{A6CEA24E-BCA4-413F-9C55-61C9B520DCD3}" srcOrd="8" destOrd="0" presId="urn:microsoft.com/office/officeart/2011/layout/CircleProcess"/>
    <dgm:cxn modelId="{D96D8631-93B6-405A-8D9F-D1DDAC8994BC}" type="presParOf" srcId="{5237A1AD-5A91-4C7E-AB69-7FCCCD9D48FD}" destId="{D8A923AD-2D1E-4F35-AFFC-1C3DFAA90BDB}" srcOrd="9" destOrd="0" presId="urn:microsoft.com/office/officeart/2011/layout/CircleProcess"/>
    <dgm:cxn modelId="{7D1E4226-0DFE-4862-873F-62C6F44308D1}" type="presParOf" srcId="{D8A923AD-2D1E-4F35-AFFC-1C3DFAA90BDB}" destId="{C4D8BAB4-6A39-428A-BFDF-F876AFFDC2C6}" srcOrd="0" destOrd="0" presId="urn:microsoft.com/office/officeart/2011/layout/CircleProcess"/>
    <dgm:cxn modelId="{A8309DA0-5CFA-44B9-9015-C1CE7244E780}" type="presParOf" srcId="{5237A1AD-5A91-4C7E-AB69-7FCCCD9D48FD}" destId="{ACD51295-C039-4720-BCB5-92F7186243B1}" srcOrd="10" destOrd="0" presId="urn:microsoft.com/office/officeart/2011/layout/CircleProcess"/>
    <dgm:cxn modelId="{190B5E02-47C0-48F8-A8CD-0080E616792B}" type="presParOf" srcId="{ACD51295-C039-4720-BCB5-92F7186243B1}" destId="{05B6B769-1D82-4A90-AAC6-008A914B9B08}" srcOrd="0" destOrd="0" presId="urn:microsoft.com/office/officeart/2011/layout/CircleProcess"/>
    <dgm:cxn modelId="{85C58F6E-EE0B-42C6-82CD-C9FA8B056BFC}" type="presParOf" srcId="{5237A1AD-5A91-4C7E-AB69-7FCCCD9D48FD}" destId="{28A53F93-A8BA-4294-863A-0605B222537B}" srcOrd="11" destOrd="0" presId="urn:microsoft.com/office/officeart/2011/layout/CircleProcess"/>
    <dgm:cxn modelId="{E619BCB3-0D4F-4034-BDDB-8417FEE90577}" type="presParOf" srcId="{5237A1AD-5A91-4C7E-AB69-7FCCCD9D48FD}" destId="{9B5E6BD2-F35A-4273-A67E-7ABFEA2D361D}" srcOrd="12" destOrd="0" presId="urn:microsoft.com/office/officeart/2011/layout/CircleProcess"/>
    <dgm:cxn modelId="{4C397B7B-CB72-42C3-AF11-AC6BE378B48C}" type="presParOf" srcId="{9B5E6BD2-F35A-4273-A67E-7ABFEA2D361D}" destId="{B17B0EA5-EE9D-4141-B952-49FB793BE4CB}" srcOrd="0" destOrd="0" presId="urn:microsoft.com/office/officeart/2011/layout/CircleProcess"/>
    <dgm:cxn modelId="{3B617CA8-FF9A-41C4-BF23-C0FB90D16F80}" type="presParOf" srcId="{5237A1AD-5A91-4C7E-AB69-7FCCCD9D48FD}" destId="{C15DA4D1-9644-4A90-A196-91F33E20C317}" srcOrd="13" destOrd="0" presId="urn:microsoft.com/office/officeart/2011/layout/CircleProcess"/>
    <dgm:cxn modelId="{8F312BBD-23FC-4116-BD19-DC74262AC670}" type="presParOf" srcId="{C15DA4D1-9644-4A90-A196-91F33E20C317}" destId="{21385CEF-1F00-45D9-AE83-ED6B3034B7D2}" srcOrd="0" destOrd="0" presId="urn:microsoft.com/office/officeart/2011/layout/CircleProcess"/>
    <dgm:cxn modelId="{13B129F3-0F11-48DE-8161-46A2DB2C8D9C}" type="presParOf" srcId="{5237A1AD-5A91-4C7E-AB69-7FCCCD9D48FD}" destId="{D9E6920E-4C55-477A-8BD5-ACA8BC254CD7}" srcOrd="14"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9E045E-3C26-43BA-B2B7-82E275500FAA}">
      <dsp:nvSpPr>
        <dsp:cNvPr id="0" name=""/>
        <dsp:cNvSpPr/>
      </dsp:nvSpPr>
      <dsp:spPr>
        <a:xfrm>
          <a:off x="7696454" y="660669"/>
          <a:ext cx="1750135" cy="1750421"/>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304489-959B-4C72-AAA5-901C74049F17}">
      <dsp:nvSpPr>
        <dsp:cNvPr id="0" name=""/>
        <dsp:cNvSpPr/>
      </dsp:nvSpPr>
      <dsp:spPr>
        <a:xfrm>
          <a:off x="7754202" y="719027"/>
          <a:ext cx="1633707" cy="1633706"/>
        </a:xfrm>
        <a:prstGeom prst="ellipse">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Validation</a:t>
          </a:r>
          <a:endParaRPr lang="x-none" sz="1400" kern="1200" dirty="0"/>
        </a:p>
      </dsp:txBody>
      <dsp:txXfrm>
        <a:off x="7987988" y="952457"/>
        <a:ext cx="1167067" cy="1166845"/>
      </dsp:txXfrm>
    </dsp:sp>
    <dsp:sp modelId="{78DE3CA3-A5DF-49A1-B3F8-C682671CE462}">
      <dsp:nvSpPr>
        <dsp:cNvPr id="0" name=""/>
        <dsp:cNvSpPr/>
      </dsp:nvSpPr>
      <dsp:spPr>
        <a:xfrm rot="2700000">
          <a:off x="5886810" y="660760"/>
          <a:ext cx="1749932" cy="1749932"/>
        </a:xfrm>
        <a:prstGeom prst="teardrop">
          <a:avLst>
            <a:gd name="adj" fmla="val 100000"/>
          </a:avLst>
        </a:prstGeom>
        <a:solidFill>
          <a:schemeClr val="accent4">
            <a:hueOff val="2450223"/>
            <a:satOff val="-10194"/>
            <a:lumOff val="24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89D101-E1F3-4ACF-AE90-048A967BDACF}">
      <dsp:nvSpPr>
        <dsp:cNvPr id="0" name=""/>
        <dsp:cNvSpPr/>
      </dsp:nvSpPr>
      <dsp:spPr>
        <a:xfrm>
          <a:off x="5946319" y="719027"/>
          <a:ext cx="1633707" cy="1633706"/>
        </a:xfrm>
        <a:prstGeom prst="ellipse">
          <a:avLst/>
        </a:prstGeom>
        <a:solidFill>
          <a:schemeClr val="lt1">
            <a:alpha val="90000"/>
            <a:hueOff val="0"/>
            <a:satOff val="0"/>
            <a:lumOff val="0"/>
            <a:alphaOff val="0"/>
          </a:schemeClr>
        </a:solidFill>
        <a:ln w="12700" cap="flat" cmpd="sng" algn="ctr">
          <a:solidFill>
            <a:schemeClr val="accent4">
              <a:hueOff val="2450223"/>
              <a:satOff val="-10194"/>
              <a:lumOff val="24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Enrichment</a:t>
          </a:r>
          <a:endParaRPr lang="x-none" sz="1400" kern="1200" dirty="0"/>
        </a:p>
      </dsp:txBody>
      <dsp:txXfrm>
        <a:off x="6179174" y="952457"/>
        <a:ext cx="1167067" cy="1166845"/>
      </dsp:txXfrm>
    </dsp:sp>
    <dsp:sp modelId="{8396ED63-888F-4C26-80B5-8FF5ADA0D7B4}">
      <dsp:nvSpPr>
        <dsp:cNvPr id="0" name=""/>
        <dsp:cNvSpPr/>
      </dsp:nvSpPr>
      <dsp:spPr>
        <a:xfrm rot="2700000">
          <a:off x="4078926" y="660760"/>
          <a:ext cx="1749932" cy="1749932"/>
        </a:xfrm>
        <a:prstGeom prst="teardrop">
          <a:avLst>
            <a:gd name="adj" fmla="val 100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F3CF89-B93E-4B9B-A954-1BFE84FDFAA8}">
      <dsp:nvSpPr>
        <dsp:cNvPr id="0" name=""/>
        <dsp:cNvSpPr/>
      </dsp:nvSpPr>
      <dsp:spPr>
        <a:xfrm>
          <a:off x="4137505" y="719027"/>
          <a:ext cx="1633707" cy="1633706"/>
        </a:xfrm>
        <a:prstGeom prst="ellipse">
          <a:avLst/>
        </a:prstGeom>
        <a:solidFill>
          <a:schemeClr val="lt1">
            <a:alpha val="90000"/>
            <a:hueOff val="0"/>
            <a:satOff val="0"/>
            <a:lumOff val="0"/>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Transformation</a:t>
          </a:r>
          <a:endParaRPr lang="x-none" sz="1400" kern="1200" dirty="0"/>
        </a:p>
      </dsp:txBody>
      <dsp:txXfrm>
        <a:off x="4370359" y="952457"/>
        <a:ext cx="1167067" cy="1166845"/>
      </dsp:txXfrm>
    </dsp:sp>
    <dsp:sp modelId="{C4D8BAB4-6A39-428A-BFDF-F876AFFDC2C6}">
      <dsp:nvSpPr>
        <dsp:cNvPr id="0" name=""/>
        <dsp:cNvSpPr/>
      </dsp:nvSpPr>
      <dsp:spPr>
        <a:xfrm rot="2700000">
          <a:off x="2270112" y="660760"/>
          <a:ext cx="1749932" cy="1749932"/>
        </a:xfrm>
        <a:prstGeom prst="teardrop">
          <a:avLst>
            <a:gd name="adj" fmla="val 100000"/>
          </a:avLst>
        </a:prstGeom>
        <a:solidFill>
          <a:schemeClr val="accent4">
            <a:hueOff val="7350668"/>
            <a:satOff val="-30583"/>
            <a:lumOff val="72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B6B769-1D82-4A90-AAC6-008A914B9B08}">
      <dsp:nvSpPr>
        <dsp:cNvPr id="0" name=""/>
        <dsp:cNvSpPr/>
      </dsp:nvSpPr>
      <dsp:spPr>
        <a:xfrm>
          <a:off x="2328690" y="719027"/>
          <a:ext cx="1633707" cy="1633706"/>
        </a:xfrm>
        <a:prstGeom prst="ellipse">
          <a:avLst/>
        </a:prstGeom>
        <a:solidFill>
          <a:schemeClr val="lt1">
            <a:alpha val="90000"/>
            <a:hueOff val="0"/>
            <a:satOff val="0"/>
            <a:lumOff val="0"/>
            <a:alphaOff val="0"/>
          </a:schemeClr>
        </a:solidFill>
        <a:ln w="12700" cap="flat" cmpd="sng" algn="ctr">
          <a:solidFill>
            <a:schemeClr val="accent4">
              <a:hueOff val="7350668"/>
              <a:satOff val="-30583"/>
              <a:lumOff val="72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Reduction</a:t>
          </a:r>
          <a:endParaRPr lang="x-none" sz="1400" kern="1200" dirty="0"/>
        </a:p>
      </dsp:txBody>
      <dsp:txXfrm>
        <a:off x="2562476" y="952457"/>
        <a:ext cx="1167067" cy="1166845"/>
      </dsp:txXfrm>
    </dsp:sp>
    <dsp:sp modelId="{B17B0EA5-EE9D-4141-B952-49FB793BE4CB}">
      <dsp:nvSpPr>
        <dsp:cNvPr id="0" name=""/>
        <dsp:cNvSpPr/>
      </dsp:nvSpPr>
      <dsp:spPr>
        <a:xfrm rot="2700000">
          <a:off x="461297" y="660760"/>
          <a:ext cx="1749932" cy="1749932"/>
        </a:xfrm>
        <a:prstGeom prst="teardrop">
          <a:avLst>
            <a:gd name="adj" fmla="val 10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385CEF-1F00-45D9-AE83-ED6B3034B7D2}">
      <dsp:nvSpPr>
        <dsp:cNvPr id="0" name=""/>
        <dsp:cNvSpPr/>
      </dsp:nvSpPr>
      <dsp:spPr>
        <a:xfrm>
          <a:off x="519875" y="719027"/>
          <a:ext cx="1633707" cy="1633706"/>
        </a:xfrm>
        <a:prstGeom prst="ellipse">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r>
            <a:rPr lang="en-US" sz="1400" kern="1200" dirty="0"/>
            <a:t>Cleansing</a:t>
          </a:r>
          <a:endParaRPr lang="x-none" sz="1400" kern="1200" dirty="0"/>
        </a:p>
      </dsp:txBody>
      <dsp:txXfrm>
        <a:off x="753661" y="952457"/>
        <a:ext cx="1167067" cy="1166845"/>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F239C5-4436-45A5-834D-C98B7CFC2271}" type="datetimeFigureOut">
              <a:rPr lang="x-none" smtClean="0"/>
              <a:t>4/12/2025</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4E8E6-6806-4504-BA4F-70C7B0C69591}" type="slidenum">
              <a:rPr lang="x-none" smtClean="0"/>
              <a:t>‹#›</a:t>
            </a:fld>
            <a:endParaRPr lang="x-none"/>
          </a:p>
        </p:txBody>
      </p:sp>
    </p:spTree>
    <p:extLst>
      <p:ext uri="{BB962C8B-B14F-4D97-AF65-F5344CB8AC3E}">
        <p14:creationId xmlns:p14="http://schemas.microsoft.com/office/powerpoint/2010/main" val="2380682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Data Preprocessing is an important step in the Data Science pipelines. There are various examples of when data preprocessing is necessary. For instance, data collected from different sources may have varying formats and structures, which need to be standardized before analysis. Incomplete or missing data can also be a problem that needs to be addressed through imputation techniques. Outliers and inconsistent data points can also be removed through data cleaning techniques to ensure accurate analysis.</a:t>
            </a:r>
            <a:endParaRPr lang="en-US" dirty="0"/>
          </a:p>
          <a:p>
            <a:endParaRPr lang="x-none" dirty="0"/>
          </a:p>
        </p:txBody>
      </p:sp>
      <p:sp>
        <p:nvSpPr>
          <p:cNvPr id="4" name="Slide Number Placeholder 3"/>
          <p:cNvSpPr>
            <a:spLocks noGrp="1"/>
          </p:cNvSpPr>
          <p:nvPr>
            <p:ph type="sldNum" sz="quarter" idx="5"/>
          </p:nvPr>
        </p:nvSpPr>
        <p:spPr/>
        <p:txBody>
          <a:bodyPr/>
          <a:lstStyle/>
          <a:p>
            <a:fld id="{2484E8E6-6806-4504-BA4F-70C7B0C69591}" type="slidenum">
              <a:rPr lang="x-none" smtClean="0"/>
              <a:t>3</a:t>
            </a:fld>
            <a:endParaRPr lang="x-none"/>
          </a:p>
        </p:txBody>
      </p:sp>
    </p:spTree>
    <p:extLst>
      <p:ext uri="{BB962C8B-B14F-4D97-AF65-F5344CB8AC3E}">
        <p14:creationId xmlns:p14="http://schemas.microsoft.com/office/powerpoint/2010/main" val="3899633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6B32-FC25-A10C-A777-80C5131E53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9858EFAA-D0AB-54F9-DD8C-DC06D3158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DE04C7E8-7BBF-031F-4474-98662B9C01F9}"/>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5" name="Footer Placeholder 4">
            <a:extLst>
              <a:ext uri="{FF2B5EF4-FFF2-40B4-BE49-F238E27FC236}">
                <a16:creationId xmlns:a16="http://schemas.microsoft.com/office/drawing/2014/main" id="{FA0604CD-9809-528F-8107-CD559758A202}"/>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1B4508E9-CB8F-4ABE-10AF-73728C7E50AE}"/>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1361520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AD15-705D-D9FA-1BFA-8E8EAFA69FFC}"/>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2B52D10F-D8EA-44B1-4448-A4772AF34A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906C20B1-CC08-FBE2-1774-D8DB2BAE37D2}"/>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5" name="Footer Placeholder 4">
            <a:extLst>
              <a:ext uri="{FF2B5EF4-FFF2-40B4-BE49-F238E27FC236}">
                <a16:creationId xmlns:a16="http://schemas.microsoft.com/office/drawing/2014/main" id="{FFAB2A9B-3E9E-C186-73F0-ECC7E186A0A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8EF70A70-740D-558D-6A17-CAEC80B2C3BF}"/>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3226634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EFFA6-0D97-3955-FB28-3FFBF8E6B0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D200A866-3CB6-47B6-4C8A-E5660E51DF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AAEA2E-8737-550C-3892-729F36E7A452}"/>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5" name="Footer Placeholder 4">
            <a:extLst>
              <a:ext uri="{FF2B5EF4-FFF2-40B4-BE49-F238E27FC236}">
                <a16:creationId xmlns:a16="http://schemas.microsoft.com/office/drawing/2014/main" id="{B26C2F24-9FE3-15AD-E4DB-730555122B7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D8229D65-B658-B91F-1CD6-161DF609B6F0}"/>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2243062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0365C-9803-E4DF-25A5-6040A798B332}"/>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6190C28D-3047-068F-2B2C-16C79B0A56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A9B8C3C-1A98-C324-9CD6-2E1E1D33BF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D5211BC9-E0E3-B00E-9A0E-A24C742D1005}"/>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6" name="Footer Placeholder 5">
            <a:extLst>
              <a:ext uri="{FF2B5EF4-FFF2-40B4-BE49-F238E27FC236}">
                <a16:creationId xmlns:a16="http://schemas.microsoft.com/office/drawing/2014/main" id="{107B8100-025D-BF12-5106-9DD440E09DB1}"/>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E9048FC-E361-796D-FC59-4D5932BFE1BC}"/>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3486720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DBD9-6AD4-BBBE-97DC-E001B136C850}"/>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858F4A8D-6CD7-34B2-44B5-C6F3F8D1D0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65BAD1-CA63-1FB3-66D5-12E1A72489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E7827B41-B0D1-29B2-E378-AAAA18F7C2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003B8E-FFDC-5745-B145-29703ACC25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C395C6C8-B0B1-F3CB-0BAA-0B43EC0CBA8B}"/>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8" name="Footer Placeholder 7">
            <a:extLst>
              <a:ext uri="{FF2B5EF4-FFF2-40B4-BE49-F238E27FC236}">
                <a16:creationId xmlns:a16="http://schemas.microsoft.com/office/drawing/2014/main" id="{450D9616-1EB6-EF21-F167-7F2F882EEDE1}"/>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5A237950-001D-1D79-89B8-AAD87F3DCB1A}"/>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1429046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55EB5-E90B-7F7A-AC97-5C562FF8CCC5}"/>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D9D1C04C-8A3E-1B59-B137-9D19146048AA}"/>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4" name="Footer Placeholder 3">
            <a:extLst>
              <a:ext uri="{FF2B5EF4-FFF2-40B4-BE49-F238E27FC236}">
                <a16:creationId xmlns:a16="http://schemas.microsoft.com/office/drawing/2014/main" id="{2B6E74D6-6F6E-9330-986D-7B19082F7497}"/>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16529D7F-2EC5-35B7-7D94-C7690398A7CB}"/>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745788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50130-26BE-DEE3-A048-664CB780EF60}"/>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3" name="Footer Placeholder 2">
            <a:extLst>
              <a:ext uri="{FF2B5EF4-FFF2-40B4-BE49-F238E27FC236}">
                <a16:creationId xmlns:a16="http://schemas.microsoft.com/office/drawing/2014/main" id="{A3D68170-46A2-0351-123E-C60690029407}"/>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2EFE0E5C-1EF3-2948-3BE6-220B72DD2056}"/>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3654334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0797-85D9-22A1-F4FE-54AAF1A741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CDABD275-864C-A50E-520B-6A0E648909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9FB6C2-1D35-0BBC-D703-777B9AA46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588836-36DC-21A0-5619-1D5270A94B76}"/>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6" name="Footer Placeholder 5">
            <a:extLst>
              <a:ext uri="{FF2B5EF4-FFF2-40B4-BE49-F238E27FC236}">
                <a16:creationId xmlns:a16="http://schemas.microsoft.com/office/drawing/2014/main" id="{D5089172-7498-FEEB-073B-D8A703851A3E}"/>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FB2830EB-D773-AA3B-B1D3-66CEE2A77A6C}"/>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3566552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F883E-004D-B145-A8CF-91696C1E24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A9E33FD4-1091-7200-5110-5CA22D3969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87E2BA09-FDED-3B74-57B3-20FB1DFA6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6E8124-37C7-8A04-9340-A6836B7E7AB4}"/>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6" name="Footer Placeholder 5">
            <a:extLst>
              <a:ext uri="{FF2B5EF4-FFF2-40B4-BE49-F238E27FC236}">
                <a16:creationId xmlns:a16="http://schemas.microsoft.com/office/drawing/2014/main" id="{F33551CA-898B-9101-BE54-6CE62480A431}"/>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CD92EF0C-B47A-173C-2565-9DEF21F226B5}"/>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4130597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C55ED-7793-3A84-9E41-D884E542EE5A}"/>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64B44555-0986-1FE3-FF51-B316095D76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3499ECCF-BE6D-5E58-B650-C4806217C65B}"/>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5" name="Footer Placeholder 4">
            <a:extLst>
              <a:ext uri="{FF2B5EF4-FFF2-40B4-BE49-F238E27FC236}">
                <a16:creationId xmlns:a16="http://schemas.microsoft.com/office/drawing/2014/main" id="{B6F0501F-3C9F-80E4-5491-30A102A474C6}"/>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A1F49F77-8EFC-17B4-5966-1BA8CC2014CC}"/>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762563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206639-75FC-9C3C-D839-FB278EC4D9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6C4054F-A979-A473-CABE-DF31392D71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3D32E485-42F6-F064-3B9E-6B54F9212CE7}"/>
              </a:ext>
            </a:extLst>
          </p:cNvPr>
          <p:cNvSpPr>
            <a:spLocks noGrp="1"/>
          </p:cNvSpPr>
          <p:nvPr>
            <p:ph type="dt" sz="half" idx="10"/>
          </p:nvPr>
        </p:nvSpPr>
        <p:spPr/>
        <p:txBody>
          <a:bodyPr/>
          <a:lstStyle/>
          <a:p>
            <a:fld id="{5A8B74ED-291D-4AB2-80E4-FB9575CE6401}" type="datetimeFigureOut">
              <a:rPr lang="x-none" smtClean="0"/>
              <a:t>4/12/2025</a:t>
            </a:fld>
            <a:endParaRPr lang="x-none"/>
          </a:p>
        </p:txBody>
      </p:sp>
      <p:sp>
        <p:nvSpPr>
          <p:cNvPr id="5" name="Footer Placeholder 4">
            <a:extLst>
              <a:ext uri="{FF2B5EF4-FFF2-40B4-BE49-F238E27FC236}">
                <a16:creationId xmlns:a16="http://schemas.microsoft.com/office/drawing/2014/main" id="{0C5C08AB-34F7-2D3A-51F9-2C425F22AED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CE8D57AE-1990-1F45-21CA-337831B0FA37}"/>
              </a:ext>
            </a:extLst>
          </p:cNvPr>
          <p:cNvSpPr>
            <a:spLocks noGrp="1"/>
          </p:cNvSpPr>
          <p:nvPr>
            <p:ph type="sldNum" sz="quarter" idx="12"/>
          </p:nvPr>
        </p:nvSpPr>
        <p:spPr/>
        <p:txBody>
          <a:bodyPr/>
          <a:lstStyle/>
          <a:p>
            <a:fld id="{22C617D6-91B2-4AE8-8FF0-37BECE2382B5}" type="slidenum">
              <a:rPr lang="x-none" smtClean="0"/>
              <a:t>‹#›</a:t>
            </a:fld>
            <a:endParaRPr lang="x-none"/>
          </a:p>
        </p:txBody>
      </p:sp>
    </p:spTree>
    <p:extLst>
      <p:ext uri="{BB962C8B-B14F-4D97-AF65-F5344CB8AC3E}">
        <p14:creationId xmlns:p14="http://schemas.microsoft.com/office/powerpoint/2010/main" val="3446401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6B0867-17A6-25A8-F346-209282E6D1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44B935BE-165A-2911-0F33-0E1E9465B5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541CD56D-4B72-C285-7621-4F1570AA92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8B74ED-291D-4AB2-80E4-FB9575CE6401}" type="datetimeFigureOut">
              <a:rPr lang="x-none" smtClean="0"/>
              <a:t>4/12/2025</a:t>
            </a:fld>
            <a:endParaRPr lang="x-none"/>
          </a:p>
        </p:txBody>
      </p:sp>
      <p:sp>
        <p:nvSpPr>
          <p:cNvPr id="5" name="Footer Placeholder 4">
            <a:extLst>
              <a:ext uri="{FF2B5EF4-FFF2-40B4-BE49-F238E27FC236}">
                <a16:creationId xmlns:a16="http://schemas.microsoft.com/office/drawing/2014/main" id="{C0D0E485-86AA-C603-EFF3-04B871DD65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1FA6D15F-7366-8C2D-8733-0F3B728701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C617D6-91B2-4AE8-8FF0-37BECE2382B5}" type="slidenum">
              <a:rPr lang="x-none" smtClean="0"/>
              <a:t>‹#›</a:t>
            </a:fld>
            <a:endParaRPr lang="x-none"/>
          </a:p>
        </p:txBody>
      </p:sp>
    </p:spTree>
    <p:extLst>
      <p:ext uri="{BB962C8B-B14F-4D97-AF65-F5344CB8AC3E}">
        <p14:creationId xmlns:p14="http://schemas.microsoft.com/office/powerpoint/2010/main" val="654235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E1610-3536-8DEF-EF2A-8187D62049F7}"/>
              </a:ext>
            </a:extLst>
          </p:cNvPr>
          <p:cNvSpPr>
            <a:spLocks noGrp="1"/>
          </p:cNvSpPr>
          <p:nvPr>
            <p:ph type="ctrTitle"/>
          </p:nvPr>
        </p:nvSpPr>
        <p:spPr/>
        <p:txBody>
          <a:bodyPr/>
          <a:lstStyle/>
          <a:p>
            <a:r>
              <a:rPr lang="en-US" dirty="0"/>
              <a:t>Data Preprocessing</a:t>
            </a:r>
            <a:endParaRPr lang="x-none" dirty="0"/>
          </a:p>
        </p:txBody>
      </p:sp>
      <p:sp>
        <p:nvSpPr>
          <p:cNvPr id="3" name="Subtitle 2">
            <a:extLst>
              <a:ext uri="{FF2B5EF4-FFF2-40B4-BE49-F238E27FC236}">
                <a16:creationId xmlns:a16="http://schemas.microsoft.com/office/drawing/2014/main" id="{B8984C26-C744-B7F7-9868-203273253F77}"/>
              </a:ext>
            </a:extLst>
          </p:cNvPr>
          <p:cNvSpPr>
            <a:spLocks noGrp="1"/>
          </p:cNvSpPr>
          <p:nvPr>
            <p:ph type="subTitle" idx="1"/>
          </p:nvPr>
        </p:nvSpPr>
        <p:spPr/>
        <p:txBody>
          <a:bodyPr/>
          <a:lstStyle/>
          <a:p>
            <a:r>
              <a:rPr lang="en-US" dirty="0"/>
              <a:t>From Mess to Success</a:t>
            </a:r>
            <a:endParaRPr lang="x-none" dirty="0"/>
          </a:p>
        </p:txBody>
      </p:sp>
      <p:pic>
        <p:nvPicPr>
          <p:cNvPr id="4" name="Picture 3" descr="Iqra University - IU">
            <a:extLst>
              <a:ext uri="{FF2B5EF4-FFF2-40B4-BE49-F238E27FC236}">
                <a16:creationId xmlns:a16="http://schemas.microsoft.com/office/drawing/2014/main" id="{1D579867-A21D-0ECB-8613-4B985D02D0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390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2F62E1-A07F-8A1B-B0DF-2C349883CB3E}"/>
              </a:ext>
            </a:extLst>
          </p:cNvPr>
          <p:cNvSpPr>
            <a:spLocks noGrp="1"/>
          </p:cNvSpPr>
          <p:nvPr>
            <p:ph type="title"/>
          </p:nvPr>
        </p:nvSpPr>
        <p:spPr/>
        <p:txBody>
          <a:bodyPr/>
          <a:lstStyle/>
          <a:p>
            <a:r>
              <a:rPr lang="en-US" dirty="0"/>
              <a:t>Recall</a:t>
            </a:r>
            <a:endParaRPr lang="x-none" dirty="0"/>
          </a:p>
        </p:txBody>
      </p:sp>
      <p:pic>
        <p:nvPicPr>
          <p:cNvPr id="7" name="Picture 6">
            <a:extLst>
              <a:ext uri="{FF2B5EF4-FFF2-40B4-BE49-F238E27FC236}">
                <a16:creationId xmlns:a16="http://schemas.microsoft.com/office/drawing/2014/main" id="{44849F92-EEBD-1A06-FEA3-2C724FFE51F2}"/>
              </a:ext>
            </a:extLst>
          </p:cNvPr>
          <p:cNvPicPr>
            <a:picLocks noChangeAspect="1"/>
          </p:cNvPicPr>
          <p:nvPr/>
        </p:nvPicPr>
        <p:blipFill>
          <a:blip r:embed="rId2"/>
          <a:stretch>
            <a:fillRect/>
          </a:stretch>
        </p:blipFill>
        <p:spPr>
          <a:xfrm>
            <a:off x="1317172" y="2635747"/>
            <a:ext cx="8138453" cy="3303566"/>
          </a:xfrm>
          <a:prstGeom prst="rect">
            <a:avLst/>
          </a:prstGeom>
        </p:spPr>
      </p:pic>
      <p:sp>
        <p:nvSpPr>
          <p:cNvPr id="8" name="Oval 7">
            <a:extLst>
              <a:ext uri="{FF2B5EF4-FFF2-40B4-BE49-F238E27FC236}">
                <a16:creationId xmlns:a16="http://schemas.microsoft.com/office/drawing/2014/main" id="{C99210CC-602D-C5CE-8E87-85D4143B3230}"/>
              </a:ext>
            </a:extLst>
          </p:cNvPr>
          <p:cNvSpPr/>
          <p:nvPr/>
        </p:nvSpPr>
        <p:spPr>
          <a:xfrm>
            <a:off x="7494815" y="2939141"/>
            <a:ext cx="1061358" cy="1224643"/>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loud Callout 18">
            <a:extLst>
              <a:ext uri="{FF2B5EF4-FFF2-40B4-BE49-F238E27FC236}">
                <a16:creationId xmlns:a16="http://schemas.microsoft.com/office/drawing/2014/main" id="{00E23A30-A84A-23D1-F74F-501B80B603C8}"/>
              </a:ext>
            </a:extLst>
          </p:cNvPr>
          <p:cNvSpPr/>
          <p:nvPr/>
        </p:nvSpPr>
        <p:spPr>
          <a:xfrm>
            <a:off x="9130703" y="3589067"/>
            <a:ext cx="2548020" cy="1396925"/>
          </a:xfrm>
          <a:prstGeom prst="cloudCallout">
            <a:avLst>
              <a:gd name="adj1" fmla="val -63500"/>
              <a:gd name="adj2" fmla="val 6384"/>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How can we make the data useful?</a:t>
            </a:r>
          </a:p>
        </p:txBody>
      </p:sp>
      <p:sp>
        <p:nvSpPr>
          <p:cNvPr id="11" name="Rectangle: Rounded Corners 10">
            <a:extLst>
              <a:ext uri="{FF2B5EF4-FFF2-40B4-BE49-F238E27FC236}">
                <a16:creationId xmlns:a16="http://schemas.microsoft.com/office/drawing/2014/main" id="{DBA47351-55C0-CEC6-79B1-DCBB011AE34E}"/>
              </a:ext>
            </a:extLst>
          </p:cNvPr>
          <p:cNvSpPr/>
          <p:nvPr/>
        </p:nvSpPr>
        <p:spPr>
          <a:xfrm>
            <a:off x="7797800" y="4192567"/>
            <a:ext cx="931780" cy="89087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llout: Line with Border and Accent Bar 11">
            <a:extLst>
              <a:ext uri="{FF2B5EF4-FFF2-40B4-BE49-F238E27FC236}">
                <a16:creationId xmlns:a16="http://schemas.microsoft.com/office/drawing/2014/main" id="{539541D4-8C40-37AD-A8DD-01578A3A16C4}"/>
              </a:ext>
            </a:extLst>
          </p:cNvPr>
          <p:cNvSpPr/>
          <p:nvPr/>
        </p:nvSpPr>
        <p:spPr>
          <a:xfrm>
            <a:off x="9455625" y="2205535"/>
            <a:ext cx="1790700" cy="533400"/>
          </a:xfrm>
          <a:prstGeom prst="accentBorderCallout1">
            <a:avLst>
              <a:gd name="adj1" fmla="val 18750"/>
              <a:gd name="adj2" fmla="val -8333"/>
              <a:gd name="adj3" fmla="val 164881"/>
              <a:gd name="adj4" fmla="val -589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Identifying the Right Data</a:t>
            </a:r>
            <a:endParaRPr lang="x-none" dirty="0"/>
          </a:p>
        </p:txBody>
      </p:sp>
      <p:pic>
        <p:nvPicPr>
          <p:cNvPr id="2" name="Picture 1" descr="Iqra University - IU">
            <a:extLst>
              <a:ext uri="{FF2B5EF4-FFF2-40B4-BE49-F238E27FC236}">
                <a16:creationId xmlns:a16="http://schemas.microsoft.com/office/drawing/2014/main" id="{DDC232DC-30D9-7F7E-D429-2C3659387C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052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82C5B-2779-9958-FDA9-C4D83889EDA6}"/>
              </a:ext>
            </a:extLst>
          </p:cNvPr>
          <p:cNvSpPr>
            <a:spLocks noGrp="1"/>
          </p:cNvSpPr>
          <p:nvPr>
            <p:ph type="title"/>
          </p:nvPr>
        </p:nvSpPr>
        <p:spPr/>
        <p:txBody>
          <a:bodyPr/>
          <a:lstStyle/>
          <a:p>
            <a:r>
              <a:rPr lang="en-US" dirty="0"/>
              <a:t>What is Data preprocessing?</a:t>
            </a:r>
            <a:endParaRPr lang="x-none" dirty="0"/>
          </a:p>
        </p:txBody>
      </p:sp>
      <p:sp>
        <p:nvSpPr>
          <p:cNvPr id="3" name="Content Placeholder 2">
            <a:extLst>
              <a:ext uri="{FF2B5EF4-FFF2-40B4-BE49-F238E27FC236}">
                <a16:creationId xmlns:a16="http://schemas.microsoft.com/office/drawing/2014/main" id="{E54672CA-2302-F327-47F2-3E976F6BD7D7}"/>
              </a:ext>
            </a:extLst>
          </p:cNvPr>
          <p:cNvSpPr>
            <a:spLocks noGrp="1"/>
          </p:cNvSpPr>
          <p:nvPr>
            <p:ph idx="1"/>
          </p:nvPr>
        </p:nvSpPr>
        <p:spPr/>
        <p:txBody>
          <a:bodyPr/>
          <a:lstStyle/>
          <a:p>
            <a:r>
              <a:rPr lang="en-US" dirty="0"/>
              <a:t>Raw data -&gt; Clean data</a:t>
            </a:r>
          </a:p>
          <a:p>
            <a:endParaRPr lang="x-none" dirty="0"/>
          </a:p>
        </p:txBody>
      </p:sp>
      <p:graphicFrame>
        <p:nvGraphicFramePr>
          <p:cNvPr id="4" name="Diagram 3">
            <a:extLst>
              <a:ext uri="{FF2B5EF4-FFF2-40B4-BE49-F238E27FC236}">
                <a16:creationId xmlns:a16="http://schemas.microsoft.com/office/drawing/2014/main" id="{C4DE0444-DCFD-93BC-E1B4-77432F5F4607}"/>
              </a:ext>
            </a:extLst>
          </p:cNvPr>
          <p:cNvGraphicFramePr/>
          <p:nvPr>
            <p:extLst>
              <p:ext uri="{D42A27DB-BD31-4B8C-83A1-F6EECF244321}">
                <p14:modId xmlns:p14="http://schemas.microsoft.com/office/powerpoint/2010/main" val="2435436645"/>
              </p:ext>
            </p:extLst>
          </p:nvPr>
        </p:nvGraphicFramePr>
        <p:xfrm>
          <a:off x="1323268" y="3429000"/>
          <a:ext cx="9545465" cy="30714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Arrow: Right 4">
            <a:extLst>
              <a:ext uri="{FF2B5EF4-FFF2-40B4-BE49-F238E27FC236}">
                <a16:creationId xmlns:a16="http://schemas.microsoft.com/office/drawing/2014/main" id="{006CDE91-5BAF-3E26-E3C7-98D4C433E4A5}"/>
              </a:ext>
            </a:extLst>
          </p:cNvPr>
          <p:cNvSpPr/>
          <p:nvPr/>
        </p:nvSpPr>
        <p:spPr>
          <a:xfrm>
            <a:off x="1794294" y="5865962"/>
            <a:ext cx="9074438" cy="828586"/>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solidFill>
                  <a:schemeClr val="tx1"/>
                </a:solidFill>
              </a:rPr>
              <a:t>Quality Enhancement (</a:t>
            </a:r>
            <a:r>
              <a:rPr lang="en-US" dirty="0">
                <a:solidFill>
                  <a:schemeClr val="tx1">
                    <a:lumMod val="75000"/>
                    <a:lumOff val="25000"/>
                  </a:schemeClr>
                </a:solidFill>
              </a:rPr>
              <a:t>produces accurate, complete, and consistent data</a:t>
            </a:r>
            <a:r>
              <a:rPr lang="en-US" dirty="0">
                <a:solidFill>
                  <a:schemeClr val="tx1"/>
                </a:solidFill>
              </a:rPr>
              <a:t>)</a:t>
            </a:r>
            <a:endParaRPr lang="x-none" dirty="0">
              <a:solidFill>
                <a:schemeClr val="tx1"/>
              </a:solidFill>
            </a:endParaRPr>
          </a:p>
        </p:txBody>
      </p:sp>
      <p:sp>
        <p:nvSpPr>
          <p:cNvPr id="7" name="Arrow: Right 6">
            <a:extLst>
              <a:ext uri="{FF2B5EF4-FFF2-40B4-BE49-F238E27FC236}">
                <a16:creationId xmlns:a16="http://schemas.microsoft.com/office/drawing/2014/main" id="{769A4E6E-0519-8571-06C9-F655CB671B0A}"/>
              </a:ext>
            </a:extLst>
          </p:cNvPr>
          <p:cNvSpPr/>
          <p:nvPr/>
        </p:nvSpPr>
        <p:spPr>
          <a:xfrm flipH="1">
            <a:off x="1794294" y="3120949"/>
            <a:ext cx="9074438" cy="828586"/>
          </a:xfrm>
          <a:prstGeom prst="rightArrow">
            <a:avLst/>
          </a:prstGeom>
          <a:gradFill>
            <a:gsLst>
              <a:gs pos="0">
                <a:schemeClr val="accent2">
                  <a:satMod val="103000"/>
                  <a:lumMod val="102000"/>
                  <a:tint val="94000"/>
                </a:schemeClr>
              </a:gs>
              <a:gs pos="50000">
                <a:srgbClr val="F75427"/>
              </a:gs>
              <a:gs pos="100000">
                <a:srgbClr val="E82314"/>
              </a:gs>
            </a:gsLst>
          </a:gra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chemeClr val="tx1"/>
                </a:solidFill>
                <a:effectLst/>
              </a:rPr>
              <a:t>inconsistencies, errors, duplications, complexity</a:t>
            </a:r>
            <a:endParaRPr lang="x-none" dirty="0">
              <a:solidFill>
                <a:schemeClr val="tx1"/>
              </a:solidFill>
            </a:endParaRPr>
          </a:p>
        </p:txBody>
      </p:sp>
      <p:pic>
        <p:nvPicPr>
          <p:cNvPr id="6" name="Picture 5" descr="Iqra University - IU">
            <a:extLst>
              <a:ext uri="{FF2B5EF4-FFF2-40B4-BE49-F238E27FC236}">
                <a16:creationId xmlns:a16="http://schemas.microsoft.com/office/drawing/2014/main" id="{CC1538FE-D1C5-166A-7FD5-E41FAF263B7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102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37265-0150-55B5-B6D6-C1AE06BFFE20}"/>
              </a:ext>
            </a:extLst>
          </p:cNvPr>
          <p:cNvSpPr>
            <a:spLocks noGrp="1"/>
          </p:cNvSpPr>
          <p:nvPr>
            <p:ph type="title"/>
          </p:nvPr>
        </p:nvSpPr>
        <p:spPr/>
        <p:txBody>
          <a:bodyPr/>
          <a:lstStyle/>
          <a:p>
            <a:r>
              <a:rPr lang="en-US"/>
              <a:t>Data Cleansing (1/8)</a:t>
            </a:r>
            <a:endParaRPr lang="x-none" dirty="0"/>
          </a:p>
        </p:txBody>
      </p:sp>
      <p:sp>
        <p:nvSpPr>
          <p:cNvPr id="3" name="Content Placeholder 2">
            <a:extLst>
              <a:ext uri="{FF2B5EF4-FFF2-40B4-BE49-F238E27FC236}">
                <a16:creationId xmlns:a16="http://schemas.microsoft.com/office/drawing/2014/main" id="{49C6D1D4-920E-D2DE-A8CA-A7D33290AEC1}"/>
              </a:ext>
            </a:extLst>
          </p:cNvPr>
          <p:cNvSpPr>
            <a:spLocks noGrp="1"/>
          </p:cNvSpPr>
          <p:nvPr>
            <p:ph idx="1"/>
          </p:nvPr>
        </p:nvSpPr>
        <p:spPr/>
        <p:txBody>
          <a:bodyPr/>
          <a:lstStyle/>
          <a:p>
            <a:pPr>
              <a:buFont typeface="Arial" panose="020B0604020202020204" pitchFamily="34" charset="0"/>
              <a:buChar char="•"/>
            </a:pPr>
            <a:r>
              <a:rPr lang="en-US" dirty="0"/>
              <a:t>Identify and Correct: errors, inconsistencies, and inaccuracies.</a:t>
            </a:r>
          </a:p>
          <a:p>
            <a:pPr>
              <a:buFont typeface="Arial" panose="020B0604020202020204" pitchFamily="34" charset="0"/>
              <a:buChar char="•"/>
            </a:pPr>
            <a:r>
              <a:rPr lang="en-US" dirty="0"/>
              <a:t>Improve data quality for better analysis and modeling results.</a:t>
            </a:r>
          </a:p>
        </p:txBody>
      </p:sp>
      <p:pic>
        <p:nvPicPr>
          <p:cNvPr id="4" name="Picture 3" descr="Iqra University - IU">
            <a:extLst>
              <a:ext uri="{FF2B5EF4-FFF2-40B4-BE49-F238E27FC236}">
                <a16:creationId xmlns:a16="http://schemas.microsoft.com/office/drawing/2014/main" id="{B46EDF79-6A54-8081-9EDE-BA2A6BCF9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3305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37265-0150-55B5-B6D6-C1AE06BFFE20}"/>
              </a:ext>
            </a:extLst>
          </p:cNvPr>
          <p:cNvSpPr>
            <a:spLocks noGrp="1"/>
          </p:cNvSpPr>
          <p:nvPr>
            <p:ph type="title"/>
          </p:nvPr>
        </p:nvSpPr>
        <p:spPr/>
        <p:txBody>
          <a:bodyPr/>
          <a:lstStyle/>
          <a:p>
            <a:r>
              <a:rPr lang="en-US" dirty="0"/>
              <a:t>Data Cleansing (2/8)</a:t>
            </a:r>
            <a:endParaRPr lang="x-none" dirty="0"/>
          </a:p>
        </p:txBody>
      </p:sp>
      <p:sp>
        <p:nvSpPr>
          <p:cNvPr id="3" name="Content Placeholder 2">
            <a:extLst>
              <a:ext uri="{FF2B5EF4-FFF2-40B4-BE49-F238E27FC236}">
                <a16:creationId xmlns:a16="http://schemas.microsoft.com/office/drawing/2014/main" id="{49C6D1D4-920E-D2DE-A8CA-A7D33290AEC1}"/>
              </a:ext>
            </a:extLst>
          </p:cNvPr>
          <p:cNvSpPr>
            <a:spLocks noGrp="1"/>
          </p:cNvSpPr>
          <p:nvPr>
            <p:ph idx="1"/>
          </p:nvPr>
        </p:nvSpPr>
        <p:spPr/>
        <p:txBody>
          <a:bodyPr>
            <a:normAutofit fontScale="92500" lnSpcReduction="10000"/>
          </a:bodyPr>
          <a:lstStyle/>
          <a:p>
            <a:r>
              <a:rPr lang="en-US" dirty="0"/>
              <a:t>Missing values</a:t>
            </a:r>
          </a:p>
          <a:p>
            <a:pPr lvl="1"/>
            <a:r>
              <a:rPr lang="en-US" dirty="0"/>
              <a:t>Imputation</a:t>
            </a:r>
          </a:p>
          <a:p>
            <a:pPr lvl="1"/>
            <a:r>
              <a:rPr lang="en-US" dirty="0"/>
              <a:t>Replacement</a:t>
            </a:r>
          </a:p>
          <a:p>
            <a:pPr lvl="1"/>
            <a:r>
              <a:rPr lang="en-US" dirty="0"/>
              <a:t>Removal</a:t>
            </a:r>
          </a:p>
          <a:p>
            <a:r>
              <a:rPr lang="en-US" dirty="0"/>
              <a:t>Removing Redundancies</a:t>
            </a:r>
          </a:p>
          <a:p>
            <a:r>
              <a:rPr lang="en-US" dirty="0"/>
              <a:t>Correcting typos and data entry errors</a:t>
            </a:r>
          </a:p>
          <a:p>
            <a:r>
              <a:rPr lang="en-US" dirty="0"/>
              <a:t>Outlier detection &amp; treatment</a:t>
            </a:r>
          </a:p>
          <a:p>
            <a:pPr lvl="1"/>
            <a:r>
              <a:rPr lang="en-US" dirty="0"/>
              <a:t>Removal</a:t>
            </a:r>
          </a:p>
          <a:p>
            <a:pPr lvl="1"/>
            <a:r>
              <a:rPr lang="en-US" dirty="0"/>
              <a:t>Transformed</a:t>
            </a:r>
          </a:p>
          <a:p>
            <a:pPr lvl="1"/>
            <a:r>
              <a:rPr lang="en-US" dirty="0"/>
              <a:t>Separated</a:t>
            </a:r>
          </a:p>
          <a:p>
            <a:r>
              <a:rPr lang="en-US" dirty="0"/>
              <a:t>Standardizing data formats and units.</a:t>
            </a:r>
          </a:p>
          <a:p>
            <a:endParaRPr lang="x-none" dirty="0"/>
          </a:p>
        </p:txBody>
      </p:sp>
      <p:pic>
        <p:nvPicPr>
          <p:cNvPr id="5" name="Picture 4" descr="Iqra University - IU">
            <a:extLst>
              <a:ext uri="{FF2B5EF4-FFF2-40B4-BE49-F238E27FC236}">
                <a16:creationId xmlns:a16="http://schemas.microsoft.com/office/drawing/2014/main" id="{580B537D-7605-33D8-CEF3-744FABFE0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875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C6D7C-C3C3-CDB5-C8EC-DA1614B4122B}"/>
              </a:ext>
            </a:extLst>
          </p:cNvPr>
          <p:cNvSpPr>
            <a:spLocks noGrp="1"/>
          </p:cNvSpPr>
          <p:nvPr>
            <p:ph type="title"/>
          </p:nvPr>
        </p:nvSpPr>
        <p:spPr/>
        <p:txBody>
          <a:bodyPr/>
          <a:lstStyle/>
          <a:p>
            <a:r>
              <a:rPr lang="en-US" dirty="0"/>
              <a:t>Data Cleansing (3/6)</a:t>
            </a:r>
          </a:p>
        </p:txBody>
      </p:sp>
      <p:graphicFrame>
        <p:nvGraphicFramePr>
          <p:cNvPr id="4" name="Content Placeholder 3">
            <a:extLst>
              <a:ext uri="{FF2B5EF4-FFF2-40B4-BE49-F238E27FC236}">
                <a16:creationId xmlns:a16="http://schemas.microsoft.com/office/drawing/2014/main" id="{770B6643-D902-B4DD-FA50-DBD9C89147F2}"/>
              </a:ext>
            </a:extLst>
          </p:cNvPr>
          <p:cNvGraphicFramePr>
            <a:graphicFrameLocks noGrp="1"/>
          </p:cNvGraphicFramePr>
          <p:nvPr>
            <p:ph idx="1"/>
            <p:extLst>
              <p:ext uri="{D42A27DB-BD31-4B8C-83A1-F6EECF244321}">
                <p14:modId xmlns:p14="http://schemas.microsoft.com/office/powerpoint/2010/main" val="2456085328"/>
              </p:ext>
            </p:extLst>
          </p:nvPr>
        </p:nvGraphicFramePr>
        <p:xfrm>
          <a:off x="2947595" y="1681667"/>
          <a:ext cx="7046259" cy="4514741"/>
        </p:xfrm>
        <a:graphic>
          <a:graphicData uri="http://schemas.openxmlformats.org/drawingml/2006/table">
            <a:tbl>
              <a:tblPr/>
              <a:tblGrid>
                <a:gridCol w="1194099">
                  <a:extLst>
                    <a:ext uri="{9D8B030D-6E8A-4147-A177-3AD203B41FA5}">
                      <a16:colId xmlns:a16="http://schemas.microsoft.com/office/drawing/2014/main" val="820646976"/>
                    </a:ext>
                  </a:extLst>
                </a:gridCol>
                <a:gridCol w="1463040">
                  <a:extLst>
                    <a:ext uri="{9D8B030D-6E8A-4147-A177-3AD203B41FA5}">
                      <a16:colId xmlns:a16="http://schemas.microsoft.com/office/drawing/2014/main" val="2049978555"/>
                    </a:ext>
                  </a:extLst>
                </a:gridCol>
                <a:gridCol w="1463040">
                  <a:extLst>
                    <a:ext uri="{9D8B030D-6E8A-4147-A177-3AD203B41FA5}">
                      <a16:colId xmlns:a16="http://schemas.microsoft.com/office/drawing/2014/main" val="2667540114"/>
                    </a:ext>
                  </a:extLst>
                </a:gridCol>
                <a:gridCol w="1463040">
                  <a:extLst>
                    <a:ext uri="{9D8B030D-6E8A-4147-A177-3AD203B41FA5}">
                      <a16:colId xmlns:a16="http://schemas.microsoft.com/office/drawing/2014/main" val="3922420097"/>
                    </a:ext>
                  </a:extLst>
                </a:gridCol>
                <a:gridCol w="1463040">
                  <a:extLst>
                    <a:ext uri="{9D8B030D-6E8A-4147-A177-3AD203B41FA5}">
                      <a16:colId xmlns:a16="http://schemas.microsoft.com/office/drawing/2014/main" val="2489138470"/>
                    </a:ext>
                  </a:extLst>
                </a:gridCol>
              </a:tblGrid>
              <a:tr h="410431">
                <a:tc>
                  <a:txBody>
                    <a:bodyPr/>
                    <a:lstStyle/>
                    <a:p>
                      <a:r>
                        <a:rPr lang="en-US" dirty="0" err="1"/>
                        <a:t>StudentID</a:t>
                      </a:r>
                      <a:endParaRPr lang="en-US" dirty="0"/>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r>
                        <a:rPr lang="en-US" dirty="0"/>
                        <a:t>Age</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dirty="0"/>
                        <a:t>TestScore</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a:t>Subject</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a:t>Passed</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448474098"/>
                  </a:ext>
                </a:extLst>
              </a:tr>
              <a:tr h="410431">
                <a:tc>
                  <a:txBody>
                    <a:bodyPr/>
                    <a:lstStyle/>
                    <a:p>
                      <a:r>
                        <a:rPr lang="en-US"/>
                        <a:t>101</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17</a:t>
                      </a:r>
                    </a:p>
                  </a:txBody>
                  <a:tcPr anchor="ctr">
                    <a:lnL>
                      <a:noFill/>
                    </a:lnL>
                    <a:lnR>
                      <a:noFill/>
                    </a:lnR>
                    <a:lnT>
                      <a:noFill/>
                    </a:lnT>
                    <a:lnB>
                      <a:noFill/>
                    </a:lnB>
                    <a:noFill/>
                  </a:tcPr>
                </a:tc>
                <a:tc>
                  <a:txBody>
                    <a:bodyPr/>
                    <a:lstStyle/>
                    <a:p>
                      <a:r>
                        <a:rPr lang="en-US"/>
                        <a:t>85</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628913688"/>
                  </a:ext>
                </a:extLst>
              </a:tr>
              <a:tr h="410431">
                <a:tc>
                  <a:txBody>
                    <a:bodyPr/>
                    <a:lstStyle/>
                    <a:p>
                      <a:r>
                        <a:rPr lang="en-US" dirty="0"/>
                        <a:t>102</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16</a:t>
                      </a:r>
                    </a:p>
                  </a:txBody>
                  <a:tcPr anchor="ctr">
                    <a:lnL>
                      <a:noFill/>
                    </a:lnL>
                    <a:lnR>
                      <a:noFill/>
                    </a:lnR>
                    <a:lnT>
                      <a:noFill/>
                    </a:lnT>
                    <a:lnB>
                      <a:noFill/>
                    </a:lnB>
                    <a:noFill/>
                  </a:tcPr>
                </a:tc>
                <a:tc>
                  <a:txBody>
                    <a:bodyPr/>
                    <a:lstStyle/>
                    <a:p>
                      <a:r>
                        <a:rPr lang="en-US" dirty="0"/>
                        <a:t>NA</a:t>
                      </a:r>
                    </a:p>
                  </a:txBody>
                  <a:tcPr anchor="ctr">
                    <a:lnL>
                      <a:noFill/>
                    </a:lnL>
                    <a:lnR>
                      <a:noFill/>
                    </a:lnR>
                    <a:lnT>
                      <a:noFill/>
                    </a:lnT>
                    <a:lnB>
                      <a:noFill/>
                    </a:lnB>
                    <a:noFill/>
                  </a:tcPr>
                </a:tc>
                <a:tc>
                  <a:txBody>
                    <a:bodyPr/>
                    <a:lstStyle/>
                    <a:p>
                      <a:r>
                        <a:rPr lang="en-US" dirty="0"/>
                        <a:t>Physics</a:t>
                      </a:r>
                    </a:p>
                  </a:txBody>
                  <a:tcPr anchor="ctr">
                    <a:lnL>
                      <a:noFill/>
                    </a:lnL>
                    <a:lnR>
                      <a:noFill/>
                    </a:lnR>
                    <a:lnT>
                      <a:noFill/>
                    </a:lnT>
                    <a:lnB>
                      <a:noFill/>
                    </a:lnB>
                    <a:noFill/>
                  </a:tcPr>
                </a:tc>
                <a:tc>
                  <a:txBody>
                    <a:bodyPr/>
                    <a:lstStyle/>
                    <a:p>
                      <a:r>
                        <a:rPr lang="en-US" dirty="0"/>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59577090"/>
                  </a:ext>
                </a:extLst>
              </a:tr>
              <a:tr h="410431">
                <a:tc>
                  <a:txBody>
                    <a:bodyPr/>
                    <a:lstStyle/>
                    <a:p>
                      <a:r>
                        <a:rPr lang="en-US"/>
                        <a:t>103</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17</a:t>
                      </a:r>
                    </a:p>
                  </a:txBody>
                  <a:tcPr anchor="ctr">
                    <a:lnL>
                      <a:noFill/>
                    </a:lnL>
                    <a:lnR>
                      <a:noFill/>
                    </a:lnR>
                    <a:lnT>
                      <a:noFill/>
                    </a:lnT>
                    <a:lnB>
                      <a:noFill/>
                    </a:lnB>
                    <a:noFill/>
                  </a:tcPr>
                </a:tc>
                <a:tc>
                  <a:txBody>
                    <a:bodyPr/>
                    <a:lstStyle/>
                    <a:p>
                      <a:r>
                        <a:rPr lang="en-US"/>
                        <a:t>78</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565367518"/>
                  </a:ext>
                </a:extLst>
              </a:tr>
              <a:tr h="410431">
                <a:tc>
                  <a:txBody>
                    <a:bodyPr/>
                    <a:lstStyle/>
                    <a:p>
                      <a:r>
                        <a:rPr lang="en-US"/>
                        <a:t>104</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NA</a:t>
                      </a:r>
                    </a:p>
                  </a:txBody>
                  <a:tcPr anchor="ctr">
                    <a:lnL>
                      <a:noFill/>
                    </a:lnL>
                    <a:lnR>
                      <a:noFill/>
                    </a:lnR>
                    <a:lnT>
                      <a:noFill/>
                    </a:lnT>
                    <a:lnB>
                      <a:noFill/>
                    </a:lnB>
                    <a:noFill/>
                  </a:tcPr>
                </a:tc>
                <a:tc>
                  <a:txBody>
                    <a:bodyPr/>
                    <a:lstStyle/>
                    <a:p>
                      <a:r>
                        <a:rPr lang="en-US"/>
                        <a:t>120</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660241171"/>
                  </a:ext>
                </a:extLst>
              </a:tr>
              <a:tr h="410431">
                <a:tc>
                  <a:txBody>
                    <a:bodyPr/>
                    <a:lstStyle/>
                    <a:p>
                      <a:r>
                        <a:rPr lang="en-US"/>
                        <a:t>104</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NA</a:t>
                      </a:r>
                    </a:p>
                  </a:txBody>
                  <a:tcPr anchor="ctr">
                    <a:lnL>
                      <a:noFill/>
                    </a:lnL>
                    <a:lnR>
                      <a:noFill/>
                    </a:lnR>
                    <a:lnT>
                      <a:noFill/>
                    </a:lnT>
                    <a:lnB>
                      <a:noFill/>
                    </a:lnB>
                    <a:noFill/>
                  </a:tcPr>
                </a:tc>
                <a:tc>
                  <a:txBody>
                    <a:bodyPr/>
                    <a:lstStyle/>
                    <a:p>
                      <a:r>
                        <a:rPr lang="en-US"/>
                        <a:t>120</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dirty="0"/>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337446208"/>
                  </a:ext>
                </a:extLst>
              </a:tr>
              <a:tr h="410431">
                <a:tc>
                  <a:txBody>
                    <a:bodyPr/>
                    <a:lstStyle/>
                    <a:p>
                      <a:r>
                        <a:rPr lang="en-US"/>
                        <a:t>105</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15</a:t>
                      </a:r>
                    </a:p>
                  </a:txBody>
                  <a:tcPr anchor="ctr">
                    <a:lnL>
                      <a:noFill/>
                    </a:lnL>
                    <a:lnR>
                      <a:noFill/>
                    </a:lnR>
                    <a:lnT>
                      <a:noFill/>
                    </a:lnT>
                    <a:lnB>
                      <a:noFill/>
                    </a:lnB>
                    <a:noFill/>
                  </a:tcPr>
                </a:tc>
                <a:tc>
                  <a:txBody>
                    <a:bodyPr/>
                    <a:lstStyle/>
                    <a:p>
                      <a:r>
                        <a:rPr lang="en-US" dirty="0"/>
                        <a:t>66</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r>
                        <a:rPr lang="en-US"/>
                        <a:t>English</a:t>
                      </a:r>
                    </a:p>
                  </a:txBody>
                  <a:tcPr anchor="ctr">
                    <a:lnL>
                      <a:noFill/>
                    </a:lnL>
                    <a:lnR>
                      <a:noFill/>
                    </a:lnR>
                    <a:lnT>
                      <a:noFill/>
                    </a:lnT>
                    <a:lnB>
                      <a:noFill/>
                    </a:lnB>
                    <a:noFill/>
                  </a:tcPr>
                </a:tc>
                <a:tc>
                  <a:txBody>
                    <a:bodyPr/>
                    <a:lstStyle/>
                    <a:p>
                      <a:r>
                        <a:rPr lang="en-US"/>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816919584"/>
                  </a:ext>
                </a:extLst>
              </a:tr>
              <a:tr h="410431">
                <a:tc>
                  <a:txBody>
                    <a:bodyPr/>
                    <a:lstStyle/>
                    <a:p>
                      <a:r>
                        <a:rPr lang="en-US"/>
                        <a:t>106</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16</a:t>
                      </a:r>
                    </a:p>
                  </a:txBody>
                  <a:tcPr anchor="ctr">
                    <a:lnL>
                      <a:noFill/>
                    </a:lnL>
                    <a:lnR>
                      <a:noFill/>
                    </a:lnR>
                    <a:lnT>
                      <a:noFill/>
                    </a:lnT>
                    <a:lnB>
                      <a:noFill/>
                    </a:lnB>
                    <a:noFill/>
                  </a:tcPr>
                </a:tc>
                <a:tc>
                  <a:txBody>
                    <a:bodyPr/>
                    <a:lstStyle/>
                    <a:p>
                      <a:r>
                        <a:rPr lang="en-US"/>
                        <a:t>-20</a:t>
                      </a:r>
                    </a:p>
                  </a:txBody>
                  <a:tcPr anchor="ctr">
                    <a:lnL>
                      <a:noFill/>
                    </a:lnL>
                    <a:lnR>
                      <a:noFill/>
                    </a:lnR>
                    <a:lnT>
                      <a:noFill/>
                    </a:lnT>
                    <a:lnB>
                      <a:noFill/>
                    </a:lnB>
                    <a:noFill/>
                  </a:tcPr>
                </a:tc>
                <a:tc>
                  <a:txBody>
                    <a:bodyPr/>
                    <a:lstStyle/>
                    <a:p>
                      <a:r>
                        <a:rPr lang="en-US"/>
                        <a:t>Physics</a:t>
                      </a:r>
                    </a:p>
                  </a:txBody>
                  <a:tcPr anchor="ctr">
                    <a:lnL>
                      <a:noFill/>
                    </a:lnL>
                    <a:lnR>
                      <a:noFill/>
                    </a:lnR>
                    <a:lnT>
                      <a:noFill/>
                    </a:lnT>
                    <a:lnB>
                      <a:noFill/>
                    </a:lnB>
                    <a:noFill/>
                  </a:tcPr>
                </a:tc>
                <a:tc>
                  <a:txBody>
                    <a:bodyPr/>
                    <a:lstStyle/>
                    <a:p>
                      <a:r>
                        <a:rPr lang="en-US"/>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364842690"/>
                  </a:ext>
                </a:extLst>
              </a:tr>
              <a:tr h="410431">
                <a:tc>
                  <a:txBody>
                    <a:bodyPr/>
                    <a:lstStyle/>
                    <a:p>
                      <a:r>
                        <a:rPr lang="en-US"/>
                        <a:t>107</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18</a:t>
                      </a:r>
                    </a:p>
                  </a:txBody>
                  <a:tcPr anchor="ctr">
                    <a:lnL>
                      <a:noFill/>
                    </a:lnL>
                    <a:lnR>
                      <a:noFill/>
                    </a:lnR>
                    <a:lnT>
                      <a:noFill/>
                    </a:lnT>
                    <a:lnB>
                      <a:noFill/>
                    </a:lnB>
                    <a:noFill/>
                  </a:tcPr>
                </a:tc>
                <a:tc>
                  <a:txBody>
                    <a:bodyPr/>
                    <a:lstStyle/>
                    <a:p>
                      <a:r>
                        <a:rPr lang="en-US"/>
                        <a:t>91</a:t>
                      </a:r>
                    </a:p>
                  </a:txBody>
                  <a:tcPr anchor="ctr">
                    <a:lnL>
                      <a:noFill/>
                    </a:lnL>
                    <a:lnR>
                      <a:noFill/>
                    </a:lnR>
                    <a:lnT>
                      <a:noFill/>
                    </a:lnT>
                    <a:lnB>
                      <a:noFill/>
                    </a:lnB>
                    <a:noFill/>
                  </a:tcPr>
                </a:tc>
                <a:tc>
                  <a:txBody>
                    <a:bodyPr/>
                    <a:lstStyle/>
                    <a:p>
                      <a:r>
                        <a:rPr lang="en-US"/>
                        <a:t>English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182649329"/>
                  </a:ext>
                </a:extLst>
              </a:tr>
              <a:tr h="410431">
                <a:tc>
                  <a:txBody>
                    <a:bodyPr/>
                    <a:lstStyle/>
                    <a:p>
                      <a:r>
                        <a:rPr lang="en-US"/>
                        <a:t>108</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17</a:t>
                      </a:r>
                    </a:p>
                  </a:txBody>
                  <a:tcPr anchor="ctr">
                    <a:lnL>
                      <a:noFill/>
                    </a:lnL>
                    <a:lnR>
                      <a:noFill/>
                    </a:lnR>
                    <a:lnT>
                      <a:noFill/>
                    </a:lnT>
                    <a:lnB>
                      <a:noFill/>
                    </a:lnB>
                    <a:noFill/>
                  </a:tcPr>
                </a:tc>
                <a:tc>
                  <a:txBody>
                    <a:bodyPr/>
                    <a:lstStyle/>
                    <a:p>
                      <a:r>
                        <a:rPr lang="en-US"/>
                        <a:t>88</a:t>
                      </a:r>
                    </a:p>
                  </a:txBody>
                  <a:tcPr anchor="ctr">
                    <a:lnL>
                      <a:noFill/>
                    </a:lnL>
                    <a:lnR>
                      <a:noFill/>
                    </a:lnR>
                    <a:lnT>
                      <a:noFill/>
                    </a:lnT>
                    <a:lnB>
                      <a:noFill/>
                    </a:lnB>
                    <a:noFill/>
                  </a:tcPr>
                </a:tc>
                <a:tc>
                  <a:txBody>
                    <a:bodyPr/>
                    <a:lstStyle/>
                    <a:p>
                      <a:r>
                        <a:rPr lang="en-US"/>
                        <a:t>Physics</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260074097"/>
                  </a:ext>
                </a:extLst>
              </a:tr>
              <a:tr h="410431">
                <a:tc>
                  <a:txBody>
                    <a:bodyPr/>
                    <a:lstStyle/>
                    <a:p>
                      <a:r>
                        <a:rPr lang="en-US"/>
                        <a:t>109</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r>
                        <a:rPr lang="en-US" dirty="0"/>
                        <a:t>19</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a:t>NA</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a:t>English</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dirty="0"/>
                        <a:t>Yes</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3643554"/>
                  </a:ext>
                </a:extLst>
              </a:tr>
            </a:tbl>
          </a:graphicData>
        </a:graphic>
      </p:graphicFrame>
      <p:pic>
        <p:nvPicPr>
          <p:cNvPr id="3" name="Picture 2" descr="Iqra University - IU">
            <a:extLst>
              <a:ext uri="{FF2B5EF4-FFF2-40B4-BE49-F238E27FC236}">
                <a16:creationId xmlns:a16="http://schemas.microsoft.com/office/drawing/2014/main" id="{C462C7F0-FC28-1F50-007F-0EE66D6A1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104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7E3BC-A7A3-9262-5E65-32C249C1AE65}"/>
              </a:ext>
            </a:extLst>
          </p:cNvPr>
          <p:cNvSpPr>
            <a:spLocks noGrp="1"/>
          </p:cNvSpPr>
          <p:nvPr>
            <p:ph type="title"/>
          </p:nvPr>
        </p:nvSpPr>
        <p:spPr/>
        <p:txBody>
          <a:bodyPr/>
          <a:lstStyle/>
          <a:p>
            <a:r>
              <a:rPr lang="en-US" dirty="0"/>
              <a:t>Data Cleansing (4/6)</a:t>
            </a:r>
          </a:p>
        </p:txBody>
      </p:sp>
      <p:graphicFrame>
        <p:nvGraphicFramePr>
          <p:cNvPr id="4" name="Content Placeholder 3">
            <a:extLst>
              <a:ext uri="{FF2B5EF4-FFF2-40B4-BE49-F238E27FC236}">
                <a16:creationId xmlns:a16="http://schemas.microsoft.com/office/drawing/2014/main" id="{B2F985D4-C18D-E744-4DBE-E3426684A674}"/>
              </a:ext>
            </a:extLst>
          </p:cNvPr>
          <p:cNvGraphicFramePr>
            <a:graphicFrameLocks noGrp="1"/>
          </p:cNvGraphicFramePr>
          <p:nvPr>
            <p:ph idx="1"/>
            <p:extLst>
              <p:ext uri="{D42A27DB-BD31-4B8C-83A1-F6EECF244321}">
                <p14:modId xmlns:p14="http://schemas.microsoft.com/office/powerpoint/2010/main" val="1893782312"/>
              </p:ext>
            </p:extLst>
          </p:nvPr>
        </p:nvGraphicFramePr>
        <p:xfrm>
          <a:off x="7282926" y="1807285"/>
          <a:ext cx="4587240" cy="4512827"/>
        </p:xfrm>
        <a:graphic>
          <a:graphicData uri="http://schemas.openxmlformats.org/drawingml/2006/table">
            <a:tbl>
              <a:tblPr/>
              <a:tblGrid>
                <a:gridCol w="917448">
                  <a:extLst>
                    <a:ext uri="{9D8B030D-6E8A-4147-A177-3AD203B41FA5}">
                      <a16:colId xmlns:a16="http://schemas.microsoft.com/office/drawing/2014/main" val="80233635"/>
                    </a:ext>
                  </a:extLst>
                </a:gridCol>
                <a:gridCol w="653042">
                  <a:extLst>
                    <a:ext uri="{9D8B030D-6E8A-4147-A177-3AD203B41FA5}">
                      <a16:colId xmlns:a16="http://schemas.microsoft.com/office/drawing/2014/main" val="3398290213"/>
                    </a:ext>
                  </a:extLst>
                </a:gridCol>
                <a:gridCol w="1181854">
                  <a:extLst>
                    <a:ext uri="{9D8B030D-6E8A-4147-A177-3AD203B41FA5}">
                      <a16:colId xmlns:a16="http://schemas.microsoft.com/office/drawing/2014/main" val="775830297"/>
                    </a:ext>
                  </a:extLst>
                </a:gridCol>
                <a:gridCol w="917448">
                  <a:extLst>
                    <a:ext uri="{9D8B030D-6E8A-4147-A177-3AD203B41FA5}">
                      <a16:colId xmlns:a16="http://schemas.microsoft.com/office/drawing/2014/main" val="1742606572"/>
                    </a:ext>
                  </a:extLst>
                </a:gridCol>
                <a:gridCol w="917448">
                  <a:extLst>
                    <a:ext uri="{9D8B030D-6E8A-4147-A177-3AD203B41FA5}">
                      <a16:colId xmlns:a16="http://schemas.microsoft.com/office/drawing/2014/main" val="1610598945"/>
                    </a:ext>
                  </a:extLst>
                </a:gridCol>
              </a:tblGrid>
              <a:tr h="410257">
                <a:tc>
                  <a:txBody>
                    <a:bodyPr/>
                    <a:lstStyle/>
                    <a:p>
                      <a:r>
                        <a:rPr lang="en-US" dirty="0"/>
                        <a:t>ID</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r>
                        <a:rPr lang="en-US"/>
                        <a:t>Age</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dirty="0"/>
                        <a:t>TestScore</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a:t>Subject</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dirty="0"/>
                        <a:t>Passed</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230581997"/>
                  </a:ext>
                </a:extLst>
              </a:tr>
              <a:tr h="410257">
                <a:tc>
                  <a:txBody>
                    <a:bodyPr/>
                    <a:lstStyle/>
                    <a:p>
                      <a:r>
                        <a:rPr lang="en-US"/>
                        <a:t>101</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17</a:t>
                      </a:r>
                    </a:p>
                  </a:txBody>
                  <a:tcPr anchor="ctr">
                    <a:lnL>
                      <a:noFill/>
                    </a:lnL>
                    <a:lnR>
                      <a:noFill/>
                    </a:lnR>
                    <a:lnT>
                      <a:noFill/>
                    </a:lnT>
                    <a:lnB>
                      <a:noFill/>
                    </a:lnB>
                    <a:noFill/>
                  </a:tcPr>
                </a:tc>
                <a:tc>
                  <a:txBody>
                    <a:bodyPr/>
                    <a:lstStyle/>
                    <a:p>
                      <a:r>
                        <a:rPr lang="en-US" dirty="0"/>
                        <a:t>85</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897193185"/>
                  </a:ext>
                </a:extLst>
              </a:tr>
              <a:tr h="410257">
                <a:tc>
                  <a:txBody>
                    <a:bodyPr/>
                    <a:lstStyle/>
                    <a:p>
                      <a:r>
                        <a:rPr lang="en-US"/>
                        <a:t>102</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16</a:t>
                      </a:r>
                    </a:p>
                  </a:txBody>
                  <a:tcPr anchor="ctr">
                    <a:lnL>
                      <a:noFill/>
                    </a:lnL>
                    <a:lnR>
                      <a:noFill/>
                    </a:lnR>
                    <a:lnT>
                      <a:noFill/>
                    </a:lnT>
                    <a:lnB>
                      <a:noFill/>
                    </a:lnB>
                    <a:noFill/>
                  </a:tcPr>
                </a:tc>
                <a:tc>
                  <a:txBody>
                    <a:bodyPr/>
                    <a:lstStyle/>
                    <a:p>
                      <a:r>
                        <a:rPr lang="en-US" b="1"/>
                        <a:t>79</a:t>
                      </a:r>
                      <a:endParaRPr lang="en-US"/>
                    </a:p>
                  </a:txBody>
                  <a:tcPr anchor="ctr">
                    <a:lnL>
                      <a:noFill/>
                    </a:lnL>
                    <a:lnR>
                      <a:noFill/>
                    </a:lnR>
                    <a:lnT>
                      <a:noFill/>
                    </a:lnT>
                    <a:lnB>
                      <a:noFill/>
                    </a:lnB>
                    <a:noFill/>
                  </a:tcPr>
                </a:tc>
                <a:tc>
                  <a:txBody>
                    <a:bodyPr/>
                    <a:lstStyle/>
                    <a:p>
                      <a:r>
                        <a:rPr lang="en-US"/>
                        <a:t>Physics</a:t>
                      </a:r>
                    </a:p>
                  </a:txBody>
                  <a:tcPr anchor="ctr">
                    <a:lnL>
                      <a:noFill/>
                    </a:lnL>
                    <a:lnR>
                      <a:noFill/>
                    </a:lnR>
                    <a:lnT>
                      <a:noFill/>
                    </a:lnT>
                    <a:lnB>
                      <a:noFill/>
                    </a:lnB>
                    <a:noFill/>
                  </a:tcPr>
                </a:tc>
                <a:tc>
                  <a:txBody>
                    <a:bodyPr/>
                    <a:lstStyle/>
                    <a:p>
                      <a:r>
                        <a:rPr lang="en-US"/>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702927055"/>
                  </a:ext>
                </a:extLst>
              </a:tr>
              <a:tr h="410257">
                <a:tc>
                  <a:txBody>
                    <a:bodyPr/>
                    <a:lstStyle/>
                    <a:p>
                      <a:r>
                        <a:rPr lang="en-US"/>
                        <a:t>103</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17</a:t>
                      </a:r>
                    </a:p>
                  </a:txBody>
                  <a:tcPr anchor="ctr">
                    <a:lnL>
                      <a:noFill/>
                    </a:lnL>
                    <a:lnR>
                      <a:noFill/>
                    </a:lnR>
                    <a:lnT>
                      <a:noFill/>
                    </a:lnT>
                    <a:lnB>
                      <a:noFill/>
                    </a:lnB>
                    <a:noFill/>
                  </a:tcPr>
                </a:tc>
                <a:tc>
                  <a:txBody>
                    <a:bodyPr/>
                    <a:lstStyle/>
                    <a:p>
                      <a:r>
                        <a:rPr lang="en-US"/>
                        <a:t>78</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782901048"/>
                  </a:ext>
                </a:extLst>
              </a:tr>
              <a:tr h="410257">
                <a:tc>
                  <a:txBody>
                    <a:bodyPr/>
                    <a:lstStyle/>
                    <a:p>
                      <a:r>
                        <a:rPr lang="en-US"/>
                        <a:t>104</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b="1"/>
                        <a:t>17</a:t>
                      </a:r>
                      <a:endParaRPr lang="en-US"/>
                    </a:p>
                  </a:txBody>
                  <a:tcPr anchor="ctr">
                    <a:lnL>
                      <a:noFill/>
                    </a:lnL>
                    <a:lnR>
                      <a:noFill/>
                    </a:lnR>
                    <a:lnT>
                      <a:noFill/>
                    </a:lnT>
                    <a:lnB>
                      <a:noFill/>
                    </a:lnB>
                    <a:noFill/>
                  </a:tcPr>
                </a:tc>
                <a:tc>
                  <a:txBody>
                    <a:bodyPr/>
                    <a:lstStyle/>
                    <a:p>
                      <a:r>
                        <a:rPr lang="en-US"/>
                        <a:t>120</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150568980"/>
                  </a:ext>
                </a:extLst>
              </a:tr>
              <a:tr h="410257">
                <a:tc>
                  <a:txBody>
                    <a:bodyPr/>
                    <a:lstStyle/>
                    <a:p>
                      <a:r>
                        <a:rPr lang="en-US"/>
                        <a:t>104</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b="1" dirty="0"/>
                        <a:t>17</a:t>
                      </a:r>
                      <a:endParaRPr lang="en-US" dirty="0"/>
                    </a:p>
                  </a:txBody>
                  <a:tcPr anchor="ctr">
                    <a:lnL>
                      <a:noFill/>
                    </a:lnL>
                    <a:lnR>
                      <a:noFill/>
                    </a:lnR>
                    <a:lnT>
                      <a:noFill/>
                    </a:lnT>
                    <a:lnB>
                      <a:noFill/>
                    </a:lnB>
                    <a:noFill/>
                  </a:tcPr>
                </a:tc>
                <a:tc>
                  <a:txBody>
                    <a:bodyPr/>
                    <a:lstStyle/>
                    <a:p>
                      <a:r>
                        <a:rPr lang="en-US"/>
                        <a:t>120</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548142361"/>
                  </a:ext>
                </a:extLst>
              </a:tr>
              <a:tr h="410257">
                <a:tc>
                  <a:txBody>
                    <a:bodyPr/>
                    <a:lstStyle/>
                    <a:p>
                      <a:r>
                        <a:rPr lang="en-US"/>
                        <a:t>105</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15</a:t>
                      </a:r>
                    </a:p>
                  </a:txBody>
                  <a:tcPr anchor="ctr">
                    <a:lnL>
                      <a:noFill/>
                    </a:lnL>
                    <a:lnR>
                      <a:noFill/>
                    </a:lnR>
                    <a:lnT>
                      <a:noFill/>
                    </a:lnT>
                    <a:lnB>
                      <a:noFill/>
                    </a:lnB>
                    <a:noFill/>
                  </a:tcPr>
                </a:tc>
                <a:tc>
                  <a:txBody>
                    <a:bodyPr/>
                    <a:lstStyle/>
                    <a:p>
                      <a:r>
                        <a:rPr lang="en-US"/>
                        <a:t>66</a:t>
                      </a:r>
                    </a:p>
                  </a:txBody>
                  <a:tcPr anchor="ctr">
                    <a:lnL>
                      <a:noFill/>
                    </a:lnL>
                    <a:lnR>
                      <a:noFill/>
                    </a:lnR>
                    <a:lnT>
                      <a:noFill/>
                    </a:lnT>
                    <a:lnB>
                      <a:noFill/>
                    </a:lnB>
                    <a:noFill/>
                  </a:tcPr>
                </a:tc>
                <a:tc>
                  <a:txBody>
                    <a:bodyPr/>
                    <a:lstStyle/>
                    <a:p>
                      <a:r>
                        <a:rPr lang="en-US"/>
                        <a:t>English</a:t>
                      </a:r>
                    </a:p>
                  </a:txBody>
                  <a:tcPr anchor="ctr">
                    <a:lnL>
                      <a:noFill/>
                    </a:lnL>
                    <a:lnR>
                      <a:noFill/>
                    </a:lnR>
                    <a:lnT>
                      <a:noFill/>
                    </a:lnT>
                    <a:lnB>
                      <a:noFill/>
                    </a:lnB>
                    <a:noFill/>
                  </a:tcPr>
                </a:tc>
                <a:tc>
                  <a:txBody>
                    <a:bodyPr/>
                    <a:lstStyle/>
                    <a:p>
                      <a:r>
                        <a:rPr lang="en-US"/>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477484063"/>
                  </a:ext>
                </a:extLst>
              </a:tr>
              <a:tr h="410257">
                <a:tc>
                  <a:txBody>
                    <a:bodyPr/>
                    <a:lstStyle/>
                    <a:p>
                      <a:r>
                        <a:rPr lang="en-US"/>
                        <a:t>106</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16</a:t>
                      </a:r>
                    </a:p>
                  </a:txBody>
                  <a:tcPr anchor="ctr">
                    <a:lnL>
                      <a:noFill/>
                    </a:lnL>
                    <a:lnR>
                      <a:noFill/>
                    </a:lnR>
                    <a:lnT>
                      <a:noFill/>
                    </a:lnT>
                    <a:lnB>
                      <a:noFill/>
                    </a:lnB>
                    <a:noFill/>
                  </a:tcPr>
                </a:tc>
                <a:tc>
                  <a:txBody>
                    <a:bodyPr/>
                    <a:lstStyle/>
                    <a:p>
                      <a:r>
                        <a:rPr lang="en-US"/>
                        <a:t>-20</a:t>
                      </a:r>
                    </a:p>
                  </a:txBody>
                  <a:tcPr anchor="ctr">
                    <a:lnL>
                      <a:noFill/>
                    </a:lnL>
                    <a:lnR>
                      <a:noFill/>
                    </a:lnR>
                    <a:lnT>
                      <a:noFill/>
                    </a:lnT>
                    <a:lnB>
                      <a:noFill/>
                    </a:lnB>
                    <a:noFill/>
                  </a:tcPr>
                </a:tc>
                <a:tc>
                  <a:txBody>
                    <a:bodyPr/>
                    <a:lstStyle/>
                    <a:p>
                      <a:r>
                        <a:rPr lang="en-US"/>
                        <a:t>Physics</a:t>
                      </a:r>
                    </a:p>
                  </a:txBody>
                  <a:tcPr anchor="ctr">
                    <a:lnL>
                      <a:noFill/>
                    </a:lnL>
                    <a:lnR>
                      <a:noFill/>
                    </a:lnR>
                    <a:lnT>
                      <a:noFill/>
                    </a:lnT>
                    <a:lnB>
                      <a:noFill/>
                    </a:lnB>
                    <a:noFill/>
                  </a:tcPr>
                </a:tc>
                <a:tc>
                  <a:txBody>
                    <a:bodyPr/>
                    <a:lstStyle/>
                    <a:p>
                      <a:r>
                        <a:rPr lang="en-US"/>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432787246"/>
                  </a:ext>
                </a:extLst>
              </a:tr>
              <a:tr h="410257">
                <a:tc>
                  <a:txBody>
                    <a:bodyPr/>
                    <a:lstStyle/>
                    <a:p>
                      <a:r>
                        <a:rPr lang="en-US"/>
                        <a:t>107</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18</a:t>
                      </a:r>
                    </a:p>
                  </a:txBody>
                  <a:tcPr anchor="ctr">
                    <a:lnL>
                      <a:noFill/>
                    </a:lnL>
                    <a:lnR>
                      <a:noFill/>
                    </a:lnR>
                    <a:lnT>
                      <a:noFill/>
                    </a:lnT>
                    <a:lnB>
                      <a:noFill/>
                    </a:lnB>
                    <a:noFill/>
                  </a:tcPr>
                </a:tc>
                <a:tc>
                  <a:txBody>
                    <a:bodyPr/>
                    <a:lstStyle/>
                    <a:p>
                      <a:r>
                        <a:rPr lang="en-US"/>
                        <a:t>91</a:t>
                      </a:r>
                    </a:p>
                  </a:txBody>
                  <a:tcPr anchor="ctr">
                    <a:lnL>
                      <a:noFill/>
                    </a:lnL>
                    <a:lnR>
                      <a:noFill/>
                    </a:lnR>
                    <a:lnT>
                      <a:noFill/>
                    </a:lnT>
                    <a:lnB>
                      <a:noFill/>
                    </a:lnB>
                    <a:noFill/>
                  </a:tcPr>
                </a:tc>
                <a:tc>
                  <a:txBody>
                    <a:bodyPr/>
                    <a:lstStyle/>
                    <a:p>
                      <a:r>
                        <a:rPr lang="en-US"/>
                        <a:t>English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317625364"/>
                  </a:ext>
                </a:extLst>
              </a:tr>
              <a:tr h="410257">
                <a:tc>
                  <a:txBody>
                    <a:bodyPr/>
                    <a:lstStyle/>
                    <a:p>
                      <a:r>
                        <a:rPr lang="en-US"/>
                        <a:t>108</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17</a:t>
                      </a:r>
                    </a:p>
                  </a:txBody>
                  <a:tcPr anchor="ctr">
                    <a:lnL>
                      <a:noFill/>
                    </a:lnL>
                    <a:lnR>
                      <a:noFill/>
                    </a:lnR>
                    <a:lnT>
                      <a:noFill/>
                    </a:lnT>
                    <a:lnB>
                      <a:noFill/>
                    </a:lnB>
                    <a:noFill/>
                  </a:tcPr>
                </a:tc>
                <a:tc>
                  <a:txBody>
                    <a:bodyPr/>
                    <a:lstStyle/>
                    <a:p>
                      <a:r>
                        <a:rPr lang="en-US"/>
                        <a:t>88</a:t>
                      </a:r>
                    </a:p>
                  </a:txBody>
                  <a:tcPr anchor="ctr">
                    <a:lnL>
                      <a:noFill/>
                    </a:lnL>
                    <a:lnR>
                      <a:noFill/>
                    </a:lnR>
                    <a:lnT>
                      <a:noFill/>
                    </a:lnT>
                    <a:lnB>
                      <a:noFill/>
                    </a:lnB>
                    <a:noFill/>
                  </a:tcPr>
                </a:tc>
                <a:tc>
                  <a:txBody>
                    <a:bodyPr/>
                    <a:lstStyle/>
                    <a:p>
                      <a:r>
                        <a:rPr lang="en-US"/>
                        <a:t>Physics</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333772992"/>
                  </a:ext>
                </a:extLst>
              </a:tr>
              <a:tr h="410257">
                <a:tc>
                  <a:txBody>
                    <a:bodyPr/>
                    <a:lstStyle/>
                    <a:p>
                      <a:r>
                        <a:rPr lang="en-US"/>
                        <a:t>109</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r>
                        <a:rPr lang="en-US"/>
                        <a:t>19</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b="1"/>
                        <a:t>79</a:t>
                      </a:r>
                      <a:endParaRPr lang="en-US"/>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a:t>English</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dirty="0"/>
                        <a:t>Yes</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3094541"/>
                  </a:ext>
                </a:extLst>
              </a:tr>
            </a:tbl>
          </a:graphicData>
        </a:graphic>
      </p:graphicFrame>
      <p:sp>
        <p:nvSpPr>
          <p:cNvPr id="6" name="TextBox 5">
            <a:extLst>
              <a:ext uri="{FF2B5EF4-FFF2-40B4-BE49-F238E27FC236}">
                <a16:creationId xmlns:a16="http://schemas.microsoft.com/office/drawing/2014/main" id="{222C0CD9-9F7A-E192-E7B1-643835E9CBA2}"/>
              </a:ext>
            </a:extLst>
          </p:cNvPr>
          <p:cNvSpPr txBox="1"/>
          <p:nvPr/>
        </p:nvSpPr>
        <p:spPr>
          <a:xfrm>
            <a:off x="731520" y="1893346"/>
            <a:ext cx="6131859" cy="3670236"/>
          </a:xfrm>
          <a:prstGeom prst="rect">
            <a:avLst/>
          </a:prstGeom>
          <a:noFill/>
        </p:spPr>
        <p:txBody>
          <a:bodyPr wrap="square" rtlCol="0">
            <a:spAutoFit/>
          </a:bodyPr>
          <a:lstStyle/>
          <a:p>
            <a:r>
              <a:rPr lang="en-US" sz="2400" b="1" dirty="0"/>
              <a:t>Missing Values</a:t>
            </a:r>
          </a:p>
          <a:p>
            <a:endParaRPr lang="en-US" sz="1050" b="1" dirty="0"/>
          </a:p>
          <a:p>
            <a:r>
              <a:rPr lang="en-US" sz="2000" b="1" dirty="0"/>
              <a:t>Imputation (Mean Imputation)</a:t>
            </a:r>
          </a:p>
          <a:p>
            <a:endParaRPr lang="en-US" sz="2000" b="1" dirty="0"/>
          </a:p>
          <a:p>
            <a:pPr>
              <a:buNone/>
            </a:pPr>
            <a:r>
              <a:rPr lang="en-US" sz="2000" dirty="0"/>
              <a:t>Mean Age Calculation</a:t>
            </a:r>
            <a:br>
              <a:rPr lang="en-US" sz="2000" dirty="0"/>
            </a:br>
            <a:r>
              <a:rPr lang="en-US" sz="2000" dirty="0"/>
              <a:t>(17 + 16 + 17 + 15 + 16 + 18 + 17 + 19) ÷ 8 = 16.875 ≈ </a:t>
            </a:r>
            <a:r>
              <a:rPr lang="en-US" sz="2000" b="1" dirty="0"/>
              <a:t>17</a:t>
            </a:r>
          </a:p>
          <a:p>
            <a:pPr>
              <a:buNone/>
            </a:pPr>
            <a:endParaRPr lang="en-US" sz="2000" dirty="0"/>
          </a:p>
          <a:p>
            <a:r>
              <a:rPr lang="en-US" sz="2000" dirty="0"/>
              <a:t>Mean TestScore Calculation</a:t>
            </a:r>
            <a:br>
              <a:rPr lang="en-US" sz="2000" dirty="0"/>
            </a:br>
            <a:r>
              <a:rPr lang="en-US" sz="2000" dirty="0"/>
              <a:t>(85 + 78 + 120 + 120 + 66 + (-20) + 91 + 88) ÷ 8 = 78.5 ≈ </a:t>
            </a:r>
            <a:r>
              <a:rPr lang="en-US" sz="2000" b="1" dirty="0"/>
              <a:t>79</a:t>
            </a:r>
            <a:endParaRPr lang="en-US" sz="2000" dirty="0"/>
          </a:p>
          <a:p>
            <a:endParaRPr lang="en-US" sz="2000" b="1" dirty="0"/>
          </a:p>
          <a:p>
            <a:endParaRPr lang="en-US" dirty="0"/>
          </a:p>
        </p:txBody>
      </p:sp>
      <p:pic>
        <p:nvPicPr>
          <p:cNvPr id="3" name="Picture 2" descr="Iqra University - IU">
            <a:extLst>
              <a:ext uri="{FF2B5EF4-FFF2-40B4-BE49-F238E27FC236}">
                <a16:creationId xmlns:a16="http://schemas.microsoft.com/office/drawing/2014/main" id="{C2A9C04A-F41A-C6DA-9277-7FB2BC863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8449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EBEF6-13DD-7751-BD3A-F0DA4C8B35CA}"/>
              </a:ext>
            </a:extLst>
          </p:cNvPr>
          <p:cNvSpPr>
            <a:spLocks noGrp="1"/>
          </p:cNvSpPr>
          <p:nvPr>
            <p:ph type="title"/>
          </p:nvPr>
        </p:nvSpPr>
        <p:spPr/>
        <p:txBody>
          <a:bodyPr/>
          <a:lstStyle/>
          <a:p>
            <a:r>
              <a:rPr lang="en-US" dirty="0"/>
              <a:t>Data Cleansing (5/6)</a:t>
            </a:r>
          </a:p>
        </p:txBody>
      </p:sp>
      <p:graphicFrame>
        <p:nvGraphicFramePr>
          <p:cNvPr id="4" name="Content Placeholder 3">
            <a:extLst>
              <a:ext uri="{FF2B5EF4-FFF2-40B4-BE49-F238E27FC236}">
                <a16:creationId xmlns:a16="http://schemas.microsoft.com/office/drawing/2014/main" id="{23968FDD-4A4B-FCE6-C8F2-9DF07A1EB904}"/>
              </a:ext>
            </a:extLst>
          </p:cNvPr>
          <p:cNvGraphicFramePr>
            <a:graphicFrameLocks noGrp="1"/>
          </p:cNvGraphicFramePr>
          <p:nvPr>
            <p:ph idx="1"/>
            <p:extLst>
              <p:ext uri="{D42A27DB-BD31-4B8C-83A1-F6EECF244321}">
                <p14:modId xmlns:p14="http://schemas.microsoft.com/office/powerpoint/2010/main" val="770751738"/>
              </p:ext>
            </p:extLst>
          </p:nvPr>
        </p:nvGraphicFramePr>
        <p:xfrm>
          <a:off x="3980329" y="1989613"/>
          <a:ext cx="7373470" cy="4023360"/>
        </p:xfrm>
        <a:graphic>
          <a:graphicData uri="http://schemas.openxmlformats.org/drawingml/2006/table">
            <a:tbl>
              <a:tblPr/>
              <a:tblGrid>
                <a:gridCol w="1474694">
                  <a:extLst>
                    <a:ext uri="{9D8B030D-6E8A-4147-A177-3AD203B41FA5}">
                      <a16:colId xmlns:a16="http://schemas.microsoft.com/office/drawing/2014/main" val="3806196122"/>
                    </a:ext>
                  </a:extLst>
                </a:gridCol>
                <a:gridCol w="1474694">
                  <a:extLst>
                    <a:ext uri="{9D8B030D-6E8A-4147-A177-3AD203B41FA5}">
                      <a16:colId xmlns:a16="http://schemas.microsoft.com/office/drawing/2014/main" val="105532951"/>
                    </a:ext>
                  </a:extLst>
                </a:gridCol>
                <a:gridCol w="1474694">
                  <a:extLst>
                    <a:ext uri="{9D8B030D-6E8A-4147-A177-3AD203B41FA5}">
                      <a16:colId xmlns:a16="http://schemas.microsoft.com/office/drawing/2014/main" val="2740067405"/>
                    </a:ext>
                  </a:extLst>
                </a:gridCol>
                <a:gridCol w="1474694">
                  <a:extLst>
                    <a:ext uri="{9D8B030D-6E8A-4147-A177-3AD203B41FA5}">
                      <a16:colId xmlns:a16="http://schemas.microsoft.com/office/drawing/2014/main" val="685976812"/>
                    </a:ext>
                  </a:extLst>
                </a:gridCol>
                <a:gridCol w="1474694">
                  <a:extLst>
                    <a:ext uri="{9D8B030D-6E8A-4147-A177-3AD203B41FA5}">
                      <a16:colId xmlns:a16="http://schemas.microsoft.com/office/drawing/2014/main" val="3858056453"/>
                    </a:ext>
                  </a:extLst>
                </a:gridCol>
              </a:tblGrid>
              <a:tr h="339305">
                <a:tc>
                  <a:txBody>
                    <a:bodyPr/>
                    <a:lstStyle/>
                    <a:p>
                      <a:r>
                        <a:rPr lang="en-US"/>
                        <a:t>StudentID</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a:t>TestScore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a:t>Subject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a:t>Passed</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1632894"/>
                  </a:ext>
                </a:extLst>
              </a:tr>
              <a:tr h="339305">
                <a:tc>
                  <a:txBody>
                    <a:bodyPr/>
                    <a:lstStyle/>
                    <a:p>
                      <a:r>
                        <a:rPr lang="en-US"/>
                        <a:t>101</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Yes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0651676"/>
                  </a:ext>
                </a:extLst>
              </a:tr>
              <a:tr h="339305">
                <a:tc>
                  <a:txBody>
                    <a:bodyPr/>
                    <a:lstStyle/>
                    <a:p>
                      <a:r>
                        <a:rPr lang="en-US"/>
                        <a:t>102</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No</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0982340"/>
                  </a:ext>
                </a:extLst>
              </a:tr>
              <a:tr h="339305">
                <a:tc>
                  <a:txBody>
                    <a:bodyPr/>
                    <a:lstStyle/>
                    <a:p>
                      <a:r>
                        <a:rPr lang="en-US"/>
                        <a:t>103</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Yes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1590315"/>
                  </a:ext>
                </a:extLst>
              </a:tr>
              <a:tr h="339305">
                <a:tc>
                  <a:txBody>
                    <a:bodyPr/>
                    <a:lstStyle/>
                    <a:p>
                      <a:r>
                        <a:rPr lang="en-US" dirty="0"/>
                        <a:t>104</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Yes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0628185"/>
                  </a:ext>
                </a:extLst>
              </a:tr>
              <a:tr h="339305">
                <a:tc>
                  <a:txBody>
                    <a:bodyPr/>
                    <a:lstStyle/>
                    <a:p>
                      <a:r>
                        <a:rPr lang="en-US"/>
                        <a:t>104</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Yes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0272762"/>
                  </a:ext>
                </a:extLst>
              </a:tr>
              <a:tr h="339305">
                <a:tc>
                  <a:txBody>
                    <a:bodyPr/>
                    <a:lstStyle/>
                    <a:p>
                      <a:r>
                        <a:rPr lang="en-US"/>
                        <a:t>105</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English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No</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8243678"/>
                  </a:ext>
                </a:extLst>
              </a:tr>
              <a:tr h="339305">
                <a:tc>
                  <a:txBody>
                    <a:bodyPr/>
                    <a:lstStyle/>
                    <a:p>
                      <a:r>
                        <a:rPr lang="en-US"/>
                        <a:t>106</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No</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2084478"/>
                  </a:ext>
                </a:extLst>
              </a:tr>
              <a:tr h="339305">
                <a:tc>
                  <a:txBody>
                    <a:bodyPr/>
                    <a:lstStyle/>
                    <a:p>
                      <a:r>
                        <a:rPr lang="en-US"/>
                        <a:t>107</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English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Yes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0272012"/>
                  </a:ext>
                </a:extLst>
              </a:tr>
              <a:tr h="339305">
                <a:tc>
                  <a:txBody>
                    <a:bodyPr/>
                    <a:lstStyle/>
                    <a:p>
                      <a:r>
                        <a:rPr lang="en-US"/>
                        <a:t>108</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Physics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Yes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853105"/>
                  </a:ext>
                </a:extLst>
              </a:tr>
              <a:tr h="339305">
                <a:tc>
                  <a:txBody>
                    <a:bodyPr/>
                    <a:lstStyle/>
                    <a:p>
                      <a:r>
                        <a:rPr lang="en-US"/>
                        <a:t>109</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a:t>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a:t>English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r>
                        <a:rPr lang="en-US" dirty="0"/>
                        <a:t>Yes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29165481"/>
                  </a:ext>
                </a:extLst>
              </a:tr>
            </a:tbl>
          </a:graphicData>
        </a:graphic>
      </p:graphicFrame>
      <p:sp>
        <p:nvSpPr>
          <p:cNvPr id="6" name="Rectangle 2">
            <a:extLst>
              <a:ext uri="{FF2B5EF4-FFF2-40B4-BE49-F238E27FC236}">
                <a16:creationId xmlns:a16="http://schemas.microsoft.com/office/drawing/2014/main" id="{225C0394-2658-AED2-A0D1-757DF61FA248}"/>
              </a:ext>
            </a:extLst>
          </p:cNvPr>
          <p:cNvSpPr>
            <a:spLocks noChangeArrowheads="1"/>
          </p:cNvSpPr>
          <p:nvPr/>
        </p:nvSpPr>
        <p:spPr bwMode="auto">
          <a:xfrm>
            <a:off x="838200" y="1573681"/>
            <a:ext cx="282926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t>Duplicate Values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Duplicates: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latin typeface="Times New Roman" panose="02020603050405020304" pitchFamily="18" charset="0"/>
                <a:cs typeface="Times New Roman" panose="02020603050405020304" pitchFamily="18" charset="0"/>
              </a:rPr>
              <a:t>StudentID</a:t>
            </a:r>
            <a:r>
              <a:rPr lang="en-US" altLang="en-US" dirty="0">
                <a:latin typeface="Times New Roman" panose="02020603050405020304" pitchFamily="18" charset="0"/>
                <a:cs typeface="Times New Roman" panose="02020603050405020304" pitchFamily="18" charset="0"/>
              </a:rPr>
              <a:t> = 104 </a:t>
            </a:r>
          </a:p>
        </p:txBody>
      </p:sp>
      <p:pic>
        <p:nvPicPr>
          <p:cNvPr id="3" name="Picture 2" descr="Iqra University - IU">
            <a:extLst>
              <a:ext uri="{FF2B5EF4-FFF2-40B4-BE49-F238E27FC236}">
                <a16:creationId xmlns:a16="http://schemas.microsoft.com/office/drawing/2014/main" id="{5937E047-5665-DC25-400E-F1AC7BCFF8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220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EBEF6-13DD-7751-BD3A-F0DA4C8B35CA}"/>
              </a:ext>
            </a:extLst>
          </p:cNvPr>
          <p:cNvSpPr>
            <a:spLocks noGrp="1"/>
          </p:cNvSpPr>
          <p:nvPr>
            <p:ph type="title"/>
          </p:nvPr>
        </p:nvSpPr>
        <p:spPr/>
        <p:txBody>
          <a:bodyPr/>
          <a:lstStyle/>
          <a:p>
            <a:r>
              <a:rPr lang="en-US" dirty="0"/>
              <a:t>Data Cleansing (5/6)</a:t>
            </a:r>
          </a:p>
        </p:txBody>
      </p:sp>
      <p:graphicFrame>
        <p:nvGraphicFramePr>
          <p:cNvPr id="4" name="Content Placeholder 3">
            <a:extLst>
              <a:ext uri="{FF2B5EF4-FFF2-40B4-BE49-F238E27FC236}">
                <a16:creationId xmlns:a16="http://schemas.microsoft.com/office/drawing/2014/main" id="{23968FDD-4A4B-FCE6-C8F2-9DF07A1EB904}"/>
              </a:ext>
            </a:extLst>
          </p:cNvPr>
          <p:cNvGraphicFramePr>
            <a:graphicFrameLocks noGrp="1"/>
          </p:cNvGraphicFramePr>
          <p:nvPr>
            <p:ph idx="1"/>
            <p:extLst>
              <p:ext uri="{D42A27DB-BD31-4B8C-83A1-F6EECF244321}">
                <p14:modId xmlns:p14="http://schemas.microsoft.com/office/powerpoint/2010/main" val="2755170545"/>
              </p:ext>
            </p:extLst>
          </p:nvPr>
        </p:nvGraphicFramePr>
        <p:xfrm>
          <a:off x="3980329" y="1989613"/>
          <a:ext cx="7373470" cy="4023360"/>
        </p:xfrm>
        <a:graphic>
          <a:graphicData uri="http://schemas.openxmlformats.org/drawingml/2006/table">
            <a:tbl>
              <a:tblPr/>
              <a:tblGrid>
                <a:gridCol w="1474694">
                  <a:extLst>
                    <a:ext uri="{9D8B030D-6E8A-4147-A177-3AD203B41FA5}">
                      <a16:colId xmlns:a16="http://schemas.microsoft.com/office/drawing/2014/main" val="3806196122"/>
                    </a:ext>
                  </a:extLst>
                </a:gridCol>
                <a:gridCol w="1474694">
                  <a:extLst>
                    <a:ext uri="{9D8B030D-6E8A-4147-A177-3AD203B41FA5}">
                      <a16:colId xmlns:a16="http://schemas.microsoft.com/office/drawing/2014/main" val="105532951"/>
                    </a:ext>
                  </a:extLst>
                </a:gridCol>
                <a:gridCol w="1474694">
                  <a:extLst>
                    <a:ext uri="{9D8B030D-6E8A-4147-A177-3AD203B41FA5}">
                      <a16:colId xmlns:a16="http://schemas.microsoft.com/office/drawing/2014/main" val="2740067405"/>
                    </a:ext>
                  </a:extLst>
                </a:gridCol>
                <a:gridCol w="1474694">
                  <a:extLst>
                    <a:ext uri="{9D8B030D-6E8A-4147-A177-3AD203B41FA5}">
                      <a16:colId xmlns:a16="http://schemas.microsoft.com/office/drawing/2014/main" val="685976812"/>
                    </a:ext>
                  </a:extLst>
                </a:gridCol>
                <a:gridCol w="1474694">
                  <a:extLst>
                    <a:ext uri="{9D8B030D-6E8A-4147-A177-3AD203B41FA5}">
                      <a16:colId xmlns:a16="http://schemas.microsoft.com/office/drawing/2014/main" val="3858056453"/>
                    </a:ext>
                  </a:extLst>
                </a:gridCol>
              </a:tblGrid>
              <a:tr h="339305">
                <a:tc>
                  <a:txBody>
                    <a:bodyPr/>
                    <a:lstStyle/>
                    <a:p>
                      <a:r>
                        <a:rPr lang="en-US"/>
                        <a:t>StudentID</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r>
                        <a:rPr lang="en-US"/>
                        <a:t>Age</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a:t>TestScore</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a:t>Subject</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a:t>Passed</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601632894"/>
                  </a:ext>
                </a:extLst>
              </a:tr>
              <a:tr h="339305">
                <a:tc>
                  <a:txBody>
                    <a:bodyPr/>
                    <a:lstStyle/>
                    <a:p>
                      <a:r>
                        <a:rPr lang="en-US"/>
                        <a:t>101</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17</a:t>
                      </a:r>
                    </a:p>
                  </a:txBody>
                  <a:tcPr anchor="ctr">
                    <a:lnL>
                      <a:noFill/>
                    </a:lnL>
                    <a:lnR>
                      <a:noFill/>
                    </a:lnR>
                    <a:lnT>
                      <a:noFill/>
                    </a:lnT>
                    <a:lnB>
                      <a:noFill/>
                    </a:lnB>
                    <a:noFill/>
                  </a:tcPr>
                </a:tc>
                <a:tc>
                  <a:txBody>
                    <a:bodyPr/>
                    <a:lstStyle/>
                    <a:p>
                      <a:r>
                        <a:rPr lang="en-US"/>
                        <a:t>85</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140651676"/>
                  </a:ext>
                </a:extLst>
              </a:tr>
              <a:tr h="339305">
                <a:tc>
                  <a:txBody>
                    <a:bodyPr/>
                    <a:lstStyle/>
                    <a:p>
                      <a:r>
                        <a:rPr lang="en-US"/>
                        <a:t>102</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dirty="0"/>
                        <a:t>16</a:t>
                      </a:r>
                    </a:p>
                  </a:txBody>
                  <a:tcPr anchor="ctr">
                    <a:lnL>
                      <a:noFill/>
                    </a:lnL>
                    <a:lnR>
                      <a:noFill/>
                    </a:lnR>
                    <a:lnT>
                      <a:noFill/>
                    </a:lnT>
                    <a:lnB>
                      <a:noFill/>
                    </a:lnB>
                    <a:noFill/>
                  </a:tcPr>
                </a:tc>
                <a:tc>
                  <a:txBody>
                    <a:bodyPr/>
                    <a:lstStyle/>
                    <a:p>
                      <a:r>
                        <a:rPr lang="en-US"/>
                        <a:t>79</a:t>
                      </a:r>
                    </a:p>
                  </a:txBody>
                  <a:tcPr anchor="ctr">
                    <a:lnL>
                      <a:noFill/>
                    </a:lnL>
                    <a:lnR>
                      <a:noFill/>
                    </a:lnR>
                    <a:lnT>
                      <a:noFill/>
                    </a:lnT>
                    <a:lnB>
                      <a:noFill/>
                    </a:lnB>
                    <a:noFill/>
                  </a:tcPr>
                </a:tc>
                <a:tc>
                  <a:txBody>
                    <a:bodyPr/>
                    <a:lstStyle/>
                    <a:p>
                      <a:r>
                        <a:rPr lang="en-US"/>
                        <a:t>Physics</a:t>
                      </a:r>
                    </a:p>
                  </a:txBody>
                  <a:tcPr anchor="ctr">
                    <a:lnL>
                      <a:noFill/>
                    </a:lnL>
                    <a:lnR>
                      <a:noFill/>
                    </a:lnR>
                    <a:lnT>
                      <a:noFill/>
                    </a:lnT>
                    <a:lnB>
                      <a:noFill/>
                    </a:lnB>
                    <a:noFill/>
                  </a:tcPr>
                </a:tc>
                <a:tc>
                  <a:txBody>
                    <a:bodyPr/>
                    <a:lstStyle/>
                    <a:p>
                      <a:r>
                        <a:rPr lang="en-US"/>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160982340"/>
                  </a:ext>
                </a:extLst>
              </a:tr>
              <a:tr h="339305">
                <a:tc>
                  <a:txBody>
                    <a:bodyPr/>
                    <a:lstStyle/>
                    <a:p>
                      <a:r>
                        <a:rPr lang="en-US"/>
                        <a:t>103</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17</a:t>
                      </a:r>
                    </a:p>
                  </a:txBody>
                  <a:tcPr anchor="ctr">
                    <a:lnL>
                      <a:noFill/>
                    </a:lnL>
                    <a:lnR>
                      <a:noFill/>
                    </a:lnR>
                    <a:lnT>
                      <a:noFill/>
                    </a:lnT>
                    <a:lnB>
                      <a:noFill/>
                    </a:lnB>
                    <a:noFill/>
                  </a:tcPr>
                </a:tc>
                <a:tc>
                  <a:txBody>
                    <a:bodyPr/>
                    <a:lstStyle/>
                    <a:p>
                      <a:r>
                        <a:rPr lang="en-US"/>
                        <a:t>78</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901590315"/>
                  </a:ext>
                </a:extLst>
              </a:tr>
              <a:tr h="339305">
                <a:tc>
                  <a:txBody>
                    <a:bodyPr/>
                    <a:lstStyle/>
                    <a:p>
                      <a:r>
                        <a:rPr lang="en-US" dirty="0"/>
                        <a:t>104</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17</a:t>
                      </a:r>
                    </a:p>
                  </a:txBody>
                  <a:tcPr anchor="ctr">
                    <a:lnL>
                      <a:noFill/>
                    </a:lnL>
                    <a:lnR>
                      <a:noFill/>
                    </a:lnR>
                    <a:lnT>
                      <a:noFill/>
                    </a:lnT>
                    <a:lnB>
                      <a:noFill/>
                    </a:lnB>
                    <a:noFill/>
                  </a:tcPr>
                </a:tc>
                <a:tc>
                  <a:txBody>
                    <a:bodyPr/>
                    <a:lstStyle/>
                    <a:p>
                      <a:r>
                        <a:rPr lang="en-US"/>
                        <a:t>120</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640628185"/>
                  </a:ext>
                </a:extLst>
              </a:tr>
              <a:tr h="339305">
                <a:tc>
                  <a:txBody>
                    <a:bodyPr/>
                    <a:lstStyle/>
                    <a:p>
                      <a:r>
                        <a:rPr lang="en-US"/>
                        <a:t>104</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17</a:t>
                      </a:r>
                    </a:p>
                  </a:txBody>
                  <a:tcPr anchor="ctr">
                    <a:lnL>
                      <a:noFill/>
                    </a:lnL>
                    <a:lnR>
                      <a:noFill/>
                    </a:lnR>
                    <a:lnT>
                      <a:noFill/>
                    </a:lnT>
                    <a:lnB>
                      <a:noFill/>
                    </a:lnB>
                    <a:noFill/>
                  </a:tcPr>
                </a:tc>
                <a:tc>
                  <a:txBody>
                    <a:bodyPr/>
                    <a:lstStyle/>
                    <a:p>
                      <a:r>
                        <a:rPr lang="en-US" dirty="0"/>
                        <a:t>120</a:t>
                      </a:r>
                    </a:p>
                  </a:txBody>
                  <a:tcPr anchor="ctr">
                    <a:lnL>
                      <a:noFill/>
                    </a:lnL>
                    <a:lnR>
                      <a:noFill/>
                    </a:lnR>
                    <a:lnT>
                      <a:noFill/>
                    </a:lnT>
                    <a:lnB>
                      <a:noFill/>
                    </a:lnB>
                    <a:noFill/>
                  </a:tcPr>
                </a:tc>
                <a:tc>
                  <a:txBody>
                    <a:bodyPr/>
                    <a:lstStyle/>
                    <a:p>
                      <a:r>
                        <a:rPr lang="en-US"/>
                        <a:t>Math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030272762"/>
                  </a:ext>
                </a:extLst>
              </a:tr>
              <a:tr h="339305">
                <a:tc>
                  <a:txBody>
                    <a:bodyPr/>
                    <a:lstStyle/>
                    <a:p>
                      <a:r>
                        <a:rPr lang="en-US"/>
                        <a:t>105</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15</a:t>
                      </a:r>
                    </a:p>
                  </a:txBody>
                  <a:tcPr anchor="ctr">
                    <a:lnL>
                      <a:noFill/>
                    </a:lnL>
                    <a:lnR>
                      <a:noFill/>
                    </a:lnR>
                    <a:lnT>
                      <a:noFill/>
                    </a:lnT>
                    <a:lnB>
                      <a:noFill/>
                    </a:lnB>
                    <a:noFill/>
                  </a:tcPr>
                </a:tc>
                <a:tc>
                  <a:txBody>
                    <a:bodyPr/>
                    <a:lstStyle/>
                    <a:p>
                      <a:r>
                        <a:rPr lang="en-US"/>
                        <a:t>66</a:t>
                      </a:r>
                    </a:p>
                  </a:txBody>
                  <a:tcPr anchor="ctr">
                    <a:lnL>
                      <a:noFill/>
                    </a:lnL>
                    <a:lnR>
                      <a:noFill/>
                    </a:lnR>
                    <a:lnT>
                      <a:noFill/>
                    </a:lnT>
                    <a:lnB>
                      <a:noFill/>
                    </a:lnB>
                    <a:noFill/>
                  </a:tcPr>
                </a:tc>
                <a:tc>
                  <a:txBody>
                    <a:bodyPr/>
                    <a:lstStyle/>
                    <a:p>
                      <a:r>
                        <a:rPr lang="en-US"/>
                        <a:t>English</a:t>
                      </a:r>
                    </a:p>
                  </a:txBody>
                  <a:tcPr anchor="ctr">
                    <a:lnL>
                      <a:noFill/>
                    </a:lnL>
                    <a:lnR>
                      <a:noFill/>
                    </a:lnR>
                    <a:lnT>
                      <a:noFill/>
                    </a:lnT>
                    <a:lnB>
                      <a:noFill/>
                    </a:lnB>
                    <a:noFill/>
                  </a:tcPr>
                </a:tc>
                <a:tc>
                  <a:txBody>
                    <a:bodyPr/>
                    <a:lstStyle/>
                    <a:p>
                      <a:r>
                        <a:rPr lang="en-US"/>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008243678"/>
                  </a:ext>
                </a:extLst>
              </a:tr>
              <a:tr h="339305">
                <a:tc>
                  <a:txBody>
                    <a:bodyPr/>
                    <a:lstStyle/>
                    <a:p>
                      <a:r>
                        <a:rPr lang="en-US"/>
                        <a:t>106</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16</a:t>
                      </a:r>
                    </a:p>
                  </a:txBody>
                  <a:tcPr anchor="ctr">
                    <a:lnL>
                      <a:noFill/>
                    </a:lnL>
                    <a:lnR>
                      <a:noFill/>
                    </a:lnR>
                    <a:lnT>
                      <a:noFill/>
                    </a:lnT>
                    <a:lnB>
                      <a:noFill/>
                    </a:lnB>
                    <a:noFill/>
                  </a:tcPr>
                </a:tc>
                <a:tc>
                  <a:txBody>
                    <a:bodyPr/>
                    <a:lstStyle/>
                    <a:p>
                      <a:r>
                        <a:rPr lang="en-US"/>
                        <a:t>-20</a:t>
                      </a:r>
                    </a:p>
                  </a:txBody>
                  <a:tcPr anchor="ctr">
                    <a:lnL>
                      <a:noFill/>
                    </a:lnL>
                    <a:lnR>
                      <a:noFill/>
                    </a:lnR>
                    <a:lnT>
                      <a:noFill/>
                    </a:lnT>
                    <a:lnB>
                      <a:noFill/>
                    </a:lnB>
                    <a:noFill/>
                  </a:tcPr>
                </a:tc>
                <a:tc>
                  <a:txBody>
                    <a:bodyPr/>
                    <a:lstStyle/>
                    <a:p>
                      <a:r>
                        <a:rPr lang="en-US"/>
                        <a:t>Physics</a:t>
                      </a:r>
                    </a:p>
                  </a:txBody>
                  <a:tcPr anchor="ctr">
                    <a:lnL>
                      <a:noFill/>
                    </a:lnL>
                    <a:lnR>
                      <a:noFill/>
                    </a:lnR>
                    <a:lnT>
                      <a:noFill/>
                    </a:lnT>
                    <a:lnB>
                      <a:noFill/>
                    </a:lnB>
                    <a:noFill/>
                  </a:tcPr>
                </a:tc>
                <a:tc>
                  <a:txBody>
                    <a:bodyPr/>
                    <a:lstStyle/>
                    <a:p>
                      <a:r>
                        <a:rPr lang="en-US"/>
                        <a:t>No</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242084478"/>
                  </a:ext>
                </a:extLst>
              </a:tr>
              <a:tr h="339305">
                <a:tc>
                  <a:txBody>
                    <a:bodyPr/>
                    <a:lstStyle/>
                    <a:p>
                      <a:r>
                        <a:rPr lang="en-US"/>
                        <a:t>107</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18</a:t>
                      </a:r>
                    </a:p>
                  </a:txBody>
                  <a:tcPr anchor="ctr">
                    <a:lnL>
                      <a:noFill/>
                    </a:lnL>
                    <a:lnR>
                      <a:noFill/>
                    </a:lnR>
                    <a:lnT>
                      <a:noFill/>
                    </a:lnT>
                    <a:lnB>
                      <a:noFill/>
                    </a:lnB>
                    <a:noFill/>
                  </a:tcPr>
                </a:tc>
                <a:tc>
                  <a:txBody>
                    <a:bodyPr/>
                    <a:lstStyle/>
                    <a:p>
                      <a:r>
                        <a:rPr lang="en-US"/>
                        <a:t>91</a:t>
                      </a:r>
                    </a:p>
                  </a:txBody>
                  <a:tcPr anchor="ctr">
                    <a:lnL>
                      <a:noFill/>
                    </a:lnL>
                    <a:lnR>
                      <a:noFill/>
                    </a:lnR>
                    <a:lnT>
                      <a:noFill/>
                    </a:lnT>
                    <a:lnB>
                      <a:noFill/>
                    </a:lnB>
                    <a:noFill/>
                  </a:tcPr>
                </a:tc>
                <a:tc>
                  <a:txBody>
                    <a:bodyPr/>
                    <a:lstStyle/>
                    <a:p>
                      <a:r>
                        <a:rPr lang="en-US"/>
                        <a:t>English</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820272012"/>
                  </a:ext>
                </a:extLst>
              </a:tr>
              <a:tr h="339305">
                <a:tc>
                  <a:txBody>
                    <a:bodyPr/>
                    <a:lstStyle/>
                    <a:p>
                      <a:r>
                        <a:rPr lang="en-US"/>
                        <a:t>108</a:t>
                      </a:r>
                    </a:p>
                  </a:txBody>
                  <a:tcPr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r>
                        <a:rPr lang="en-US"/>
                        <a:t>17</a:t>
                      </a:r>
                    </a:p>
                  </a:txBody>
                  <a:tcPr anchor="ctr">
                    <a:lnL>
                      <a:noFill/>
                    </a:lnL>
                    <a:lnR>
                      <a:noFill/>
                    </a:lnR>
                    <a:lnT>
                      <a:noFill/>
                    </a:lnT>
                    <a:lnB>
                      <a:noFill/>
                    </a:lnB>
                    <a:noFill/>
                  </a:tcPr>
                </a:tc>
                <a:tc>
                  <a:txBody>
                    <a:bodyPr/>
                    <a:lstStyle/>
                    <a:p>
                      <a:r>
                        <a:rPr lang="en-US"/>
                        <a:t>88</a:t>
                      </a:r>
                    </a:p>
                  </a:txBody>
                  <a:tcPr anchor="ctr">
                    <a:lnL>
                      <a:noFill/>
                    </a:lnL>
                    <a:lnR>
                      <a:noFill/>
                    </a:lnR>
                    <a:lnT>
                      <a:noFill/>
                    </a:lnT>
                    <a:lnB>
                      <a:noFill/>
                    </a:lnB>
                    <a:noFill/>
                  </a:tcPr>
                </a:tc>
                <a:tc>
                  <a:txBody>
                    <a:bodyPr/>
                    <a:lstStyle/>
                    <a:p>
                      <a:r>
                        <a:rPr lang="en-US"/>
                        <a:t>Physics</a:t>
                      </a:r>
                    </a:p>
                  </a:txBody>
                  <a:tcPr anchor="ctr">
                    <a:lnL>
                      <a:noFill/>
                    </a:lnL>
                    <a:lnR>
                      <a:noFill/>
                    </a:lnR>
                    <a:lnT>
                      <a:noFill/>
                    </a:lnT>
                    <a:lnB>
                      <a:noFill/>
                    </a:lnB>
                    <a:noFill/>
                  </a:tcPr>
                </a:tc>
                <a:tc>
                  <a:txBody>
                    <a:bodyPr/>
                    <a:lstStyle/>
                    <a:p>
                      <a:r>
                        <a:rPr lang="en-US"/>
                        <a:t>Yes</a:t>
                      </a:r>
                    </a:p>
                  </a:txBody>
                  <a:tcPr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818853105"/>
                  </a:ext>
                </a:extLst>
              </a:tr>
              <a:tr h="339305">
                <a:tc>
                  <a:txBody>
                    <a:bodyPr/>
                    <a:lstStyle/>
                    <a:p>
                      <a:r>
                        <a:rPr lang="en-US"/>
                        <a:t>109</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r>
                        <a:rPr lang="en-US"/>
                        <a:t>19</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a:t>79</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a:t>English</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en-US" dirty="0"/>
                        <a:t>Yes</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65481"/>
                  </a:ext>
                </a:extLst>
              </a:tr>
            </a:tbl>
          </a:graphicData>
        </a:graphic>
      </p:graphicFrame>
      <p:sp>
        <p:nvSpPr>
          <p:cNvPr id="6" name="Rectangle 2">
            <a:extLst>
              <a:ext uri="{FF2B5EF4-FFF2-40B4-BE49-F238E27FC236}">
                <a16:creationId xmlns:a16="http://schemas.microsoft.com/office/drawing/2014/main" id="{225C0394-2658-AED2-A0D1-757DF61FA248}"/>
              </a:ext>
            </a:extLst>
          </p:cNvPr>
          <p:cNvSpPr>
            <a:spLocks noChangeArrowheads="1"/>
          </p:cNvSpPr>
          <p:nvPr/>
        </p:nvSpPr>
        <p:spPr bwMode="auto">
          <a:xfrm>
            <a:off x="838200" y="1573681"/>
            <a:ext cx="282926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t>Duplicate Values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Duplicates: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latin typeface="Times New Roman" panose="02020603050405020304" pitchFamily="18" charset="0"/>
                <a:cs typeface="Times New Roman" panose="02020603050405020304" pitchFamily="18" charset="0"/>
              </a:rPr>
              <a:t>StudentID</a:t>
            </a:r>
            <a:r>
              <a:rPr lang="en-US" altLang="en-US" dirty="0">
                <a:latin typeface="Times New Roman" panose="02020603050405020304" pitchFamily="18" charset="0"/>
                <a:cs typeface="Times New Roman" panose="02020603050405020304" pitchFamily="18" charset="0"/>
              </a:rPr>
              <a:t> = 104 </a:t>
            </a:r>
          </a:p>
        </p:txBody>
      </p:sp>
      <p:pic>
        <p:nvPicPr>
          <p:cNvPr id="3" name="Picture 2" descr="Iqra University - IU">
            <a:extLst>
              <a:ext uri="{FF2B5EF4-FFF2-40B4-BE49-F238E27FC236}">
                <a16:creationId xmlns:a16="http://schemas.microsoft.com/office/drawing/2014/main" id="{5937E047-5665-DC25-400E-F1AC7BCFF8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541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5D606D-90BF-6A0B-297C-E7BFCA0C83AC}"/>
              </a:ext>
            </a:extLst>
          </p:cNvPr>
          <p:cNvSpPr>
            <a:spLocks noGrp="1"/>
          </p:cNvSpPr>
          <p:nvPr>
            <p:ph idx="1"/>
          </p:nvPr>
        </p:nvSpPr>
        <p:spPr>
          <a:xfrm>
            <a:off x="838201" y="1825625"/>
            <a:ext cx="4024255" cy="1735156"/>
          </a:xfrm>
        </p:spPr>
        <p:txBody>
          <a:bodyPr>
            <a:normAutofit fontScale="85000" lnSpcReduction="10000"/>
          </a:bodyPr>
          <a:lstStyle/>
          <a:p>
            <a:pPr marL="0" indent="0">
              <a:buNone/>
            </a:pPr>
            <a:r>
              <a:rPr lang="en-US" b="1" dirty="0"/>
              <a:t>Outliers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Outliers (TestScore): </a:t>
            </a:r>
          </a:p>
          <a:p>
            <a:pPr marL="0" indent="0">
              <a:buNone/>
            </a:pPr>
            <a:r>
              <a:rPr lang="en-US" sz="2000" dirty="0">
                <a:latin typeface="Times New Roman" panose="02020603050405020304" pitchFamily="18" charset="0"/>
                <a:cs typeface="Times New Roman" panose="02020603050405020304" pitchFamily="18" charset="0"/>
              </a:rPr>
              <a:t>Values 120, -20 are unrealistic scores.</a:t>
            </a:r>
          </a:p>
          <a:p>
            <a:pPr marL="0" indent="0">
              <a:buNone/>
            </a:pPr>
            <a:r>
              <a:rPr lang="en-US" sz="2000" dirty="0">
                <a:latin typeface="Times New Roman" panose="02020603050405020304" pitchFamily="18" charset="0"/>
                <a:cs typeface="Times New Roman" panose="02020603050405020304" pitchFamily="18" charset="0"/>
              </a:rPr>
              <a:t>Remove using a statistical (IQR) approach:</a:t>
            </a:r>
          </a:p>
        </p:txBody>
      </p:sp>
      <p:sp>
        <p:nvSpPr>
          <p:cNvPr id="5" name="Title 4">
            <a:extLst>
              <a:ext uri="{FF2B5EF4-FFF2-40B4-BE49-F238E27FC236}">
                <a16:creationId xmlns:a16="http://schemas.microsoft.com/office/drawing/2014/main" id="{7E5BDAF4-F44B-6ECB-D016-41A42204BE10}"/>
              </a:ext>
            </a:extLst>
          </p:cNvPr>
          <p:cNvSpPr>
            <a:spLocks noGrp="1"/>
          </p:cNvSpPr>
          <p:nvPr>
            <p:ph type="title"/>
          </p:nvPr>
        </p:nvSpPr>
        <p:spPr/>
        <p:txBody>
          <a:bodyPr/>
          <a:lstStyle/>
          <a:p>
            <a:r>
              <a:rPr lang="en-US" dirty="0"/>
              <a:t>Data Cleansing (6/6)</a:t>
            </a:r>
          </a:p>
        </p:txBody>
      </p:sp>
      <p:pic>
        <p:nvPicPr>
          <p:cNvPr id="28" name="Picture 27">
            <a:extLst>
              <a:ext uri="{FF2B5EF4-FFF2-40B4-BE49-F238E27FC236}">
                <a16:creationId xmlns:a16="http://schemas.microsoft.com/office/drawing/2014/main" id="{ACADB5B6-4AFC-61D4-487D-EBCB0608001F}"/>
              </a:ext>
            </a:extLst>
          </p:cNvPr>
          <p:cNvPicPr>
            <a:picLocks noChangeAspect="1"/>
          </p:cNvPicPr>
          <p:nvPr/>
        </p:nvPicPr>
        <p:blipFill>
          <a:blip r:embed="rId2"/>
          <a:stretch>
            <a:fillRect/>
          </a:stretch>
        </p:blipFill>
        <p:spPr>
          <a:xfrm>
            <a:off x="4959275" y="1553136"/>
            <a:ext cx="6777318" cy="4664784"/>
          </a:xfrm>
          <a:prstGeom prst="rect">
            <a:avLst/>
          </a:prstGeom>
          <a:ln>
            <a:solidFill>
              <a:schemeClr val="tx1"/>
            </a:solidFill>
          </a:ln>
        </p:spPr>
      </p:pic>
      <p:pic>
        <p:nvPicPr>
          <p:cNvPr id="2" name="Picture 1" descr="Iqra University - IU">
            <a:extLst>
              <a:ext uri="{FF2B5EF4-FFF2-40B4-BE49-F238E27FC236}">
                <a16:creationId xmlns:a16="http://schemas.microsoft.com/office/drawing/2014/main" id="{D0B04D3E-F0D4-1898-5756-1521E9690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6318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E56-39DA-6999-CCA9-2583E770F0EF}"/>
              </a:ext>
            </a:extLst>
          </p:cNvPr>
          <p:cNvSpPr>
            <a:spLocks noGrp="1"/>
          </p:cNvSpPr>
          <p:nvPr>
            <p:ph type="title"/>
          </p:nvPr>
        </p:nvSpPr>
        <p:spPr/>
        <p:txBody>
          <a:bodyPr/>
          <a:lstStyle/>
          <a:p>
            <a:r>
              <a:rPr lang="en-US" dirty="0"/>
              <a:t>Data Reduction (1/4)</a:t>
            </a:r>
            <a:endParaRPr lang="x-none" dirty="0"/>
          </a:p>
        </p:txBody>
      </p:sp>
      <p:sp>
        <p:nvSpPr>
          <p:cNvPr id="3" name="Content Placeholder 2">
            <a:extLst>
              <a:ext uri="{FF2B5EF4-FFF2-40B4-BE49-F238E27FC236}">
                <a16:creationId xmlns:a16="http://schemas.microsoft.com/office/drawing/2014/main" id="{1C5E4B02-3AF5-6D2B-07E7-524B20B18B91}"/>
              </a:ext>
            </a:extLst>
          </p:cNvPr>
          <p:cNvSpPr>
            <a:spLocks noGrp="1"/>
          </p:cNvSpPr>
          <p:nvPr>
            <p:ph idx="1"/>
          </p:nvPr>
        </p:nvSpPr>
        <p:spPr/>
        <p:txBody>
          <a:bodyPr/>
          <a:lstStyle/>
          <a:p>
            <a:pPr>
              <a:buFont typeface="Arial" panose="020B0604020202020204" pitchFamily="34" charset="0"/>
              <a:buChar char="•"/>
            </a:pPr>
            <a:r>
              <a:rPr lang="en-US" dirty="0"/>
              <a:t>Reduce the dimensionality of the dataset while preserving important information.</a:t>
            </a:r>
          </a:p>
          <a:p>
            <a:pPr>
              <a:buFont typeface="Arial" panose="020B0604020202020204" pitchFamily="34" charset="0"/>
              <a:buChar char="•"/>
            </a:pPr>
            <a:r>
              <a:rPr lang="en-US" dirty="0"/>
              <a:t>Improve computational efficiency and reduce storage requirements.</a:t>
            </a:r>
          </a:p>
        </p:txBody>
      </p:sp>
      <p:pic>
        <p:nvPicPr>
          <p:cNvPr id="5" name="Picture 4" descr="Iqra University - IU">
            <a:extLst>
              <a:ext uri="{FF2B5EF4-FFF2-40B4-BE49-F238E27FC236}">
                <a16:creationId xmlns:a16="http://schemas.microsoft.com/office/drawing/2014/main" id="{7B3F5C34-B01D-6DD0-146B-2D36542B11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783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45E56-39DA-6999-CCA9-2583E770F0EF}"/>
              </a:ext>
            </a:extLst>
          </p:cNvPr>
          <p:cNvSpPr>
            <a:spLocks noGrp="1"/>
          </p:cNvSpPr>
          <p:nvPr>
            <p:ph type="title"/>
          </p:nvPr>
        </p:nvSpPr>
        <p:spPr/>
        <p:txBody>
          <a:bodyPr/>
          <a:lstStyle/>
          <a:p>
            <a:r>
              <a:rPr lang="en-US" dirty="0"/>
              <a:t>Data Reduction (2/4) </a:t>
            </a:r>
            <a:endParaRPr lang="x-none" dirty="0"/>
          </a:p>
        </p:txBody>
      </p:sp>
      <p:sp>
        <p:nvSpPr>
          <p:cNvPr id="3" name="Content Placeholder 2">
            <a:extLst>
              <a:ext uri="{FF2B5EF4-FFF2-40B4-BE49-F238E27FC236}">
                <a16:creationId xmlns:a16="http://schemas.microsoft.com/office/drawing/2014/main" id="{1C5E4B02-3AF5-6D2B-07E7-524B20B18B91}"/>
              </a:ext>
            </a:extLst>
          </p:cNvPr>
          <p:cNvSpPr>
            <a:spLocks noGrp="1"/>
          </p:cNvSpPr>
          <p:nvPr>
            <p:ph idx="1"/>
          </p:nvPr>
        </p:nvSpPr>
        <p:spPr/>
        <p:txBody>
          <a:bodyPr/>
          <a:lstStyle/>
          <a:p>
            <a:pPr>
              <a:buFont typeface="Arial" panose="020B0604020202020204" pitchFamily="34" charset="0"/>
              <a:buChar char="•"/>
            </a:pPr>
            <a:r>
              <a:rPr lang="en-US" dirty="0"/>
              <a:t>Feature selection: Choose relevant features and eliminate irrelevant ones.</a:t>
            </a:r>
          </a:p>
          <a:p>
            <a:pPr>
              <a:buFont typeface="Arial" panose="020B0604020202020204" pitchFamily="34" charset="0"/>
              <a:buChar char="•"/>
            </a:pPr>
            <a:r>
              <a:rPr lang="en-US" dirty="0"/>
              <a:t>Principal Component Analysis (PCA): Create new, uncorrelated features to replace a set of correlated features.</a:t>
            </a:r>
          </a:p>
          <a:p>
            <a:pPr>
              <a:buFont typeface="Arial" panose="020B0604020202020204" pitchFamily="34" charset="0"/>
              <a:buChar char="•"/>
            </a:pPr>
            <a:r>
              <a:rPr lang="en-US" dirty="0"/>
              <a:t>Binning and discretization: Convert continuous variables into categorical ones to reduce complexity.</a:t>
            </a:r>
          </a:p>
        </p:txBody>
      </p:sp>
      <p:pic>
        <p:nvPicPr>
          <p:cNvPr id="4" name="Picture 3" descr="Iqra University - IU">
            <a:extLst>
              <a:ext uri="{FF2B5EF4-FFF2-40B4-BE49-F238E27FC236}">
                <a16:creationId xmlns:a16="http://schemas.microsoft.com/office/drawing/2014/main" id="{77F3312E-1F4A-423B-BE46-758DB746A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735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93677-ADF6-33EC-F1DD-B2AE8B4A6650}"/>
              </a:ext>
            </a:extLst>
          </p:cNvPr>
          <p:cNvSpPr>
            <a:spLocks noGrp="1"/>
          </p:cNvSpPr>
          <p:nvPr>
            <p:ph type="title"/>
          </p:nvPr>
        </p:nvSpPr>
        <p:spPr/>
        <p:txBody>
          <a:bodyPr/>
          <a:lstStyle/>
          <a:p>
            <a:r>
              <a:rPr lang="en-US" dirty="0"/>
              <a:t>Data Reduction (3/4) </a:t>
            </a:r>
          </a:p>
        </p:txBody>
      </p:sp>
      <p:grpSp>
        <p:nvGrpSpPr>
          <p:cNvPr id="21" name="Group 20">
            <a:extLst>
              <a:ext uri="{FF2B5EF4-FFF2-40B4-BE49-F238E27FC236}">
                <a16:creationId xmlns:a16="http://schemas.microsoft.com/office/drawing/2014/main" id="{90CD4574-AA6B-7720-2A73-FC77777B4C20}"/>
              </a:ext>
            </a:extLst>
          </p:cNvPr>
          <p:cNvGrpSpPr/>
          <p:nvPr/>
        </p:nvGrpSpPr>
        <p:grpSpPr>
          <a:xfrm>
            <a:off x="8950363" y="1560949"/>
            <a:ext cx="2581836" cy="4279414"/>
            <a:chOff x="8961120" y="2054711"/>
            <a:chExt cx="2581836" cy="4279414"/>
          </a:xfrm>
        </p:grpSpPr>
        <p:pic>
          <p:nvPicPr>
            <p:cNvPr id="16" name="Picture 15">
              <a:extLst>
                <a:ext uri="{FF2B5EF4-FFF2-40B4-BE49-F238E27FC236}">
                  <a16:creationId xmlns:a16="http://schemas.microsoft.com/office/drawing/2014/main" id="{1F4EF22D-CAE5-0A54-F62A-30460FA04C5A}"/>
                </a:ext>
              </a:extLst>
            </p:cNvPr>
            <p:cNvPicPr>
              <a:picLocks noChangeAspect="1"/>
            </p:cNvPicPr>
            <p:nvPr/>
          </p:nvPicPr>
          <p:blipFill>
            <a:blip r:embed="rId2"/>
            <a:srcRect l="85691"/>
            <a:stretch/>
          </p:blipFill>
          <p:spPr>
            <a:xfrm>
              <a:off x="10219765" y="2054711"/>
              <a:ext cx="1323191" cy="4279414"/>
            </a:xfrm>
            <a:prstGeom prst="rect">
              <a:avLst/>
            </a:prstGeom>
            <a:ln>
              <a:solidFill>
                <a:schemeClr val="tx1"/>
              </a:solidFill>
            </a:ln>
          </p:spPr>
        </p:pic>
        <p:pic>
          <p:nvPicPr>
            <p:cNvPr id="17" name="Picture 16">
              <a:extLst>
                <a:ext uri="{FF2B5EF4-FFF2-40B4-BE49-F238E27FC236}">
                  <a16:creationId xmlns:a16="http://schemas.microsoft.com/office/drawing/2014/main" id="{9E5B5C06-0611-D358-49C0-261801656C2F}"/>
                </a:ext>
              </a:extLst>
            </p:cNvPr>
            <p:cNvPicPr>
              <a:picLocks noChangeAspect="1"/>
            </p:cNvPicPr>
            <p:nvPr/>
          </p:nvPicPr>
          <p:blipFill>
            <a:blip r:embed="rId2"/>
            <a:srcRect r="82331"/>
            <a:stretch/>
          </p:blipFill>
          <p:spPr>
            <a:xfrm>
              <a:off x="8961120" y="2054711"/>
              <a:ext cx="1323191" cy="4279414"/>
            </a:xfrm>
            <a:prstGeom prst="rect">
              <a:avLst/>
            </a:prstGeom>
            <a:ln>
              <a:solidFill>
                <a:schemeClr val="tx1"/>
              </a:solidFill>
            </a:ln>
          </p:spPr>
        </p:pic>
      </p:grpSp>
      <p:sp>
        <p:nvSpPr>
          <p:cNvPr id="18" name="TextBox 17">
            <a:extLst>
              <a:ext uri="{FF2B5EF4-FFF2-40B4-BE49-F238E27FC236}">
                <a16:creationId xmlns:a16="http://schemas.microsoft.com/office/drawing/2014/main" id="{7A496182-E4E7-3F74-0C44-01974F6599D5}"/>
              </a:ext>
            </a:extLst>
          </p:cNvPr>
          <p:cNvSpPr txBox="1"/>
          <p:nvPr/>
        </p:nvSpPr>
        <p:spPr>
          <a:xfrm>
            <a:off x="838200" y="1690688"/>
            <a:ext cx="7390503" cy="255454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Times New Roman" panose="02020603050405020304" pitchFamily="18" charset="0"/>
                <a:cs typeface="Times New Roman" panose="02020603050405020304" pitchFamily="18" charset="0"/>
              </a:rPr>
              <a:t>Used to convert continuous numerical values into categories or bins, often for:</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457200" marR="0" lvl="0" indent="-457200" algn="l" defTabSz="914400" rtl="0" eaLnBrk="0" fontAlgn="base" latinLnBrk="0" hangingPunct="0">
              <a:lnSpc>
                <a:spcPct val="100000"/>
              </a:lnSpc>
              <a:spcBef>
                <a:spcPct val="0"/>
              </a:spcBef>
              <a:spcAft>
                <a:spcPct val="0"/>
              </a:spcAft>
              <a:buClrTx/>
              <a:buSzTx/>
              <a:buFontTx/>
              <a:buAutoNum type="arabicPeriod"/>
              <a:tabLst/>
            </a:pPr>
            <a:r>
              <a:rPr lang="en-US" altLang="en-US" sz="2000" dirty="0">
                <a:latin typeface="Times New Roman" panose="02020603050405020304" pitchFamily="18" charset="0"/>
                <a:cs typeface="Times New Roman" panose="02020603050405020304" pitchFamily="18" charset="0"/>
              </a:rPr>
              <a:t>Equal-Width Binning</a:t>
            </a:r>
          </a:p>
          <a:p>
            <a:pPr marR="0" lvl="0" algn="l" defTabSz="914400" rtl="0" eaLnBrk="0" fontAlgn="base" latinLnBrk="0" hangingPunct="0">
              <a:lnSpc>
                <a:spcPct val="100000"/>
              </a:lnSpc>
              <a:spcBef>
                <a:spcPct val="0"/>
              </a:spcBef>
              <a:spcAft>
                <a:spcPct val="0"/>
              </a:spcAft>
              <a:buClrTx/>
              <a:buSzTx/>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Times New Roman" panose="02020603050405020304" pitchFamily="18" charset="0"/>
                <a:cs typeface="Times New Roman" panose="02020603050405020304" pitchFamily="18" charset="0"/>
              </a:rPr>
              <a:t>Divide the range into equal-width intervals.</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Range: max = 91, min = 36 → range = 55</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If we choose 3 bins → width = 55 ÷ 3 = ~18.3</a:t>
            </a:r>
            <a:endParaRPr lang="en-US" altLang="en-US" sz="24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5C49DA12-AE1A-EB7B-93FE-DBC487903CBC}"/>
              </a:ext>
            </a:extLst>
          </p:cNvPr>
          <p:cNvPicPr>
            <a:picLocks noChangeAspect="1"/>
          </p:cNvPicPr>
          <p:nvPr/>
        </p:nvPicPr>
        <p:blipFill>
          <a:blip r:embed="rId3"/>
          <a:stretch>
            <a:fillRect/>
          </a:stretch>
        </p:blipFill>
        <p:spPr>
          <a:xfrm>
            <a:off x="1141432" y="4399878"/>
            <a:ext cx="7505700" cy="2092997"/>
          </a:xfrm>
          <a:prstGeom prst="rect">
            <a:avLst/>
          </a:prstGeom>
          <a:ln>
            <a:solidFill>
              <a:schemeClr val="tx1"/>
            </a:solidFill>
          </a:ln>
        </p:spPr>
      </p:pic>
      <p:pic>
        <p:nvPicPr>
          <p:cNvPr id="3" name="Picture 2" descr="Iqra University - IU">
            <a:extLst>
              <a:ext uri="{FF2B5EF4-FFF2-40B4-BE49-F238E27FC236}">
                <a16:creationId xmlns:a16="http://schemas.microsoft.com/office/drawing/2014/main" id="{D23BE5F8-6DA5-5F3C-9C89-CCAB23B670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3647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ED24B-5176-03A7-99BF-70A20A2FABA1}"/>
              </a:ext>
            </a:extLst>
          </p:cNvPr>
          <p:cNvSpPr>
            <a:spLocks noGrp="1"/>
          </p:cNvSpPr>
          <p:nvPr>
            <p:ph type="title"/>
          </p:nvPr>
        </p:nvSpPr>
        <p:spPr/>
        <p:txBody>
          <a:bodyPr/>
          <a:lstStyle/>
          <a:p>
            <a:r>
              <a:rPr lang="en-US" dirty="0"/>
              <a:t>Data Reduction (4/4) </a:t>
            </a:r>
          </a:p>
        </p:txBody>
      </p:sp>
      <p:pic>
        <p:nvPicPr>
          <p:cNvPr id="8" name="Picture 7">
            <a:extLst>
              <a:ext uri="{FF2B5EF4-FFF2-40B4-BE49-F238E27FC236}">
                <a16:creationId xmlns:a16="http://schemas.microsoft.com/office/drawing/2014/main" id="{4FA9DC09-DC80-FE15-433E-FC11CB622EB7}"/>
              </a:ext>
            </a:extLst>
          </p:cNvPr>
          <p:cNvPicPr>
            <a:picLocks noChangeAspect="1"/>
          </p:cNvPicPr>
          <p:nvPr/>
        </p:nvPicPr>
        <p:blipFill>
          <a:blip r:embed="rId2"/>
          <a:stretch>
            <a:fillRect/>
          </a:stretch>
        </p:blipFill>
        <p:spPr>
          <a:xfrm>
            <a:off x="2248348" y="1840556"/>
            <a:ext cx="7723991" cy="4652319"/>
          </a:xfrm>
          <a:prstGeom prst="rect">
            <a:avLst/>
          </a:prstGeom>
          <a:ln>
            <a:solidFill>
              <a:schemeClr val="tx1"/>
            </a:solidFill>
          </a:ln>
        </p:spPr>
      </p:pic>
      <p:pic>
        <p:nvPicPr>
          <p:cNvPr id="3" name="Picture 2" descr="Iqra University - IU">
            <a:extLst>
              <a:ext uri="{FF2B5EF4-FFF2-40B4-BE49-F238E27FC236}">
                <a16:creationId xmlns:a16="http://schemas.microsoft.com/office/drawing/2014/main" id="{79424311-1344-59B7-6F01-134F026DF0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8313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06622-5E4F-1617-4D67-B5B6EB38FD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01B9CA-12C0-2105-778C-EF1FE4CD4949}"/>
              </a:ext>
            </a:extLst>
          </p:cNvPr>
          <p:cNvSpPr>
            <a:spLocks noGrp="1"/>
          </p:cNvSpPr>
          <p:nvPr>
            <p:ph idx="1"/>
          </p:nvPr>
        </p:nvSpPr>
        <p:spPr/>
        <p:txBody>
          <a:bodyPr/>
          <a:lstStyle/>
          <a:p>
            <a:r>
              <a:rPr lang="en-US" dirty="0"/>
              <a:t>Mean = 63.1</a:t>
            </a:r>
          </a:p>
          <a:p>
            <a:r>
              <a:rPr lang="en-US" dirty="0"/>
              <a:t>Variance = (42-63.1)</a:t>
            </a:r>
            <a:r>
              <a:rPr lang="en-US" dirty="0" err="1"/>
              <a:t>sqr</a:t>
            </a:r>
            <a:r>
              <a:rPr lang="en-US" dirty="0"/>
              <a:t>+(55-63.1)</a:t>
            </a:r>
            <a:r>
              <a:rPr lang="en-US" dirty="0" err="1"/>
              <a:t>sqr</a:t>
            </a:r>
            <a:r>
              <a:rPr lang="en-US" dirty="0"/>
              <a:t>+(63-63.1)</a:t>
            </a:r>
            <a:r>
              <a:rPr lang="en-US" dirty="0" err="1"/>
              <a:t>sqr</a:t>
            </a:r>
            <a:r>
              <a:rPr lang="en-US" dirty="0"/>
              <a:t>…….+(49-63.1)</a:t>
            </a:r>
            <a:r>
              <a:rPr lang="en-US" dirty="0" err="1"/>
              <a:t>sqr</a:t>
            </a:r>
            <a:r>
              <a:rPr lang="en-US" dirty="0"/>
              <a:t>/10 = 301.09</a:t>
            </a:r>
          </a:p>
          <a:p>
            <a:r>
              <a:rPr lang="en-US" dirty="0"/>
              <a:t>Std =</a:t>
            </a:r>
            <a:r>
              <a:rPr lang="en-US" dirty="0" err="1"/>
              <a:t>sqe</a:t>
            </a:r>
            <a:r>
              <a:rPr lang="en-US" dirty="0"/>
              <a:t> root</a:t>
            </a:r>
          </a:p>
        </p:txBody>
      </p:sp>
    </p:spTree>
    <p:extLst>
      <p:ext uri="{BB962C8B-B14F-4D97-AF65-F5344CB8AC3E}">
        <p14:creationId xmlns:p14="http://schemas.microsoft.com/office/powerpoint/2010/main" val="2055095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AF10D-36CB-3793-0611-B9003D273DA3}"/>
              </a:ext>
            </a:extLst>
          </p:cNvPr>
          <p:cNvSpPr>
            <a:spLocks noGrp="1"/>
          </p:cNvSpPr>
          <p:nvPr>
            <p:ph type="title"/>
          </p:nvPr>
        </p:nvSpPr>
        <p:spPr/>
        <p:txBody>
          <a:bodyPr/>
          <a:lstStyle/>
          <a:p>
            <a:r>
              <a:rPr lang="en-US" dirty="0"/>
              <a:t>Data Transformation (1/7)</a:t>
            </a:r>
            <a:endParaRPr lang="x-none" dirty="0"/>
          </a:p>
        </p:txBody>
      </p:sp>
      <p:sp>
        <p:nvSpPr>
          <p:cNvPr id="3" name="Content Placeholder 2">
            <a:extLst>
              <a:ext uri="{FF2B5EF4-FFF2-40B4-BE49-F238E27FC236}">
                <a16:creationId xmlns:a16="http://schemas.microsoft.com/office/drawing/2014/main" id="{C5C36A79-BC12-CE6D-2F48-C2DBC6321214}"/>
              </a:ext>
            </a:extLst>
          </p:cNvPr>
          <p:cNvSpPr>
            <a:spLocks noGrp="1"/>
          </p:cNvSpPr>
          <p:nvPr>
            <p:ph idx="1"/>
          </p:nvPr>
        </p:nvSpPr>
        <p:spPr/>
        <p:txBody>
          <a:bodyPr/>
          <a:lstStyle/>
          <a:p>
            <a:pPr>
              <a:buFont typeface="Arial" panose="020B0604020202020204" pitchFamily="34" charset="0"/>
              <a:buChar char="•"/>
            </a:pPr>
            <a:r>
              <a:rPr lang="en-US" dirty="0"/>
              <a:t>Prepare the data for specific algorithms or modeling techniques.</a:t>
            </a:r>
          </a:p>
          <a:p>
            <a:pPr>
              <a:buFont typeface="Arial" panose="020B0604020202020204" pitchFamily="34" charset="0"/>
              <a:buChar char="•"/>
            </a:pPr>
            <a:r>
              <a:rPr lang="en-US" dirty="0"/>
              <a:t>Normalize or scale data to ensure features have similar scales.</a:t>
            </a:r>
          </a:p>
        </p:txBody>
      </p:sp>
      <p:pic>
        <p:nvPicPr>
          <p:cNvPr id="4" name="Picture 3" descr="Iqra University - IU">
            <a:extLst>
              <a:ext uri="{FF2B5EF4-FFF2-40B4-BE49-F238E27FC236}">
                <a16:creationId xmlns:a16="http://schemas.microsoft.com/office/drawing/2014/main" id="{0A90EC44-B6C7-578A-F7BD-AA87711341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957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AF10D-36CB-3793-0611-B9003D273DA3}"/>
              </a:ext>
            </a:extLst>
          </p:cNvPr>
          <p:cNvSpPr>
            <a:spLocks noGrp="1"/>
          </p:cNvSpPr>
          <p:nvPr>
            <p:ph type="title"/>
          </p:nvPr>
        </p:nvSpPr>
        <p:spPr/>
        <p:txBody>
          <a:bodyPr/>
          <a:lstStyle/>
          <a:p>
            <a:r>
              <a:rPr lang="en-US" dirty="0"/>
              <a:t>Data Transformation (2/7)</a:t>
            </a:r>
            <a:endParaRPr lang="x-none" dirty="0"/>
          </a:p>
        </p:txBody>
      </p:sp>
      <p:sp>
        <p:nvSpPr>
          <p:cNvPr id="3" name="Content Placeholder 2">
            <a:extLst>
              <a:ext uri="{FF2B5EF4-FFF2-40B4-BE49-F238E27FC236}">
                <a16:creationId xmlns:a16="http://schemas.microsoft.com/office/drawing/2014/main" id="{C5C36A79-BC12-CE6D-2F48-C2DBC6321214}"/>
              </a:ext>
            </a:extLst>
          </p:cNvPr>
          <p:cNvSpPr>
            <a:spLocks noGrp="1"/>
          </p:cNvSpPr>
          <p:nvPr>
            <p:ph idx="1"/>
          </p:nvPr>
        </p:nvSpPr>
        <p:spPr/>
        <p:txBody>
          <a:bodyPr>
            <a:normAutofit fontScale="92500" lnSpcReduction="10000"/>
          </a:bodyPr>
          <a:lstStyle/>
          <a:p>
            <a:r>
              <a:rPr lang="en-US" dirty="0"/>
              <a:t>Text normalization</a:t>
            </a:r>
          </a:p>
          <a:p>
            <a:pPr lvl="1"/>
            <a:r>
              <a:rPr lang="en-US" dirty="0"/>
              <a:t>Lemmatization</a:t>
            </a:r>
          </a:p>
          <a:p>
            <a:pPr lvl="1"/>
            <a:r>
              <a:rPr lang="en-US" dirty="0"/>
              <a:t>Stemming</a:t>
            </a:r>
          </a:p>
          <a:p>
            <a:r>
              <a:rPr lang="en-US" dirty="0"/>
              <a:t>Feature Scaling numerical data</a:t>
            </a:r>
          </a:p>
          <a:p>
            <a:pPr lvl="1"/>
            <a:r>
              <a:rPr lang="en-US" dirty="0"/>
              <a:t>Min-Max scaling</a:t>
            </a:r>
          </a:p>
          <a:p>
            <a:pPr lvl="1"/>
            <a:r>
              <a:rPr lang="en-US" dirty="0"/>
              <a:t>Z-score normalization</a:t>
            </a:r>
          </a:p>
          <a:p>
            <a:pPr lvl="1"/>
            <a:r>
              <a:rPr lang="en-US" dirty="0"/>
              <a:t>Logarithmic or power transformations</a:t>
            </a:r>
          </a:p>
          <a:p>
            <a:pPr>
              <a:buFont typeface="Arial" panose="020B0604020202020204" pitchFamily="34" charset="0"/>
              <a:buChar char="•"/>
            </a:pPr>
            <a:r>
              <a:rPr lang="en-US" dirty="0"/>
              <a:t>One-hot encoding: Convert categorical variables into binary (dummy) variables.</a:t>
            </a:r>
          </a:p>
          <a:p>
            <a:pPr>
              <a:buFont typeface="Arial" panose="020B0604020202020204" pitchFamily="34" charset="0"/>
              <a:buChar char="•"/>
            </a:pPr>
            <a:r>
              <a:rPr lang="en-US" dirty="0"/>
              <a:t>Aggregation: Combine data at a higher granularity level (e.g., daily to monthly).</a:t>
            </a:r>
          </a:p>
        </p:txBody>
      </p:sp>
      <p:pic>
        <p:nvPicPr>
          <p:cNvPr id="4" name="Picture 3" descr="Iqra University - IU">
            <a:extLst>
              <a:ext uri="{FF2B5EF4-FFF2-40B4-BE49-F238E27FC236}">
                <a16:creationId xmlns:a16="http://schemas.microsoft.com/office/drawing/2014/main" id="{765A1617-F496-3D7B-D2FD-90A593B69A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937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Data Transformation (3/7)</a:t>
            </a:r>
            <a:br>
              <a:rPr lang="en-US" dirty="0"/>
            </a:br>
            <a:r>
              <a:rPr lang="en-US" sz="2800" dirty="0"/>
              <a:t>Text normalization</a:t>
            </a:r>
          </a:p>
        </p:txBody>
      </p:sp>
      <p:sp>
        <p:nvSpPr>
          <p:cNvPr id="7" name="Text Placeholder 6"/>
          <p:cNvSpPr>
            <a:spLocks noGrp="1"/>
          </p:cNvSpPr>
          <p:nvPr>
            <p:ph type="body" idx="1"/>
          </p:nvPr>
        </p:nvSpPr>
        <p:spPr/>
        <p:txBody>
          <a:bodyPr/>
          <a:lstStyle/>
          <a:p>
            <a:r>
              <a:rPr lang="en-US" dirty="0"/>
              <a:t>Stemming</a:t>
            </a:r>
          </a:p>
        </p:txBody>
      </p:sp>
      <p:sp>
        <p:nvSpPr>
          <p:cNvPr id="8" name="Content Placeholder 7"/>
          <p:cNvSpPr>
            <a:spLocks noGrp="1"/>
          </p:cNvSpPr>
          <p:nvPr>
            <p:ph sz="half" idx="2"/>
          </p:nvPr>
        </p:nvSpPr>
        <p:spPr/>
        <p:txBody>
          <a:bodyPr>
            <a:normAutofit/>
          </a:bodyPr>
          <a:lstStyle/>
          <a:p>
            <a:r>
              <a:rPr lang="en-GB" sz="2000" dirty="0">
                <a:solidFill>
                  <a:srgbClr val="222222"/>
                </a:solidFill>
                <a:latin typeface="Lato" panose="020B0604020202020204" pitchFamily="34" charset="0"/>
              </a:rPr>
              <a:t>stems or removes last few characters from a word</a:t>
            </a:r>
          </a:p>
          <a:p>
            <a:r>
              <a:rPr lang="en-GB" sz="2000" dirty="0">
                <a:solidFill>
                  <a:srgbClr val="222222"/>
                </a:solidFill>
                <a:latin typeface="Lato" panose="020B0604020202020204" pitchFamily="34" charset="0"/>
              </a:rPr>
              <a:t>often leading to incorrect meanings and spelling.</a:t>
            </a:r>
          </a:p>
          <a:p>
            <a:r>
              <a:rPr lang="en-GB" sz="2000" dirty="0">
                <a:solidFill>
                  <a:srgbClr val="222222"/>
                </a:solidFill>
                <a:latin typeface="Lato" panose="020F0502020204030203" pitchFamily="34" charset="0"/>
              </a:rPr>
              <a:t>stemming the word ‘</a:t>
            </a:r>
            <a:r>
              <a:rPr lang="en-GB" sz="2000" b="1" dirty="0">
                <a:solidFill>
                  <a:srgbClr val="222222"/>
                </a:solidFill>
                <a:latin typeface="Lato" panose="020F0502020204030203" pitchFamily="34" charset="0"/>
              </a:rPr>
              <a:t>Caring</a:t>
            </a:r>
            <a:r>
              <a:rPr lang="en-GB" sz="2000" dirty="0">
                <a:solidFill>
                  <a:srgbClr val="222222"/>
                </a:solidFill>
                <a:latin typeface="Lato" panose="020F0502020204030203" pitchFamily="34" charset="0"/>
              </a:rPr>
              <a:t>‘ would return ‘</a:t>
            </a:r>
            <a:r>
              <a:rPr lang="en-GB" sz="2000" b="1" dirty="0">
                <a:solidFill>
                  <a:srgbClr val="222222"/>
                </a:solidFill>
                <a:latin typeface="Lato" panose="020F0502020204030203" pitchFamily="34" charset="0"/>
              </a:rPr>
              <a:t>Car</a:t>
            </a:r>
            <a:r>
              <a:rPr lang="en-GB" sz="2000" dirty="0">
                <a:solidFill>
                  <a:srgbClr val="222222"/>
                </a:solidFill>
                <a:latin typeface="Lato" panose="020F0502020204030203" pitchFamily="34" charset="0"/>
              </a:rPr>
              <a:t>‘.</a:t>
            </a:r>
            <a:endParaRPr lang="en-GB" sz="2000" dirty="0">
              <a:solidFill>
                <a:srgbClr val="222222"/>
              </a:solidFill>
              <a:latin typeface="Lato" panose="020B0604020202020204" pitchFamily="34" charset="0"/>
            </a:endParaRPr>
          </a:p>
          <a:p>
            <a:r>
              <a:rPr lang="en-GB" sz="2000" dirty="0">
                <a:solidFill>
                  <a:srgbClr val="222222"/>
                </a:solidFill>
                <a:latin typeface="Lato" panose="020F0502020204030203" pitchFamily="34" charset="0"/>
              </a:rPr>
              <a:t>computationally inexpensive</a:t>
            </a:r>
            <a:endParaRPr lang="en-US" sz="2000" dirty="0"/>
          </a:p>
        </p:txBody>
      </p:sp>
      <p:sp>
        <p:nvSpPr>
          <p:cNvPr id="9" name="Text Placeholder 8"/>
          <p:cNvSpPr>
            <a:spLocks noGrp="1"/>
          </p:cNvSpPr>
          <p:nvPr>
            <p:ph type="body" sz="quarter" idx="3"/>
          </p:nvPr>
        </p:nvSpPr>
        <p:spPr/>
        <p:txBody>
          <a:bodyPr/>
          <a:lstStyle/>
          <a:p>
            <a:r>
              <a:rPr lang="en-US" dirty="0"/>
              <a:t>Lemmatization</a:t>
            </a:r>
          </a:p>
        </p:txBody>
      </p:sp>
      <p:sp>
        <p:nvSpPr>
          <p:cNvPr id="10" name="Content Placeholder 9"/>
          <p:cNvSpPr>
            <a:spLocks noGrp="1"/>
          </p:cNvSpPr>
          <p:nvPr>
            <p:ph sz="quarter" idx="4"/>
          </p:nvPr>
        </p:nvSpPr>
        <p:spPr/>
        <p:txBody>
          <a:bodyPr>
            <a:normAutofit/>
          </a:bodyPr>
          <a:lstStyle/>
          <a:p>
            <a:r>
              <a:rPr lang="en-GB" sz="2000" dirty="0">
                <a:solidFill>
                  <a:srgbClr val="222222"/>
                </a:solidFill>
                <a:latin typeface="Lato" panose="020F0502020204030203" pitchFamily="34" charset="0"/>
              </a:rPr>
              <a:t>considers the </a:t>
            </a:r>
            <a:r>
              <a:rPr lang="en-GB" sz="2000" dirty="0">
                <a:solidFill>
                  <a:srgbClr val="222222"/>
                </a:solidFill>
                <a:highlight>
                  <a:srgbClr val="00FF00"/>
                </a:highlight>
                <a:latin typeface="Lato" panose="020F0502020204030203" pitchFamily="34" charset="0"/>
              </a:rPr>
              <a:t>context</a:t>
            </a:r>
            <a:r>
              <a:rPr lang="en-GB" sz="2000" dirty="0">
                <a:solidFill>
                  <a:srgbClr val="222222"/>
                </a:solidFill>
                <a:latin typeface="Lato" panose="020F0502020204030203" pitchFamily="34" charset="0"/>
              </a:rPr>
              <a:t> and converts the word to its meaningful base form</a:t>
            </a:r>
          </a:p>
          <a:p>
            <a:endParaRPr lang="en-GB" sz="2000" dirty="0">
              <a:solidFill>
                <a:srgbClr val="222222"/>
              </a:solidFill>
              <a:latin typeface="Lato" panose="020F0502020204030203" pitchFamily="34" charset="0"/>
            </a:endParaRPr>
          </a:p>
          <a:p>
            <a:endParaRPr lang="en-GB" sz="2000" dirty="0">
              <a:solidFill>
                <a:srgbClr val="222222"/>
              </a:solidFill>
              <a:latin typeface="Lato" panose="020F0502020204030203" pitchFamily="34" charset="0"/>
            </a:endParaRPr>
          </a:p>
          <a:p>
            <a:r>
              <a:rPr lang="en-GB" sz="2000" dirty="0">
                <a:solidFill>
                  <a:srgbClr val="222222"/>
                </a:solidFill>
                <a:latin typeface="Lato" panose="020F0502020204030203" pitchFamily="34" charset="0"/>
              </a:rPr>
              <a:t>Caring is correctly lemmatized to care</a:t>
            </a:r>
          </a:p>
          <a:p>
            <a:r>
              <a:rPr lang="en-GB" sz="2000" dirty="0">
                <a:solidFill>
                  <a:srgbClr val="222222"/>
                </a:solidFill>
                <a:latin typeface="Lato" panose="020F0502020204030203" pitchFamily="34" charset="0"/>
              </a:rPr>
              <a:t>computationally intensive</a:t>
            </a:r>
            <a:endParaRPr lang="en-US" sz="2000" dirty="0"/>
          </a:p>
        </p:txBody>
      </p:sp>
      <p:pic>
        <p:nvPicPr>
          <p:cNvPr id="11" name="Picture 10">
            <a:extLst>
              <a:ext uri="{FF2B5EF4-FFF2-40B4-BE49-F238E27FC236}">
                <a16:creationId xmlns:a16="http://schemas.microsoft.com/office/drawing/2014/main" id="{82D83BC1-AE0C-AA1C-A7DD-65C3F118FDF4}"/>
              </a:ext>
            </a:extLst>
          </p:cNvPr>
          <p:cNvPicPr>
            <a:picLocks noChangeAspect="1"/>
          </p:cNvPicPr>
          <p:nvPr/>
        </p:nvPicPr>
        <p:blipFill>
          <a:blip r:embed="rId2"/>
          <a:stretch>
            <a:fillRect/>
          </a:stretch>
        </p:blipFill>
        <p:spPr>
          <a:xfrm>
            <a:off x="2733675" y="4940885"/>
            <a:ext cx="5601600" cy="1768926"/>
          </a:xfrm>
          <a:prstGeom prst="rect">
            <a:avLst/>
          </a:prstGeom>
          <a:ln>
            <a:solidFill>
              <a:schemeClr val="tx1"/>
            </a:solidFill>
          </a:ln>
        </p:spPr>
      </p:pic>
      <p:pic>
        <p:nvPicPr>
          <p:cNvPr id="3" name="Picture 2" descr="Iqra University - IU">
            <a:extLst>
              <a:ext uri="{FF2B5EF4-FFF2-40B4-BE49-F238E27FC236}">
                <a16:creationId xmlns:a16="http://schemas.microsoft.com/office/drawing/2014/main" id="{1F716BB2-A530-365B-AE57-1338FFDA1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536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AA65D-B801-E16F-F7AC-16C27ADAB4CF}"/>
              </a:ext>
            </a:extLst>
          </p:cNvPr>
          <p:cNvSpPr>
            <a:spLocks noGrp="1"/>
          </p:cNvSpPr>
          <p:nvPr>
            <p:ph type="title"/>
          </p:nvPr>
        </p:nvSpPr>
        <p:spPr/>
        <p:txBody>
          <a:bodyPr/>
          <a:lstStyle/>
          <a:p>
            <a:r>
              <a:rPr lang="en-US" dirty="0"/>
              <a:t>Data Transformation(4/7)</a:t>
            </a:r>
            <a:br>
              <a:rPr lang="en-US" dirty="0"/>
            </a:br>
            <a:r>
              <a:rPr lang="en-US" sz="2800" dirty="0"/>
              <a:t>Feature Scaling numerical data</a:t>
            </a:r>
            <a:endParaRPr lang="x-none" dirty="0"/>
          </a:p>
        </p:txBody>
      </p:sp>
      <p:sp>
        <p:nvSpPr>
          <p:cNvPr id="3" name="Content Placeholder 2">
            <a:extLst>
              <a:ext uri="{FF2B5EF4-FFF2-40B4-BE49-F238E27FC236}">
                <a16:creationId xmlns:a16="http://schemas.microsoft.com/office/drawing/2014/main" id="{C469351C-FED7-22FA-9DF4-535859D29032}"/>
              </a:ext>
            </a:extLst>
          </p:cNvPr>
          <p:cNvSpPr>
            <a:spLocks noGrp="1"/>
          </p:cNvSpPr>
          <p:nvPr>
            <p:ph idx="1"/>
          </p:nvPr>
        </p:nvSpPr>
        <p:spPr/>
        <p:txBody>
          <a:bodyPr/>
          <a:lstStyle/>
          <a:p>
            <a:r>
              <a:rPr lang="en-US" dirty="0"/>
              <a:t>Standardize or normalize the scale of numerical features</a:t>
            </a:r>
          </a:p>
          <a:p>
            <a:r>
              <a:rPr lang="en-US" dirty="0"/>
              <a:t>Here, the scaled features become new features.</a:t>
            </a:r>
          </a:p>
          <a:p>
            <a:r>
              <a:rPr lang="en-US" dirty="0"/>
              <a:t>Techniques:</a:t>
            </a:r>
          </a:p>
          <a:p>
            <a:pPr lvl="1"/>
            <a:r>
              <a:rPr lang="en-US" dirty="0"/>
              <a:t>Min-Max scaling</a:t>
            </a:r>
          </a:p>
          <a:p>
            <a:pPr lvl="1"/>
            <a:r>
              <a:rPr lang="en-US" dirty="0"/>
              <a:t>Z-score normalization</a:t>
            </a:r>
          </a:p>
          <a:p>
            <a:pPr lvl="1"/>
            <a:r>
              <a:rPr lang="en-US" dirty="0"/>
              <a:t>robust scaling</a:t>
            </a:r>
          </a:p>
          <a:p>
            <a:pPr lvl="1"/>
            <a:r>
              <a:rPr lang="en-US" dirty="0"/>
              <a:t>log transformation</a:t>
            </a:r>
            <a:endParaRPr lang="x-none" dirty="0"/>
          </a:p>
        </p:txBody>
      </p:sp>
      <p:pic>
        <p:nvPicPr>
          <p:cNvPr id="4" name="Picture 3" descr="Iqra University - IU">
            <a:extLst>
              <a:ext uri="{FF2B5EF4-FFF2-40B4-BE49-F238E27FC236}">
                <a16:creationId xmlns:a16="http://schemas.microsoft.com/office/drawing/2014/main" id="{CF4AA910-087F-6D4C-364D-18E0D8B528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E580B10-D9FA-3641-CDFC-A077ADA1DBF5}"/>
              </a:ext>
            </a:extLst>
          </p:cNvPr>
          <p:cNvPicPr>
            <a:picLocks noChangeAspect="1"/>
          </p:cNvPicPr>
          <p:nvPr/>
        </p:nvPicPr>
        <p:blipFill>
          <a:blip r:embed="rId3"/>
          <a:stretch>
            <a:fillRect/>
          </a:stretch>
        </p:blipFill>
        <p:spPr>
          <a:xfrm>
            <a:off x="9502140" y="3950428"/>
            <a:ext cx="1600200" cy="933450"/>
          </a:xfrm>
          <a:prstGeom prst="rect">
            <a:avLst/>
          </a:prstGeom>
        </p:spPr>
      </p:pic>
      <p:pic>
        <p:nvPicPr>
          <p:cNvPr id="7" name="Picture 6">
            <a:extLst>
              <a:ext uri="{FF2B5EF4-FFF2-40B4-BE49-F238E27FC236}">
                <a16:creationId xmlns:a16="http://schemas.microsoft.com/office/drawing/2014/main" id="{D1D715DB-5BF4-8911-41C9-31BA7DBEB7A7}"/>
              </a:ext>
            </a:extLst>
          </p:cNvPr>
          <p:cNvPicPr>
            <a:picLocks noChangeAspect="1"/>
          </p:cNvPicPr>
          <p:nvPr/>
        </p:nvPicPr>
        <p:blipFill>
          <a:blip r:embed="rId4"/>
          <a:stretch>
            <a:fillRect/>
          </a:stretch>
        </p:blipFill>
        <p:spPr>
          <a:xfrm>
            <a:off x="8487111" y="2805841"/>
            <a:ext cx="2705100" cy="1009650"/>
          </a:xfrm>
          <a:prstGeom prst="rect">
            <a:avLst/>
          </a:prstGeom>
        </p:spPr>
      </p:pic>
    </p:spTree>
    <p:extLst>
      <p:ext uri="{BB962C8B-B14F-4D97-AF65-F5344CB8AC3E}">
        <p14:creationId xmlns:p14="http://schemas.microsoft.com/office/powerpoint/2010/main" val="287253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Transformation (5/7)</a:t>
            </a:r>
            <a:br>
              <a:rPr lang="en-US" dirty="0"/>
            </a:br>
            <a:r>
              <a:rPr lang="en-US" sz="2800" dirty="0"/>
              <a:t>One-hot encoding</a:t>
            </a:r>
          </a:p>
        </p:txBody>
      </p:sp>
      <p:sp>
        <p:nvSpPr>
          <p:cNvPr id="6" name="Content Placeholder 2"/>
          <p:cNvSpPr txBox="1">
            <a:spLocks/>
          </p:cNvSpPr>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Many algorithms can only handle numeric features, so we need to encode the categorical ones.</a:t>
            </a:r>
          </a:p>
          <a:p>
            <a:pPr lvl="1"/>
            <a:r>
              <a:rPr lang="en-US" dirty="0"/>
              <a:t>Logistic Regression, KNN, Decision Trees, SVM, and many more</a:t>
            </a:r>
          </a:p>
          <a:p>
            <a:r>
              <a:rPr lang="en-US" dirty="0"/>
              <a:t>Simply adds a new 0/1 feature for every category, having 1 if the sample has that category.</a:t>
            </a:r>
          </a:p>
          <a:p>
            <a:r>
              <a:rPr lang="en-US" dirty="0"/>
              <a:t>Can explode if a feature has lots of values, causing issues with high dimensionality.</a:t>
            </a:r>
          </a:p>
          <a:p>
            <a:endParaRPr lang="en-US" dirty="0"/>
          </a:p>
          <a:p>
            <a:endParaRPr lang="en-US" dirty="0"/>
          </a:p>
          <a:p>
            <a:endParaRPr lang="en-US" dirty="0"/>
          </a:p>
          <a:p>
            <a:endParaRPr lang="en-US" dirty="0"/>
          </a:p>
        </p:txBody>
      </p:sp>
      <p:pic>
        <p:nvPicPr>
          <p:cNvPr id="3" name="Picture 2" descr="Iqra University - IU">
            <a:extLst>
              <a:ext uri="{FF2B5EF4-FFF2-40B4-BE49-F238E27FC236}">
                <a16:creationId xmlns:a16="http://schemas.microsoft.com/office/drawing/2014/main" id="{EB759DB1-9F16-9481-9AD8-31CE9F53BB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367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7E35E-EBA0-49BE-D482-1AEF56D8CDB0}"/>
              </a:ext>
            </a:extLst>
          </p:cNvPr>
          <p:cNvSpPr>
            <a:spLocks noGrp="1"/>
          </p:cNvSpPr>
          <p:nvPr>
            <p:ph type="title"/>
          </p:nvPr>
        </p:nvSpPr>
        <p:spPr/>
        <p:txBody>
          <a:bodyPr/>
          <a:lstStyle/>
          <a:p>
            <a:r>
              <a:rPr lang="en-US" dirty="0"/>
              <a:t>Data Transformation (6/7)</a:t>
            </a:r>
            <a:br>
              <a:rPr lang="en-US" dirty="0"/>
            </a:br>
            <a:r>
              <a:rPr lang="en-US" sz="2800" dirty="0"/>
              <a:t>One-hot encoding</a:t>
            </a:r>
            <a:endParaRPr lang="en-US" dirty="0"/>
          </a:p>
        </p:txBody>
      </p:sp>
      <p:grpSp>
        <p:nvGrpSpPr>
          <p:cNvPr id="6" name="Group 5">
            <a:extLst>
              <a:ext uri="{FF2B5EF4-FFF2-40B4-BE49-F238E27FC236}">
                <a16:creationId xmlns:a16="http://schemas.microsoft.com/office/drawing/2014/main" id="{1A61B6AB-B6B8-47B2-E28A-D133B913C201}"/>
              </a:ext>
            </a:extLst>
          </p:cNvPr>
          <p:cNvGrpSpPr/>
          <p:nvPr/>
        </p:nvGrpSpPr>
        <p:grpSpPr>
          <a:xfrm>
            <a:off x="2211733" y="3016286"/>
            <a:ext cx="2461260" cy="2152649"/>
            <a:chOff x="2762250" y="2409825"/>
            <a:chExt cx="2461260" cy="2038350"/>
          </a:xfrm>
        </p:grpSpPr>
        <p:pic>
          <p:nvPicPr>
            <p:cNvPr id="4" name="Picture 3">
              <a:extLst>
                <a:ext uri="{FF2B5EF4-FFF2-40B4-BE49-F238E27FC236}">
                  <a16:creationId xmlns:a16="http://schemas.microsoft.com/office/drawing/2014/main" id="{27D11F04-F8BB-E6BC-5DC9-6212ADDA995A}"/>
                </a:ext>
              </a:extLst>
            </p:cNvPr>
            <p:cNvPicPr>
              <a:picLocks noChangeAspect="1"/>
            </p:cNvPicPr>
            <p:nvPr/>
          </p:nvPicPr>
          <p:blipFill>
            <a:blip r:embed="rId2"/>
            <a:srcRect r="82377"/>
            <a:stretch/>
          </p:blipFill>
          <p:spPr>
            <a:xfrm>
              <a:off x="2762250" y="2409825"/>
              <a:ext cx="1175049" cy="2038350"/>
            </a:xfrm>
            <a:prstGeom prst="rect">
              <a:avLst/>
            </a:prstGeom>
            <a:ln>
              <a:solidFill>
                <a:schemeClr val="tx1"/>
              </a:solidFill>
            </a:ln>
          </p:spPr>
        </p:pic>
        <p:pic>
          <p:nvPicPr>
            <p:cNvPr id="5" name="Picture 4">
              <a:extLst>
                <a:ext uri="{FF2B5EF4-FFF2-40B4-BE49-F238E27FC236}">
                  <a16:creationId xmlns:a16="http://schemas.microsoft.com/office/drawing/2014/main" id="{DC88FF40-9A6E-C52D-D212-A89F2A981608}"/>
                </a:ext>
              </a:extLst>
            </p:cNvPr>
            <p:cNvPicPr>
              <a:picLocks noChangeAspect="1"/>
            </p:cNvPicPr>
            <p:nvPr/>
          </p:nvPicPr>
          <p:blipFill>
            <a:blip r:embed="rId2"/>
            <a:srcRect l="79419"/>
            <a:stretch/>
          </p:blipFill>
          <p:spPr>
            <a:xfrm>
              <a:off x="3851238" y="2409825"/>
              <a:ext cx="1372272" cy="2038350"/>
            </a:xfrm>
            <a:prstGeom prst="rect">
              <a:avLst/>
            </a:prstGeom>
            <a:ln>
              <a:solidFill>
                <a:schemeClr val="tx1"/>
              </a:solidFill>
            </a:ln>
          </p:spPr>
        </p:pic>
      </p:grpSp>
      <p:grpSp>
        <p:nvGrpSpPr>
          <p:cNvPr id="17" name="Group 16">
            <a:extLst>
              <a:ext uri="{FF2B5EF4-FFF2-40B4-BE49-F238E27FC236}">
                <a16:creationId xmlns:a16="http://schemas.microsoft.com/office/drawing/2014/main" id="{8C882994-B038-7BB3-BB64-1E4A5ABEC466}"/>
              </a:ext>
            </a:extLst>
          </p:cNvPr>
          <p:cNvGrpSpPr/>
          <p:nvPr/>
        </p:nvGrpSpPr>
        <p:grpSpPr>
          <a:xfrm>
            <a:off x="6096000" y="3016287"/>
            <a:ext cx="4942103" cy="2152650"/>
            <a:chOff x="6511485" y="1771762"/>
            <a:chExt cx="4942103" cy="2152650"/>
          </a:xfrm>
        </p:grpSpPr>
        <p:pic>
          <p:nvPicPr>
            <p:cNvPr id="8" name="Picture 7">
              <a:extLst>
                <a:ext uri="{FF2B5EF4-FFF2-40B4-BE49-F238E27FC236}">
                  <a16:creationId xmlns:a16="http://schemas.microsoft.com/office/drawing/2014/main" id="{D72A18FD-9F61-13AF-EE60-06651DAF3E77}"/>
                </a:ext>
              </a:extLst>
            </p:cNvPr>
            <p:cNvPicPr>
              <a:picLocks noChangeAspect="1"/>
            </p:cNvPicPr>
            <p:nvPr/>
          </p:nvPicPr>
          <p:blipFill>
            <a:blip r:embed="rId3"/>
            <a:srcRect l="85997"/>
            <a:stretch/>
          </p:blipFill>
          <p:spPr>
            <a:xfrm>
              <a:off x="10278539" y="1771762"/>
              <a:ext cx="1175049" cy="2152650"/>
            </a:xfrm>
            <a:prstGeom prst="rect">
              <a:avLst/>
            </a:prstGeom>
            <a:ln>
              <a:solidFill>
                <a:schemeClr val="tx1"/>
              </a:solidFill>
            </a:ln>
          </p:spPr>
        </p:pic>
        <p:grpSp>
          <p:nvGrpSpPr>
            <p:cNvPr id="16" name="Group 15">
              <a:extLst>
                <a:ext uri="{FF2B5EF4-FFF2-40B4-BE49-F238E27FC236}">
                  <a16:creationId xmlns:a16="http://schemas.microsoft.com/office/drawing/2014/main" id="{A4CB8E29-0EC1-3D56-0263-CA98D1F18272}"/>
                </a:ext>
              </a:extLst>
            </p:cNvPr>
            <p:cNvGrpSpPr/>
            <p:nvPr/>
          </p:nvGrpSpPr>
          <p:grpSpPr>
            <a:xfrm>
              <a:off x="6511485" y="1771762"/>
              <a:ext cx="3767054" cy="2152650"/>
              <a:chOff x="6511485" y="1771762"/>
              <a:chExt cx="3767054" cy="2152650"/>
            </a:xfrm>
          </p:grpSpPr>
          <p:pic>
            <p:nvPicPr>
              <p:cNvPr id="10" name="Picture 9">
                <a:extLst>
                  <a:ext uri="{FF2B5EF4-FFF2-40B4-BE49-F238E27FC236}">
                    <a16:creationId xmlns:a16="http://schemas.microsoft.com/office/drawing/2014/main" id="{37A91366-82DD-54FC-C042-5B7489BE882C}"/>
                  </a:ext>
                </a:extLst>
              </p:cNvPr>
              <p:cNvPicPr>
                <a:picLocks noChangeAspect="1"/>
              </p:cNvPicPr>
              <p:nvPr/>
            </p:nvPicPr>
            <p:blipFill>
              <a:blip r:embed="rId3"/>
              <a:srcRect l="58304" r="26753"/>
              <a:stretch/>
            </p:blipFill>
            <p:spPr>
              <a:xfrm>
                <a:off x="9024601" y="1771762"/>
                <a:ext cx="1253938" cy="2152650"/>
              </a:xfrm>
              <a:prstGeom prst="rect">
                <a:avLst/>
              </a:prstGeom>
              <a:ln>
                <a:solidFill>
                  <a:schemeClr val="tx1"/>
                </a:solidFill>
              </a:ln>
            </p:spPr>
          </p:pic>
          <p:grpSp>
            <p:nvGrpSpPr>
              <p:cNvPr id="15" name="Group 14">
                <a:extLst>
                  <a:ext uri="{FF2B5EF4-FFF2-40B4-BE49-F238E27FC236}">
                    <a16:creationId xmlns:a16="http://schemas.microsoft.com/office/drawing/2014/main" id="{3526A7E4-64F4-5C6A-F23E-372227579543}"/>
                  </a:ext>
                </a:extLst>
              </p:cNvPr>
              <p:cNvGrpSpPr/>
              <p:nvPr/>
            </p:nvGrpSpPr>
            <p:grpSpPr>
              <a:xfrm>
                <a:off x="6511485" y="1771762"/>
                <a:ext cx="2729390" cy="2152650"/>
                <a:chOff x="6511485" y="1771762"/>
                <a:chExt cx="2729390" cy="2152650"/>
              </a:xfrm>
            </p:grpSpPr>
            <p:pic>
              <p:nvPicPr>
                <p:cNvPr id="12" name="Picture 11">
                  <a:extLst>
                    <a:ext uri="{FF2B5EF4-FFF2-40B4-BE49-F238E27FC236}">
                      <a16:creationId xmlns:a16="http://schemas.microsoft.com/office/drawing/2014/main" id="{035FBE93-F48E-01C3-112E-E89D56B2EAD5}"/>
                    </a:ext>
                  </a:extLst>
                </p:cNvPr>
                <p:cNvPicPr>
                  <a:picLocks noChangeAspect="1"/>
                </p:cNvPicPr>
                <p:nvPr/>
              </p:nvPicPr>
              <p:blipFill>
                <a:blip r:embed="rId3"/>
                <a:srcRect l="32095" r="50000"/>
                <a:stretch/>
              </p:blipFill>
              <p:spPr>
                <a:xfrm>
                  <a:off x="7738390" y="1771762"/>
                  <a:ext cx="1502485" cy="2152650"/>
                </a:xfrm>
                <a:prstGeom prst="rect">
                  <a:avLst/>
                </a:prstGeom>
                <a:ln>
                  <a:solidFill>
                    <a:schemeClr val="tx1"/>
                  </a:solidFill>
                </a:ln>
              </p:spPr>
            </p:pic>
            <p:pic>
              <p:nvPicPr>
                <p:cNvPr id="14" name="Picture 13">
                  <a:extLst>
                    <a:ext uri="{FF2B5EF4-FFF2-40B4-BE49-F238E27FC236}">
                      <a16:creationId xmlns:a16="http://schemas.microsoft.com/office/drawing/2014/main" id="{6B69B64C-18F9-ACF9-3B84-D497DDFB0F73}"/>
                    </a:ext>
                  </a:extLst>
                </p:cNvPr>
                <p:cNvPicPr>
                  <a:picLocks noChangeAspect="1"/>
                </p:cNvPicPr>
                <p:nvPr/>
              </p:nvPicPr>
              <p:blipFill>
                <a:blip r:embed="rId3"/>
                <a:srcRect r="84156"/>
                <a:stretch/>
              </p:blipFill>
              <p:spPr>
                <a:xfrm>
                  <a:off x="6511485" y="1771762"/>
                  <a:ext cx="1329523" cy="2152650"/>
                </a:xfrm>
                <a:prstGeom prst="rect">
                  <a:avLst/>
                </a:prstGeom>
                <a:ln>
                  <a:solidFill>
                    <a:schemeClr val="tx1"/>
                  </a:solidFill>
                </a:ln>
              </p:spPr>
            </p:pic>
          </p:grpSp>
        </p:grpSp>
      </p:grpSp>
      <p:sp>
        <p:nvSpPr>
          <p:cNvPr id="18" name="TextBox 17">
            <a:extLst>
              <a:ext uri="{FF2B5EF4-FFF2-40B4-BE49-F238E27FC236}">
                <a16:creationId xmlns:a16="http://schemas.microsoft.com/office/drawing/2014/main" id="{B1A4C0D7-49C3-5C9A-F850-EE4001599EF4}"/>
              </a:ext>
            </a:extLst>
          </p:cNvPr>
          <p:cNvSpPr txBox="1"/>
          <p:nvPr/>
        </p:nvSpPr>
        <p:spPr>
          <a:xfrm>
            <a:off x="2211734" y="2291379"/>
            <a:ext cx="1088988" cy="400110"/>
          </a:xfrm>
          <a:prstGeom prst="rect">
            <a:avLst/>
          </a:prstGeom>
          <a:noFill/>
        </p:spPr>
        <p:txBody>
          <a:bodyPr wrap="square" rtlCol="0">
            <a:spAutoFit/>
          </a:bodyPr>
          <a:lstStyle/>
          <a:p>
            <a:r>
              <a:rPr lang="en-US" sz="2000" dirty="0"/>
              <a:t>Data:</a:t>
            </a:r>
          </a:p>
        </p:txBody>
      </p:sp>
      <p:sp>
        <p:nvSpPr>
          <p:cNvPr id="19" name="TextBox 18">
            <a:extLst>
              <a:ext uri="{FF2B5EF4-FFF2-40B4-BE49-F238E27FC236}">
                <a16:creationId xmlns:a16="http://schemas.microsoft.com/office/drawing/2014/main" id="{9F12F43F-E6A6-B3D0-965C-EE36E7B4F0C0}"/>
              </a:ext>
            </a:extLst>
          </p:cNvPr>
          <p:cNvSpPr txBox="1"/>
          <p:nvPr/>
        </p:nvSpPr>
        <p:spPr>
          <a:xfrm>
            <a:off x="6095999" y="2293172"/>
            <a:ext cx="3241639" cy="400110"/>
          </a:xfrm>
          <a:prstGeom prst="rect">
            <a:avLst/>
          </a:prstGeom>
          <a:noFill/>
        </p:spPr>
        <p:txBody>
          <a:bodyPr wrap="square" rtlCol="0">
            <a:spAutoFit/>
          </a:bodyPr>
          <a:lstStyle/>
          <a:p>
            <a:r>
              <a:rPr lang="en-US" sz="2000" dirty="0"/>
              <a:t>After one-hot encoding</a:t>
            </a:r>
          </a:p>
        </p:txBody>
      </p:sp>
      <p:pic>
        <p:nvPicPr>
          <p:cNvPr id="3" name="Picture 2" descr="Iqra University - IU">
            <a:extLst>
              <a:ext uri="{FF2B5EF4-FFF2-40B4-BE49-F238E27FC236}">
                <a16:creationId xmlns:a16="http://schemas.microsoft.com/office/drawing/2014/main" id="{2E10E202-4375-6F2D-7042-9F4B388623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809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107D5-CE67-12B9-B9A8-19AACD36004B}"/>
              </a:ext>
            </a:extLst>
          </p:cNvPr>
          <p:cNvSpPr>
            <a:spLocks noGrp="1"/>
          </p:cNvSpPr>
          <p:nvPr>
            <p:ph type="title"/>
          </p:nvPr>
        </p:nvSpPr>
        <p:spPr/>
        <p:txBody>
          <a:bodyPr/>
          <a:lstStyle/>
          <a:p>
            <a:r>
              <a:rPr lang="en-US" dirty="0"/>
              <a:t>Data Preprocessing for Machine Learning</a:t>
            </a:r>
            <a:endParaRPr lang="x-none" dirty="0"/>
          </a:p>
        </p:txBody>
      </p:sp>
      <p:sp>
        <p:nvSpPr>
          <p:cNvPr id="3" name="Content Placeholder 2">
            <a:extLst>
              <a:ext uri="{FF2B5EF4-FFF2-40B4-BE49-F238E27FC236}">
                <a16:creationId xmlns:a16="http://schemas.microsoft.com/office/drawing/2014/main" id="{D31AD519-EEC4-D68C-830F-4886D28B1A4F}"/>
              </a:ext>
            </a:extLst>
          </p:cNvPr>
          <p:cNvSpPr>
            <a:spLocks noGrp="1"/>
          </p:cNvSpPr>
          <p:nvPr>
            <p:ph idx="1"/>
          </p:nvPr>
        </p:nvSpPr>
        <p:spPr/>
        <p:txBody>
          <a:bodyPr>
            <a:normAutofit lnSpcReduction="10000"/>
          </a:bodyPr>
          <a:lstStyle/>
          <a:p>
            <a:r>
              <a:rPr lang="en-US" dirty="0">
                <a:effectLst/>
              </a:rPr>
              <a:t>By cleaning, normalizing, and wrangling data, we can ensure that our models are working with accurate and complete data.</a:t>
            </a:r>
          </a:p>
          <a:p>
            <a:pPr lvl="1"/>
            <a:r>
              <a:rPr lang="en-US" dirty="0">
                <a:effectLst/>
              </a:rPr>
              <a:t>For example, if we have missing values in our dataset, it can lead to biased or incorrect results.</a:t>
            </a:r>
          </a:p>
          <a:p>
            <a:pPr lvl="1"/>
            <a:r>
              <a:rPr lang="en-US" dirty="0">
                <a:effectLst/>
              </a:rPr>
              <a:t>By imputing these missing values, we can improve the completeness of our data and therefore the accuracy of our models.</a:t>
            </a:r>
            <a:endParaRPr lang="en-US" dirty="0"/>
          </a:p>
          <a:p>
            <a:r>
              <a:rPr lang="en-US" dirty="0">
                <a:effectLst/>
              </a:rPr>
              <a:t>Similarly, Feature Scaling</a:t>
            </a:r>
          </a:p>
          <a:p>
            <a:pPr lvl="1"/>
            <a:r>
              <a:rPr lang="en-US" dirty="0">
                <a:effectLst/>
              </a:rPr>
              <a:t>can help algorithms converge faster</a:t>
            </a:r>
          </a:p>
          <a:p>
            <a:pPr lvl="1"/>
            <a:r>
              <a:rPr lang="en-US" dirty="0">
                <a:effectLst/>
              </a:rPr>
              <a:t>improves model accuracy</a:t>
            </a:r>
          </a:p>
          <a:p>
            <a:pPr lvl="1"/>
            <a:r>
              <a:rPr lang="en-US" dirty="0">
                <a:effectLst/>
              </a:rPr>
              <a:t>For example, if we have a dataset with features that have vastly different scales, such as age and income, scaling these features can ensure that neither has an undue influence on the model's predictions.</a:t>
            </a:r>
            <a:endParaRPr lang="en-US" dirty="0"/>
          </a:p>
        </p:txBody>
      </p:sp>
      <p:pic>
        <p:nvPicPr>
          <p:cNvPr id="4" name="Picture 3" descr="Iqra University - IU">
            <a:extLst>
              <a:ext uri="{FF2B5EF4-FFF2-40B4-BE49-F238E27FC236}">
                <a16:creationId xmlns:a16="http://schemas.microsoft.com/office/drawing/2014/main" id="{73572301-4FBE-8E11-D7E8-551D90878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933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E262B-0578-C231-89BF-BA460FBAB0B3}"/>
              </a:ext>
            </a:extLst>
          </p:cNvPr>
          <p:cNvSpPr>
            <a:spLocks noGrp="1"/>
          </p:cNvSpPr>
          <p:nvPr>
            <p:ph type="title"/>
          </p:nvPr>
        </p:nvSpPr>
        <p:spPr/>
        <p:txBody>
          <a:bodyPr/>
          <a:lstStyle/>
          <a:p>
            <a:r>
              <a:rPr lang="en-US" dirty="0"/>
              <a:t>Data Preprocessing Checklist</a:t>
            </a:r>
            <a:endParaRPr lang="x-none" dirty="0"/>
          </a:p>
        </p:txBody>
      </p:sp>
      <p:sp>
        <p:nvSpPr>
          <p:cNvPr id="3" name="Content Placeholder 2">
            <a:extLst>
              <a:ext uri="{FF2B5EF4-FFF2-40B4-BE49-F238E27FC236}">
                <a16:creationId xmlns:a16="http://schemas.microsoft.com/office/drawing/2014/main" id="{91A35A75-F7D7-4E25-3A1E-CCDDEAF551A9}"/>
              </a:ext>
            </a:extLst>
          </p:cNvPr>
          <p:cNvSpPr>
            <a:spLocks noGrp="1"/>
          </p:cNvSpPr>
          <p:nvPr>
            <p:ph idx="1"/>
          </p:nvPr>
        </p:nvSpPr>
        <p:spPr/>
        <p:txBody>
          <a:bodyPr>
            <a:normAutofit fontScale="92500" lnSpcReduction="10000"/>
          </a:bodyPr>
          <a:lstStyle/>
          <a:p>
            <a:r>
              <a:rPr lang="en-US" dirty="0">
                <a:effectLst/>
              </a:rPr>
              <a:t>Check for missing values and outliers in the data.</a:t>
            </a:r>
            <a:endParaRPr lang="en-US" dirty="0"/>
          </a:p>
          <a:p>
            <a:r>
              <a:rPr lang="en-US" dirty="0">
                <a:effectLst/>
              </a:rPr>
              <a:t>Clean the data by removing or correcting any errors, inconsistencies, or duplicates.</a:t>
            </a:r>
            <a:endParaRPr lang="en-US" dirty="0"/>
          </a:p>
          <a:p>
            <a:r>
              <a:rPr lang="en-US" dirty="0">
                <a:effectLst/>
              </a:rPr>
              <a:t>Normalize the data to ensure consistency in scale and range.</a:t>
            </a:r>
            <a:endParaRPr lang="en-US" dirty="0"/>
          </a:p>
          <a:p>
            <a:r>
              <a:rPr lang="en-US" dirty="0">
                <a:effectLst/>
              </a:rPr>
              <a:t>Tag the data to categorize and label it for analysis.</a:t>
            </a:r>
            <a:endParaRPr lang="en-US" dirty="0"/>
          </a:p>
          <a:p>
            <a:r>
              <a:rPr lang="en-US" dirty="0">
                <a:effectLst/>
              </a:rPr>
              <a:t>Wrangle the data by transforming, merging, or reshaping it as needed.</a:t>
            </a:r>
            <a:endParaRPr lang="en-US" dirty="0"/>
          </a:p>
          <a:p>
            <a:r>
              <a:rPr lang="en-US" dirty="0">
                <a:effectLst/>
              </a:rPr>
              <a:t>Impute missing data using appropriate techniques.</a:t>
            </a:r>
            <a:endParaRPr lang="en-US" dirty="0"/>
          </a:p>
          <a:p>
            <a:r>
              <a:rPr lang="en-US" dirty="0">
                <a:effectLst/>
              </a:rPr>
              <a:t>Reduce the data by selecting relevant features or variables.</a:t>
            </a:r>
            <a:endParaRPr lang="en-US" dirty="0"/>
          </a:p>
          <a:p>
            <a:r>
              <a:rPr lang="en-US" dirty="0">
                <a:effectLst/>
              </a:rPr>
              <a:t>Scale the data to ensure equal importance of all features.</a:t>
            </a:r>
            <a:endParaRPr lang="en-US" dirty="0"/>
          </a:p>
          <a:p>
            <a:r>
              <a:rPr lang="en-US" dirty="0">
                <a:effectLst/>
              </a:rPr>
              <a:t>Extract features from the data to improve model performance.</a:t>
            </a:r>
            <a:endParaRPr lang="en-US" dirty="0"/>
          </a:p>
        </p:txBody>
      </p:sp>
      <p:pic>
        <p:nvPicPr>
          <p:cNvPr id="4" name="Picture 3" descr="Iqra University - IU">
            <a:extLst>
              <a:ext uri="{FF2B5EF4-FFF2-40B4-BE49-F238E27FC236}">
                <a16:creationId xmlns:a16="http://schemas.microsoft.com/office/drawing/2014/main" id="{6FA92C82-E888-10F9-2D1A-D6863677D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346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2D43-95F7-5E98-5998-3BB2210941B7}"/>
              </a:ext>
            </a:extLst>
          </p:cNvPr>
          <p:cNvSpPr>
            <a:spLocks noGrp="1"/>
          </p:cNvSpPr>
          <p:nvPr>
            <p:ph type="title"/>
          </p:nvPr>
        </p:nvSpPr>
        <p:spPr/>
        <p:txBody>
          <a:bodyPr/>
          <a:lstStyle/>
          <a:p>
            <a:r>
              <a:rPr lang="en-US" dirty="0"/>
              <a:t>Real-World Examples</a:t>
            </a:r>
            <a:endParaRPr lang="x-none" dirty="0"/>
          </a:p>
        </p:txBody>
      </p:sp>
      <p:sp>
        <p:nvSpPr>
          <p:cNvPr id="3" name="Content Placeholder 2">
            <a:extLst>
              <a:ext uri="{FF2B5EF4-FFF2-40B4-BE49-F238E27FC236}">
                <a16:creationId xmlns:a16="http://schemas.microsoft.com/office/drawing/2014/main" id="{D7560BCC-066A-AEEE-AE71-A01CAE00F909}"/>
              </a:ext>
            </a:extLst>
          </p:cNvPr>
          <p:cNvSpPr>
            <a:spLocks noGrp="1"/>
          </p:cNvSpPr>
          <p:nvPr>
            <p:ph idx="1"/>
          </p:nvPr>
        </p:nvSpPr>
        <p:spPr/>
        <p:txBody>
          <a:bodyPr>
            <a:normAutofit/>
          </a:bodyPr>
          <a:lstStyle/>
          <a:p>
            <a:pPr algn="just"/>
            <a:r>
              <a:rPr lang="en-US" dirty="0">
                <a:effectLst/>
              </a:rPr>
              <a:t>In a study conducted by researchers at Duke University, data preprocessing techniques such as data cleaning and normalization were used to analyze electronic health records (EHRs) for patients with heart disease.</a:t>
            </a:r>
          </a:p>
          <a:p>
            <a:pPr lvl="1" algn="just"/>
            <a:r>
              <a:rPr lang="en-US" dirty="0">
                <a:effectLst/>
              </a:rPr>
              <a:t>By preprocessing the data, the researchers were able to identify patterns and risk factors that could be used to improve patient outcomes.</a:t>
            </a:r>
            <a:endParaRPr lang="en-US" dirty="0"/>
          </a:p>
          <a:p>
            <a:pPr algn="just"/>
            <a:r>
              <a:rPr lang="en-US" dirty="0">
                <a:effectLst/>
              </a:rPr>
              <a:t>In a study conducted by researchers at the University of Maryland, data preprocessing techniques such as feature extraction and scaling were used to analyze stock prices and predict market trends.</a:t>
            </a:r>
          </a:p>
          <a:p>
            <a:pPr lvl="1" algn="just"/>
            <a:r>
              <a:rPr lang="en-US" dirty="0">
                <a:effectLst/>
              </a:rPr>
              <a:t>By preprocessing the data, the researchers were able to develop more accurate models and make better investment decisions.</a:t>
            </a:r>
            <a:endParaRPr lang="en-US" dirty="0"/>
          </a:p>
        </p:txBody>
      </p:sp>
      <p:pic>
        <p:nvPicPr>
          <p:cNvPr id="4" name="Picture 3" descr="Iqra University - IU">
            <a:extLst>
              <a:ext uri="{FF2B5EF4-FFF2-40B4-BE49-F238E27FC236}">
                <a16:creationId xmlns:a16="http://schemas.microsoft.com/office/drawing/2014/main" id="{700FA77C-483D-CDED-3AED-08E77F230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91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Thank you!</a:t>
            </a:r>
          </a:p>
        </p:txBody>
      </p:sp>
      <p:sp>
        <p:nvSpPr>
          <p:cNvPr id="7" name="Text Placeholder 6"/>
          <p:cNvSpPr>
            <a:spLocks noGrp="1"/>
          </p:cNvSpPr>
          <p:nvPr>
            <p:ph type="body" idx="1"/>
          </p:nvPr>
        </p:nvSpPr>
        <p:spPr/>
        <p:txBody>
          <a:bodyPr/>
          <a:lstStyle/>
          <a:p>
            <a:endParaRPr lang="en-US"/>
          </a:p>
        </p:txBody>
      </p:sp>
      <p:pic>
        <p:nvPicPr>
          <p:cNvPr id="2" name="Picture 1" descr="Iqra University - IU">
            <a:extLst>
              <a:ext uri="{FF2B5EF4-FFF2-40B4-BE49-F238E27FC236}">
                <a16:creationId xmlns:a16="http://schemas.microsoft.com/office/drawing/2014/main" id="{C1252837-B26F-B1FA-016D-7A35524EB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647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5A68A-64BE-360F-6C22-3EEEA09E1345}"/>
              </a:ext>
            </a:extLst>
          </p:cNvPr>
          <p:cNvSpPr>
            <a:spLocks noGrp="1"/>
          </p:cNvSpPr>
          <p:nvPr>
            <p:ph type="title"/>
          </p:nvPr>
        </p:nvSpPr>
        <p:spPr/>
        <p:txBody>
          <a:bodyPr/>
          <a:lstStyle/>
          <a:p>
            <a:r>
              <a:rPr lang="en-US" dirty="0"/>
              <a:t>References</a:t>
            </a:r>
            <a:endParaRPr lang="x-none" dirty="0"/>
          </a:p>
        </p:txBody>
      </p:sp>
      <p:sp>
        <p:nvSpPr>
          <p:cNvPr id="3" name="Content Placeholder 2">
            <a:extLst>
              <a:ext uri="{FF2B5EF4-FFF2-40B4-BE49-F238E27FC236}">
                <a16:creationId xmlns:a16="http://schemas.microsoft.com/office/drawing/2014/main" id="{BDA0BFC5-983B-2636-12D3-1D1D528CA26B}"/>
              </a:ext>
            </a:extLst>
          </p:cNvPr>
          <p:cNvSpPr>
            <a:spLocks noGrp="1"/>
          </p:cNvSpPr>
          <p:nvPr>
            <p:ph idx="1"/>
          </p:nvPr>
        </p:nvSpPr>
        <p:spPr/>
        <p:txBody>
          <a:bodyPr>
            <a:normAutofit fontScale="85000" lnSpcReduction="20000"/>
          </a:bodyPr>
          <a:lstStyle/>
          <a:p>
            <a:r>
              <a:rPr lang="en-US" dirty="0">
                <a:effectLst/>
              </a:rPr>
              <a:t>Han, J., </a:t>
            </a:r>
            <a:r>
              <a:rPr lang="en-US" dirty="0" err="1">
                <a:effectLst/>
              </a:rPr>
              <a:t>Kamber</a:t>
            </a:r>
            <a:r>
              <a:rPr lang="en-US" dirty="0">
                <a:effectLst/>
              </a:rPr>
              <a:t>, M., &amp; Pei, J. (2011). Data mining: concepts and techniques. Morgan Kaufmann Publishers.</a:t>
            </a:r>
            <a:endParaRPr lang="en-US" dirty="0"/>
          </a:p>
          <a:p>
            <a:r>
              <a:rPr lang="en-US" dirty="0">
                <a:effectLst/>
              </a:rPr>
              <a:t>García, S., Luengo, J., &amp; Herrera, F. (2015). Data preprocessing in data mining. Springer.</a:t>
            </a:r>
            <a:endParaRPr lang="en-US" dirty="0"/>
          </a:p>
          <a:p>
            <a:r>
              <a:rPr lang="en-US" dirty="0">
                <a:effectLst/>
              </a:rPr>
              <a:t>Abadi, D., Chu, A., Goodfellow, I., McMahan, H. B., Mironov, I., Talwar, K., &amp; Zhang, L. (2016). Deep learning with differential privacy. In Proceedings of the 2016 ACM SIGSAC Conference on Computer and Communications Security (pp. 308-318).</a:t>
            </a:r>
            <a:endParaRPr lang="en-US" dirty="0"/>
          </a:p>
          <a:p>
            <a:r>
              <a:rPr lang="en-US" dirty="0" err="1">
                <a:effectLst/>
              </a:rPr>
              <a:t>Bellazzi</a:t>
            </a:r>
            <a:r>
              <a:rPr lang="en-US" dirty="0">
                <a:effectLst/>
              </a:rPr>
              <a:t>, R., &amp; Zupan, B. (2008). Predictive data mining in clinical medicine: current issues and guidelines. International journal of medical informatics, 77(2), 81-97.</a:t>
            </a:r>
            <a:endParaRPr lang="en-US" dirty="0"/>
          </a:p>
          <a:p>
            <a:r>
              <a:rPr lang="en-US" dirty="0">
                <a:effectLst/>
              </a:rPr>
              <a:t>Brownlee, J. (2020). How to Prepare Data For Machine Learning. Machine Learning Mastery. https://machinelearningmastery.com/how-to-prepare-data-for-machine-learning/</a:t>
            </a:r>
            <a:endParaRPr lang="en-US" dirty="0"/>
          </a:p>
        </p:txBody>
      </p:sp>
      <p:pic>
        <p:nvPicPr>
          <p:cNvPr id="4" name="Picture 3" descr="Iqra University - IU">
            <a:extLst>
              <a:ext uri="{FF2B5EF4-FFF2-40B4-BE49-F238E27FC236}">
                <a16:creationId xmlns:a16="http://schemas.microsoft.com/office/drawing/2014/main" id="{AAED502F-F3DB-5675-2276-6AEA65DB43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4163" y="7922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651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2041</TotalTime>
  <Words>1475</Words>
  <Application>Microsoft Office PowerPoint</Application>
  <PresentationFormat>Widescreen</PresentationFormat>
  <Paragraphs>370</Paragraphs>
  <Slides>26</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Lato</vt:lpstr>
      <vt:lpstr>Times New Roman</vt:lpstr>
      <vt:lpstr>Office Theme</vt:lpstr>
      <vt:lpstr>Data Preprocessing</vt:lpstr>
      <vt:lpstr>Recall</vt:lpstr>
      <vt:lpstr>What is Data preprocessing?</vt:lpstr>
      <vt:lpstr>Data Cleansing (1/8)</vt:lpstr>
      <vt:lpstr>Data Cleansing (2/8)</vt:lpstr>
      <vt:lpstr>Data Cleansing (3/6)</vt:lpstr>
      <vt:lpstr>Data Cleansing (4/6)</vt:lpstr>
      <vt:lpstr>Data Cleansing (5/6)</vt:lpstr>
      <vt:lpstr>Data Cleansing (5/6)</vt:lpstr>
      <vt:lpstr>Data Cleansing (6/6)</vt:lpstr>
      <vt:lpstr>Data Reduction (1/4)</vt:lpstr>
      <vt:lpstr>Data Reduction (2/4) </vt:lpstr>
      <vt:lpstr>Data Reduction (3/4) </vt:lpstr>
      <vt:lpstr>Data Reduction (4/4) </vt:lpstr>
      <vt:lpstr>PowerPoint Presentation</vt:lpstr>
      <vt:lpstr>Data Transformation (1/7)</vt:lpstr>
      <vt:lpstr>Data Transformation (2/7)</vt:lpstr>
      <vt:lpstr>Data Transformation (3/7) Text normalization</vt:lpstr>
      <vt:lpstr>Data Transformation(4/7) Feature Scaling numerical data</vt:lpstr>
      <vt:lpstr>Data Transformation (5/7) One-hot encoding</vt:lpstr>
      <vt:lpstr>Data Transformation (6/7) One-hot encoding</vt:lpstr>
      <vt:lpstr>Data Preprocessing for Machine Learning</vt:lpstr>
      <vt:lpstr>Data Preprocessing Checklist</vt:lpstr>
      <vt:lpstr>Real-World Examples</vt:lpstr>
      <vt:lpstr>Thank you!</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Preprocessing</dc:title>
  <dc:creator>Fahad  Satti</dc:creator>
  <cp:lastModifiedBy>(FA21-RCS-015) LAIBA SABIR</cp:lastModifiedBy>
  <cp:revision>312</cp:revision>
  <dcterms:created xsi:type="dcterms:W3CDTF">2023-10-04T17:28:15Z</dcterms:created>
  <dcterms:modified xsi:type="dcterms:W3CDTF">2025-04-12T10:15:16Z</dcterms:modified>
</cp:coreProperties>
</file>