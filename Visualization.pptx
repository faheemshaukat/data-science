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  <p:sldId id="25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CDDC6-8F3B-4826-8C65-AFF2E68721EF}" v="73" dt="2025-06-23T04:12:44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1-RCS-015) LAIBA SABIR" userId="cdfba985-6cea-425f-a12a-4b4fa79fe82d" providerId="ADAL" clId="{826CDDC6-8F3B-4826-8C65-AFF2E68721EF}"/>
    <pc:docChg chg="undo custSel addSld delSld modSld">
      <pc:chgData name="(FA21-RCS-015) LAIBA SABIR" userId="cdfba985-6cea-425f-a12a-4b4fa79fe82d" providerId="ADAL" clId="{826CDDC6-8F3B-4826-8C65-AFF2E68721EF}" dt="2025-06-23T04:12:44.844" v="584"/>
      <pc:docMkLst>
        <pc:docMk/>
      </pc:docMkLst>
      <pc:sldChg chg="addSp modSp">
        <pc:chgData name="(FA21-RCS-015) LAIBA SABIR" userId="cdfba985-6cea-425f-a12a-4b4fa79fe82d" providerId="ADAL" clId="{826CDDC6-8F3B-4826-8C65-AFF2E68721EF}" dt="2025-06-23T04:12:11.593" v="569" actId="1076"/>
        <pc:sldMkLst>
          <pc:docMk/>
          <pc:sldMk cId="786597124" sldId="256"/>
        </pc:sldMkLst>
        <pc:picChg chg="add mod">
          <ac:chgData name="(FA21-RCS-015) LAIBA SABIR" userId="cdfba985-6cea-425f-a12a-4b4fa79fe82d" providerId="ADAL" clId="{826CDDC6-8F3B-4826-8C65-AFF2E68721EF}" dt="2025-06-23T04:12:11.593" v="569" actId="1076"/>
          <ac:picMkLst>
            <pc:docMk/>
            <pc:sldMk cId="786597124" sldId="256"/>
            <ac:picMk id="4" creationId="{938D41EF-A887-3BC3-7144-65A889274CE0}"/>
          </ac:picMkLst>
        </pc:picChg>
      </pc:sldChg>
      <pc:sldChg chg="addSp delSp modSp mod delAnim modAnim">
        <pc:chgData name="(FA21-RCS-015) LAIBA SABIR" userId="cdfba985-6cea-425f-a12a-4b4fa79fe82d" providerId="ADAL" clId="{826CDDC6-8F3B-4826-8C65-AFF2E68721EF}" dt="2025-06-23T04:12:14.670" v="570"/>
        <pc:sldMkLst>
          <pc:docMk/>
          <pc:sldMk cId="958887022" sldId="257"/>
        </pc:sldMkLst>
        <pc:spChg chg="add del mod ord">
          <ac:chgData name="(FA21-RCS-015) LAIBA SABIR" userId="cdfba985-6cea-425f-a12a-4b4fa79fe82d" providerId="ADAL" clId="{826CDDC6-8F3B-4826-8C65-AFF2E68721EF}" dt="2025-06-23T03:10:42.369" v="8" actId="478"/>
          <ac:spMkLst>
            <pc:docMk/>
            <pc:sldMk cId="958887022" sldId="257"/>
            <ac:spMk id="8" creationId="{F025234D-DE61-E566-9862-5FA0B2C3F5F3}"/>
          </ac:spMkLst>
        </pc:spChg>
        <pc:spChg chg="add del mod ord">
          <ac:chgData name="(FA21-RCS-015) LAIBA SABIR" userId="cdfba985-6cea-425f-a12a-4b4fa79fe82d" providerId="ADAL" clId="{826CDDC6-8F3B-4826-8C65-AFF2E68721EF}" dt="2025-06-23T03:11:14.087" v="13" actId="478"/>
          <ac:spMkLst>
            <pc:docMk/>
            <pc:sldMk cId="958887022" sldId="257"/>
            <ac:spMk id="9" creationId="{B3F2550E-4990-F602-3C9F-F944E2896F68}"/>
          </ac:spMkLst>
        </pc:spChg>
        <pc:spChg chg="add mod ord">
          <ac:chgData name="(FA21-RCS-015) LAIBA SABIR" userId="cdfba985-6cea-425f-a12a-4b4fa79fe82d" providerId="ADAL" clId="{826CDDC6-8F3B-4826-8C65-AFF2E68721EF}" dt="2025-06-23T03:57:57.976" v="530" actId="1076"/>
          <ac:spMkLst>
            <pc:docMk/>
            <pc:sldMk cId="958887022" sldId="257"/>
            <ac:spMk id="12" creationId="{831C0DE5-57C6-DF12-7BDC-6961DF0972B7}"/>
          </ac:spMkLst>
        </pc:spChg>
        <pc:spChg chg="add del mod">
          <ac:chgData name="(FA21-RCS-015) LAIBA SABIR" userId="cdfba985-6cea-425f-a12a-4b4fa79fe82d" providerId="ADAL" clId="{826CDDC6-8F3B-4826-8C65-AFF2E68721EF}" dt="2025-06-23T03:57:18.699" v="527" actId="478"/>
          <ac:spMkLst>
            <pc:docMk/>
            <pc:sldMk cId="958887022" sldId="257"/>
            <ac:spMk id="13" creationId="{9E7CFA8D-16DD-8819-D04A-E9D72BADBA6C}"/>
          </ac:spMkLst>
        </pc:spChg>
        <pc:spChg chg="add del mod">
          <ac:chgData name="(FA21-RCS-015) LAIBA SABIR" userId="cdfba985-6cea-425f-a12a-4b4fa79fe82d" providerId="ADAL" clId="{826CDDC6-8F3B-4826-8C65-AFF2E68721EF}" dt="2025-06-23T03:57:21.946" v="528" actId="478"/>
          <ac:spMkLst>
            <pc:docMk/>
            <pc:sldMk cId="958887022" sldId="257"/>
            <ac:spMk id="14" creationId="{D2978AD0-1C35-E143-ADC7-D27AF694CF14}"/>
          </ac:spMkLst>
        </pc:spChg>
        <pc:graphicFrameChg chg="add mod">
          <ac:chgData name="(FA21-RCS-015) LAIBA SABIR" userId="cdfba985-6cea-425f-a12a-4b4fa79fe82d" providerId="ADAL" clId="{826CDDC6-8F3B-4826-8C65-AFF2E68721EF}" dt="2025-06-23T03:58:02.814" v="531" actId="1076"/>
          <ac:graphicFrameMkLst>
            <pc:docMk/>
            <pc:sldMk cId="958887022" sldId="257"/>
            <ac:graphicFrameMk id="10" creationId="{CB808BAD-EAC1-C6A5-1587-077645A39662}"/>
          </ac:graphicFrameMkLst>
        </pc:graphicFrameChg>
        <pc:graphicFrameChg chg="add mod">
          <ac:chgData name="(FA21-RCS-015) LAIBA SABIR" userId="cdfba985-6cea-425f-a12a-4b4fa79fe82d" providerId="ADAL" clId="{826CDDC6-8F3B-4826-8C65-AFF2E68721EF}" dt="2025-06-23T03:57:50.621" v="529" actId="1076"/>
          <ac:graphicFrameMkLst>
            <pc:docMk/>
            <pc:sldMk cId="958887022" sldId="257"/>
            <ac:graphicFrameMk id="11" creationId="{DE55900D-142B-6647-4C2F-62C0B8F990D7}"/>
          </ac:graphicFrameMkLst>
        </pc:graphicFrameChg>
        <pc:picChg chg="add mod">
          <ac:chgData name="(FA21-RCS-015) LAIBA SABIR" userId="cdfba985-6cea-425f-a12a-4b4fa79fe82d" providerId="ADAL" clId="{826CDDC6-8F3B-4826-8C65-AFF2E68721EF}" dt="2025-06-23T04:12:14.670" v="570"/>
          <ac:picMkLst>
            <pc:docMk/>
            <pc:sldMk cId="958887022" sldId="257"/>
            <ac:picMk id="2" creationId="{6C3FC172-1C46-F661-2C34-26199F6F6BF6}"/>
          </ac:picMkLst>
        </pc:picChg>
        <pc:picChg chg="del">
          <ac:chgData name="(FA21-RCS-015) LAIBA SABIR" userId="cdfba985-6cea-425f-a12a-4b4fa79fe82d" providerId="ADAL" clId="{826CDDC6-8F3B-4826-8C65-AFF2E68721EF}" dt="2025-06-23T03:11:55.790" v="14" actId="478"/>
          <ac:picMkLst>
            <pc:docMk/>
            <pc:sldMk cId="958887022" sldId="257"/>
            <ac:picMk id="5" creationId="{9D35FE5A-B95B-3C03-D939-7B7B656A1638}"/>
          </ac:picMkLst>
        </pc:picChg>
      </pc:sldChg>
      <pc:sldChg chg="addSp delSp modSp mod">
        <pc:chgData name="(FA21-RCS-015) LAIBA SABIR" userId="cdfba985-6cea-425f-a12a-4b4fa79fe82d" providerId="ADAL" clId="{826CDDC6-8F3B-4826-8C65-AFF2E68721EF}" dt="2025-06-23T04:12:24.628" v="574"/>
        <pc:sldMkLst>
          <pc:docMk/>
          <pc:sldMk cId="247673418" sldId="258"/>
        </pc:sldMkLst>
        <pc:spChg chg="mod">
          <ac:chgData name="(FA21-RCS-015) LAIBA SABIR" userId="cdfba985-6cea-425f-a12a-4b4fa79fe82d" providerId="ADAL" clId="{826CDDC6-8F3B-4826-8C65-AFF2E68721EF}" dt="2025-06-23T03:15:05.981" v="40" actId="2711"/>
          <ac:spMkLst>
            <pc:docMk/>
            <pc:sldMk cId="247673418" sldId="258"/>
            <ac:spMk id="2" creationId="{74C49D06-E621-867A-037A-70FA030DD202}"/>
          </ac:spMkLst>
        </pc:spChg>
        <pc:spChg chg="mod">
          <ac:chgData name="(FA21-RCS-015) LAIBA SABIR" userId="cdfba985-6cea-425f-a12a-4b4fa79fe82d" providerId="ADAL" clId="{826CDDC6-8F3B-4826-8C65-AFF2E68721EF}" dt="2025-06-23T03:41:24.659" v="377" actId="27636"/>
          <ac:spMkLst>
            <pc:docMk/>
            <pc:sldMk cId="247673418" sldId="258"/>
            <ac:spMk id="3" creationId="{B7133C31-BE12-DED6-060E-BE5F2E64F9A8}"/>
          </ac:spMkLst>
        </pc:spChg>
        <pc:spChg chg="add del mod">
          <ac:chgData name="(FA21-RCS-015) LAIBA SABIR" userId="cdfba985-6cea-425f-a12a-4b4fa79fe82d" providerId="ADAL" clId="{826CDDC6-8F3B-4826-8C65-AFF2E68721EF}" dt="2025-06-23T03:18:07.833" v="81"/>
          <ac:spMkLst>
            <pc:docMk/>
            <pc:sldMk cId="247673418" sldId="258"/>
            <ac:spMk id="4" creationId="{B95B9D8C-ACEA-59D1-1696-AA7B1B8E2AD9}"/>
          </ac:spMkLst>
        </pc:spChg>
        <pc:picChg chg="add mod">
          <ac:chgData name="(FA21-RCS-015) LAIBA SABIR" userId="cdfba985-6cea-425f-a12a-4b4fa79fe82d" providerId="ADAL" clId="{826CDDC6-8F3B-4826-8C65-AFF2E68721EF}" dt="2025-06-23T04:12:24.628" v="574"/>
          <ac:picMkLst>
            <pc:docMk/>
            <pc:sldMk cId="247673418" sldId="258"/>
            <ac:picMk id="4" creationId="{F3B10FEF-2DE6-08AE-8286-3FA3C45A48EB}"/>
          </ac:picMkLst>
        </pc:picChg>
      </pc:sldChg>
      <pc:sldChg chg="addSp modSp mod">
        <pc:chgData name="(FA21-RCS-015) LAIBA SABIR" userId="cdfba985-6cea-425f-a12a-4b4fa79fe82d" providerId="ADAL" clId="{826CDDC6-8F3B-4826-8C65-AFF2E68721EF}" dt="2025-06-23T04:12:27.371" v="575"/>
        <pc:sldMkLst>
          <pc:docMk/>
          <pc:sldMk cId="3522602773" sldId="259"/>
        </pc:sldMkLst>
        <pc:spChg chg="mod">
          <ac:chgData name="(FA21-RCS-015) LAIBA SABIR" userId="cdfba985-6cea-425f-a12a-4b4fa79fe82d" providerId="ADAL" clId="{826CDDC6-8F3B-4826-8C65-AFF2E68721EF}" dt="2025-06-23T03:30:18.362" v="219" actId="404"/>
          <ac:spMkLst>
            <pc:docMk/>
            <pc:sldMk cId="3522602773" sldId="259"/>
            <ac:spMk id="2" creationId="{B1D073E2-F006-1124-089F-8A676F197D2A}"/>
          </ac:spMkLst>
        </pc:spChg>
        <pc:spChg chg="mod">
          <ac:chgData name="(FA21-RCS-015) LAIBA SABIR" userId="cdfba985-6cea-425f-a12a-4b4fa79fe82d" providerId="ADAL" clId="{826CDDC6-8F3B-4826-8C65-AFF2E68721EF}" dt="2025-06-23T04:10:23.275" v="566" actId="20577"/>
          <ac:spMkLst>
            <pc:docMk/>
            <pc:sldMk cId="3522602773" sldId="259"/>
            <ac:spMk id="3" creationId="{70E77430-DA52-E7B9-F410-16D2AB8E0985}"/>
          </ac:spMkLst>
        </pc:spChg>
        <pc:picChg chg="add mod">
          <ac:chgData name="(FA21-RCS-015) LAIBA SABIR" userId="cdfba985-6cea-425f-a12a-4b4fa79fe82d" providerId="ADAL" clId="{826CDDC6-8F3B-4826-8C65-AFF2E68721EF}" dt="2025-06-23T04:12:27.371" v="575"/>
          <ac:picMkLst>
            <pc:docMk/>
            <pc:sldMk cId="3522602773" sldId="259"/>
            <ac:picMk id="4" creationId="{592B1B90-A46A-15B5-CC12-36E2B31C324A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16.260" v="571"/>
        <pc:sldMkLst>
          <pc:docMk/>
          <pc:sldMk cId="3029060746" sldId="260"/>
        </pc:sldMkLst>
        <pc:spChg chg="mod">
          <ac:chgData name="(FA21-RCS-015) LAIBA SABIR" userId="cdfba985-6cea-425f-a12a-4b4fa79fe82d" providerId="ADAL" clId="{826CDDC6-8F3B-4826-8C65-AFF2E68721EF}" dt="2025-06-23T03:56:54.723" v="523" actId="113"/>
          <ac:spMkLst>
            <pc:docMk/>
            <pc:sldMk cId="3029060746" sldId="260"/>
            <ac:spMk id="2" creationId="{C3D2D6F3-3402-3A57-E2F8-3BB3BF111FFF}"/>
          </ac:spMkLst>
        </pc:spChg>
        <pc:spChg chg="mod">
          <ac:chgData name="(FA21-RCS-015) LAIBA SABIR" userId="cdfba985-6cea-425f-a12a-4b4fa79fe82d" providerId="ADAL" clId="{826CDDC6-8F3B-4826-8C65-AFF2E68721EF}" dt="2025-06-23T04:07:15.718" v="565" actId="2710"/>
          <ac:spMkLst>
            <pc:docMk/>
            <pc:sldMk cId="3029060746" sldId="260"/>
            <ac:spMk id="3" creationId="{F8D0609A-2055-E3F9-2345-DDF562E44935}"/>
          </ac:spMkLst>
        </pc:spChg>
        <pc:picChg chg="add mod">
          <ac:chgData name="(FA21-RCS-015) LAIBA SABIR" userId="cdfba985-6cea-425f-a12a-4b4fa79fe82d" providerId="ADAL" clId="{826CDDC6-8F3B-4826-8C65-AFF2E68721EF}" dt="2025-06-23T04:12:16.260" v="571"/>
          <ac:picMkLst>
            <pc:docMk/>
            <pc:sldMk cId="3029060746" sldId="260"/>
            <ac:picMk id="4" creationId="{AACBCD27-D7E7-0FC6-C098-DA5FDA682FBF}"/>
          </ac:picMkLst>
        </pc:picChg>
      </pc:sldChg>
      <pc:sldChg chg="addSp delSp modSp new mod">
        <pc:chgData name="(FA21-RCS-015) LAIBA SABIR" userId="cdfba985-6cea-425f-a12a-4b4fa79fe82d" providerId="ADAL" clId="{826CDDC6-8F3B-4826-8C65-AFF2E68721EF}" dt="2025-06-23T03:22:27.133" v="124" actId="113"/>
        <pc:sldMkLst>
          <pc:docMk/>
          <pc:sldMk cId="2716744721" sldId="261"/>
        </pc:sldMkLst>
        <pc:spChg chg="mod">
          <ac:chgData name="(FA21-RCS-015) LAIBA SABIR" userId="cdfba985-6cea-425f-a12a-4b4fa79fe82d" providerId="ADAL" clId="{826CDDC6-8F3B-4826-8C65-AFF2E68721EF}" dt="2025-06-23T03:22:27.133" v="124" actId="113"/>
          <ac:spMkLst>
            <pc:docMk/>
            <pc:sldMk cId="2716744721" sldId="261"/>
            <ac:spMk id="2" creationId="{F0E4DF32-E4F2-6720-1FDE-90E41E7305D1}"/>
          </ac:spMkLst>
        </pc:spChg>
        <pc:spChg chg="del">
          <ac:chgData name="(FA21-RCS-015) LAIBA SABIR" userId="cdfba985-6cea-425f-a12a-4b4fa79fe82d" providerId="ADAL" clId="{826CDDC6-8F3B-4826-8C65-AFF2E68721EF}" dt="2025-06-23T03:21:54.421" v="105" actId="478"/>
          <ac:spMkLst>
            <pc:docMk/>
            <pc:sldMk cId="2716744721" sldId="261"/>
            <ac:spMk id="3" creationId="{5E933194-BDFD-3D86-431A-BA312C0537B1}"/>
          </ac:spMkLst>
        </pc:spChg>
        <pc:picChg chg="add mod">
          <ac:chgData name="(FA21-RCS-015) LAIBA SABIR" userId="cdfba985-6cea-425f-a12a-4b4fa79fe82d" providerId="ADAL" clId="{826CDDC6-8F3B-4826-8C65-AFF2E68721EF}" dt="2025-06-23T03:21:58.471" v="106" actId="14100"/>
          <ac:picMkLst>
            <pc:docMk/>
            <pc:sldMk cId="2716744721" sldId="261"/>
            <ac:picMk id="5" creationId="{D012E645-5850-2988-74EC-47354E162B21}"/>
          </ac:picMkLst>
        </pc:picChg>
      </pc:sldChg>
      <pc:sldChg chg="addSp delSp modSp new mod">
        <pc:chgData name="(FA21-RCS-015) LAIBA SABIR" userId="cdfba985-6cea-425f-a12a-4b4fa79fe82d" providerId="ADAL" clId="{826CDDC6-8F3B-4826-8C65-AFF2E68721EF}" dt="2025-06-23T04:12:18.348" v="572"/>
        <pc:sldMkLst>
          <pc:docMk/>
          <pc:sldMk cId="1353186774" sldId="262"/>
        </pc:sldMkLst>
        <pc:spChg chg="mod">
          <ac:chgData name="(FA21-RCS-015) LAIBA SABIR" userId="cdfba985-6cea-425f-a12a-4b4fa79fe82d" providerId="ADAL" clId="{826CDDC6-8F3B-4826-8C65-AFF2E68721EF}" dt="2025-06-23T03:24:00.095" v="131"/>
          <ac:spMkLst>
            <pc:docMk/>
            <pc:sldMk cId="1353186774" sldId="262"/>
            <ac:spMk id="2" creationId="{E1FFA05D-AE6E-A7E2-4755-F5567BEAAA5A}"/>
          </ac:spMkLst>
        </pc:spChg>
        <pc:spChg chg="del">
          <ac:chgData name="(FA21-RCS-015) LAIBA SABIR" userId="cdfba985-6cea-425f-a12a-4b4fa79fe82d" providerId="ADAL" clId="{826CDDC6-8F3B-4826-8C65-AFF2E68721EF}" dt="2025-06-23T03:23:43.221" v="126" actId="478"/>
          <ac:spMkLst>
            <pc:docMk/>
            <pc:sldMk cId="1353186774" sldId="262"/>
            <ac:spMk id="3" creationId="{78768C0F-4E02-62A8-6587-E8691A7DAEEC}"/>
          </ac:spMkLst>
        </pc:spChg>
        <pc:picChg chg="add mod">
          <ac:chgData name="(FA21-RCS-015) LAIBA SABIR" userId="cdfba985-6cea-425f-a12a-4b4fa79fe82d" providerId="ADAL" clId="{826CDDC6-8F3B-4826-8C65-AFF2E68721EF}" dt="2025-06-23T04:12:18.348" v="572"/>
          <ac:picMkLst>
            <pc:docMk/>
            <pc:sldMk cId="1353186774" sldId="262"/>
            <ac:picMk id="3" creationId="{1770C83D-E041-111D-A795-B1EB751559E8}"/>
          </ac:picMkLst>
        </pc:picChg>
        <pc:picChg chg="add mod">
          <ac:chgData name="(FA21-RCS-015) LAIBA SABIR" userId="cdfba985-6cea-425f-a12a-4b4fa79fe82d" providerId="ADAL" clId="{826CDDC6-8F3B-4826-8C65-AFF2E68721EF}" dt="2025-06-23T03:23:51.031" v="130" actId="1076"/>
          <ac:picMkLst>
            <pc:docMk/>
            <pc:sldMk cId="1353186774" sldId="262"/>
            <ac:picMk id="5" creationId="{3A639B44-F93A-4341-3921-46904C5825E3}"/>
          </ac:picMkLst>
        </pc:picChg>
      </pc:sldChg>
      <pc:sldChg chg="addSp delSp modSp new mod">
        <pc:chgData name="(FA21-RCS-015) LAIBA SABIR" userId="cdfba985-6cea-425f-a12a-4b4fa79fe82d" providerId="ADAL" clId="{826CDDC6-8F3B-4826-8C65-AFF2E68721EF}" dt="2025-06-23T04:12:22.738" v="573"/>
        <pc:sldMkLst>
          <pc:docMk/>
          <pc:sldMk cId="3367545150" sldId="263"/>
        </pc:sldMkLst>
        <pc:spChg chg="mod">
          <ac:chgData name="(FA21-RCS-015) LAIBA SABIR" userId="cdfba985-6cea-425f-a12a-4b4fa79fe82d" providerId="ADAL" clId="{826CDDC6-8F3B-4826-8C65-AFF2E68721EF}" dt="2025-06-23T03:24:04.111" v="133"/>
          <ac:spMkLst>
            <pc:docMk/>
            <pc:sldMk cId="3367545150" sldId="263"/>
            <ac:spMk id="2" creationId="{EDCC31EF-126A-6FEA-5FD5-402DAB0356F2}"/>
          </ac:spMkLst>
        </pc:spChg>
        <pc:spChg chg="del">
          <ac:chgData name="(FA21-RCS-015) LAIBA SABIR" userId="cdfba985-6cea-425f-a12a-4b4fa79fe82d" providerId="ADAL" clId="{826CDDC6-8F3B-4826-8C65-AFF2E68721EF}" dt="2025-06-23T03:24:26.759" v="136" actId="478"/>
          <ac:spMkLst>
            <pc:docMk/>
            <pc:sldMk cId="3367545150" sldId="263"/>
            <ac:spMk id="3" creationId="{DA4211BC-E84C-A493-4091-00D21FFEBCA5}"/>
          </ac:spMkLst>
        </pc:spChg>
        <pc:picChg chg="add mod">
          <ac:chgData name="(FA21-RCS-015) LAIBA SABIR" userId="cdfba985-6cea-425f-a12a-4b4fa79fe82d" providerId="ADAL" clId="{826CDDC6-8F3B-4826-8C65-AFF2E68721EF}" dt="2025-06-23T04:12:22.738" v="573"/>
          <ac:picMkLst>
            <pc:docMk/>
            <pc:sldMk cId="3367545150" sldId="263"/>
            <ac:picMk id="3" creationId="{E4D2D7D0-3622-21DD-E51B-AD101C9024B3}"/>
          </ac:picMkLst>
        </pc:picChg>
        <pc:picChg chg="add mod">
          <ac:chgData name="(FA21-RCS-015) LAIBA SABIR" userId="cdfba985-6cea-425f-a12a-4b4fa79fe82d" providerId="ADAL" clId="{826CDDC6-8F3B-4826-8C65-AFF2E68721EF}" dt="2025-06-23T03:24:24.955" v="135" actId="14100"/>
          <ac:picMkLst>
            <pc:docMk/>
            <pc:sldMk cId="3367545150" sldId="263"/>
            <ac:picMk id="5" creationId="{77D0FCE7-C07C-F83C-906E-74EA329E065B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29.167" v="576"/>
        <pc:sldMkLst>
          <pc:docMk/>
          <pc:sldMk cId="4106220417" sldId="264"/>
        </pc:sldMkLst>
        <pc:spChg chg="mod">
          <ac:chgData name="(FA21-RCS-015) LAIBA SABIR" userId="cdfba985-6cea-425f-a12a-4b4fa79fe82d" providerId="ADAL" clId="{826CDDC6-8F3B-4826-8C65-AFF2E68721EF}" dt="2025-06-23T03:31:55.477" v="241" actId="404"/>
          <ac:spMkLst>
            <pc:docMk/>
            <pc:sldMk cId="4106220417" sldId="264"/>
            <ac:spMk id="2" creationId="{F42A5BAC-52C5-DF20-E9CD-05FB75EC4E4D}"/>
          </ac:spMkLst>
        </pc:spChg>
        <pc:spChg chg="mod">
          <ac:chgData name="(FA21-RCS-015) LAIBA SABIR" userId="cdfba985-6cea-425f-a12a-4b4fa79fe82d" providerId="ADAL" clId="{826CDDC6-8F3B-4826-8C65-AFF2E68721EF}" dt="2025-06-23T03:33:46.509" v="261" actId="2711"/>
          <ac:spMkLst>
            <pc:docMk/>
            <pc:sldMk cId="4106220417" sldId="264"/>
            <ac:spMk id="3" creationId="{C58456D0-1AB0-E237-0FCA-7E4B0D3C7A58}"/>
          </ac:spMkLst>
        </pc:spChg>
        <pc:picChg chg="add mod">
          <ac:chgData name="(FA21-RCS-015) LAIBA SABIR" userId="cdfba985-6cea-425f-a12a-4b4fa79fe82d" providerId="ADAL" clId="{826CDDC6-8F3B-4826-8C65-AFF2E68721EF}" dt="2025-06-23T04:12:29.167" v="576"/>
          <ac:picMkLst>
            <pc:docMk/>
            <pc:sldMk cId="4106220417" sldId="264"/>
            <ac:picMk id="4" creationId="{3D826D75-D856-3D2F-829D-0B30DB2F0A5B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30.854" v="577"/>
        <pc:sldMkLst>
          <pc:docMk/>
          <pc:sldMk cId="3263688091" sldId="265"/>
        </pc:sldMkLst>
        <pc:spChg chg="mod">
          <ac:chgData name="(FA21-RCS-015) LAIBA SABIR" userId="cdfba985-6cea-425f-a12a-4b4fa79fe82d" providerId="ADAL" clId="{826CDDC6-8F3B-4826-8C65-AFF2E68721EF}" dt="2025-06-23T03:34:22.774" v="268" actId="404"/>
          <ac:spMkLst>
            <pc:docMk/>
            <pc:sldMk cId="3263688091" sldId="265"/>
            <ac:spMk id="2" creationId="{97CB2745-BDB0-2E07-2F8C-4AB5AB86FFD7}"/>
          </ac:spMkLst>
        </pc:spChg>
        <pc:spChg chg="mod">
          <ac:chgData name="(FA21-RCS-015) LAIBA SABIR" userId="cdfba985-6cea-425f-a12a-4b4fa79fe82d" providerId="ADAL" clId="{826CDDC6-8F3B-4826-8C65-AFF2E68721EF}" dt="2025-06-23T03:35:47.306" v="292" actId="2711"/>
          <ac:spMkLst>
            <pc:docMk/>
            <pc:sldMk cId="3263688091" sldId="265"/>
            <ac:spMk id="3" creationId="{EE9BA04E-38DB-29A6-121F-592B0EA878C2}"/>
          </ac:spMkLst>
        </pc:spChg>
        <pc:picChg chg="add mod">
          <ac:chgData name="(FA21-RCS-015) LAIBA SABIR" userId="cdfba985-6cea-425f-a12a-4b4fa79fe82d" providerId="ADAL" clId="{826CDDC6-8F3B-4826-8C65-AFF2E68721EF}" dt="2025-06-23T04:12:30.854" v="577"/>
          <ac:picMkLst>
            <pc:docMk/>
            <pc:sldMk cId="3263688091" sldId="265"/>
            <ac:picMk id="4" creationId="{9D1DE152-6E67-0D42-FFD2-68A7FA132A44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32.641" v="578"/>
        <pc:sldMkLst>
          <pc:docMk/>
          <pc:sldMk cId="251878198" sldId="266"/>
        </pc:sldMkLst>
        <pc:spChg chg="mod">
          <ac:chgData name="(FA21-RCS-015) LAIBA SABIR" userId="cdfba985-6cea-425f-a12a-4b4fa79fe82d" providerId="ADAL" clId="{826CDDC6-8F3B-4826-8C65-AFF2E68721EF}" dt="2025-06-23T03:36:19.865" v="301" actId="404"/>
          <ac:spMkLst>
            <pc:docMk/>
            <pc:sldMk cId="251878198" sldId="266"/>
            <ac:spMk id="2" creationId="{AE7AFC11-CEF2-4B81-23AB-025637769A1C}"/>
          </ac:spMkLst>
        </pc:spChg>
        <pc:spChg chg="mod">
          <ac:chgData name="(FA21-RCS-015) LAIBA SABIR" userId="cdfba985-6cea-425f-a12a-4b4fa79fe82d" providerId="ADAL" clId="{826CDDC6-8F3B-4826-8C65-AFF2E68721EF}" dt="2025-06-23T03:37:26.863" v="318" actId="20577"/>
          <ac:spMkLst>
            <pc:docMk/>
            <pc:sldMk cId="251878198" sldId="266"/>
            <ac:spMk id="3" creationId="{198A58F6-1F9B-9BB6-880A-45E7C1C4245A}"/>
          </ac:spMkLst>
        </pc:spChg>
        <pc:picChg chg="add mod">
          <ac:chgData name="(FA21-RCS-015) LAIBA SABIR" userId="cdfba985-6cea-425f-a12a-4b4fa79fe82d" providerId="ADAL" clId="{826CDDC6-8F3B-4826-8C65-AFF2E68721EF}" dt="2025-06-23T04:12:32.641" v="578"/>
          <ac:picMkLst>
            <pc:docMk/>
            <pc:sldMk cId="251878198" sldId="266"/>
            <ac:picMk id="4" creationId="{77CC2095-0F27-69E9-6CBC-137A2FF7CE96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34.344" v="579"/>
        <pc:sldMkLst>
          <pc:docMk/>
          <pc:sldMk cId="3601020398" sldId="267"/>
        </pc:sldMkLst>
        <pc:spChg chg="mod">
          <ac:chgData name="(FA21-RCS-015) LAIBA SABIR" userId="cdfba985-6cea-425f-a12a-4b4fa79fe82d" providerId="ADAL" clId="{826CDDC6-8F3B-4826-8C65-AFF2E68721EF}" dt="2025-06-23T03:38:15.790" v="327" actId="404"/>
          <ac:spMkLst>
            <pc:docMk/>
            <pc:sldMk cId="3601020398" sldId="267"/>
            <ac:spMk id="2" creationId="{FF57D0AA-153D-17CA-5DD7-11C98666E8AC}"/>
          </ac:spMkLst>
        </pc:spChg>
        <pc:spChg chg="mod">
          <ac:chgData name="(FA21-RCS-015) LAIBA SABIR" userId="cdfba985-6cea-425f-a12a-4b4fa79fe82d" providerId="ADAL" clId="{826CDDC6-8F3B-4826-8C65-AFF2E68721EF}" dt="2025-06-23T03:39:16.661" v="344" actId="20577"/>
          <ac:spMkLst>
            <pc:docMk/>
            <pc:sldMk cId="3601020398" sldId="267"/>
            <ac:spMk id="3" creationId="{472D6D53-EDED-FEC3-FF0C-406B649243A1}"/>
          </ac:spMkLst>
        </pc:spChg>
        <pc:picChg chg="add mod">
          <ac:chgData name="(FA21-RCS-015) LAIBA SABIR" userId="cdfba985-6cea-425f-a12a-4b4fa79fe82d" providerId="ADAL" clId="{826CDDC6-8F3B-4826-8C65-AFF2E68721EF}" dt="2025-06-23T04:12:34.344" v="579"/>
          <ac:picMkLst>
            <pc:docMk/>
            <pc:sldMk cId="3601020398" sldId="267"/>
            <ac:picMk id="4" creationId="{71F1A09C-DC6F-E635-8E22-731486F52200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36.162" v="580"/>
        <pc:sldMkLst>
          <pc:docMk/>
          <pc:sldMk cId="91204686" sldId="268"/>
        </pc:sldMkLst>
        <pc:spChg chg="mod">
          <ac:chgData name="(FA21-RCS-015) LAIBA SABIR" userId="cdfba985-6cea-425f-a12a-4b4fa79fe82d" providerId="ADAL" clId="{826CDDC6-8F3B-4826-8C65-AFF2E68721EF}" dt="2025-06-23T03:40:05.114" v="355" actId="113"/>
          <ac:spMkLst>
            <pc:docMk/>
            <pc:sldMk cId="91204686" sldId="268"/>
            <ac:spMk id="2" creationId="{4CE30F3A-865A-7E38-EEE9-1254C5B5D61A}"/>
          </ac:spMkLst>
        </pc:spChg>
        <pc:spChg chg="mod">
          <ac:chgData name="(FA21-RCS-015) LAIBA SABIR" userId="cdfba985-6cea-425f-a12a-4b4fa79fe82d" providerId="ADAL" clId="{826CDDC6-8F3B-4826-8C65-AFF2E68721EF}" dt="2025-06-23T03:41:03.635" v="374" actId="20577"/>
          <ac:spMkLst>
            <pc:docMk/>
            <pc:sldMk cId="91204686" sldId="268"/>
            <ac:spMk id="3" creationId="{46939B68-BD8A-9650-6CDA-2A851B903628}"/>
          </ac:spMkLst>
        </pc:spChg>
        <pc:picChg chg="add mod">
          <ac:chgData name="(FA21-RCS-015) LAIBA SABIR" userId="cdfba985-6cea-425f-a12a-4b4fa79fe82d" providerId="ADAL" clId="{826CDDC6-8F3B-4826-8C65-AFF2E68721EF}" dt="2025-06-23T04:12:36.162" v="580"/>
          <ac:picMkLst>
            <pc:docMk/>
            <pc:sldMk cId="91204686" sldId="268"/>
            <ac:picMk id="4" creationId="{0631F722-9C7E-6133-1075-B011E6AE0BFE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38.049" v="581"/>
        <pc:sldMkLst>
          <pc:docMk/>
          <pc:sldMk cId="1830516605" sldId="269"/>
        </pc:sldMkLst>
        <pc:spChg chg="mod">
          <ac:chgData name="(FA21-RCS-015) LAIBA SABIR" userId="cdfba985-6cea-425f-a12a-4b4fa79fe82d" providerId="ADAL" clId="{826CDDC6-8F3B-4826-8C65-AFF2E68721EF}" dt="2025-06-23T03:42:08.634" v="382" actId="404"/>
          <ac:spMkLst>
            <pc:docMk/>
            <pc:sldMk cId="1830516605" sldId="269"/>
            <ac:spMk id="2" creationId="{B615D071-E388-A47B-FC49-6EDBE37FC4ED}"/>
          </ac:spMkLst>
        </pc:spChg>
        <pc:spChg chg="mod">
          <ac:chgData name="(FA21-RCS-015) LAIBA SABIR" userId="cdfba985-6cea-425f-a12a-4b4fa79fe82d" providerId="ADAL" clId="{826CDDC6-8F3B-4826-8C65-AFF2E68721EF}" dt="2025-06-23T03:43:40.489" v="406" actId="14100"/>
          <ac:spMkLst>
            <pc:docMk/>
            <pc:sldMk cId="1830516605" sldId="269"/>
            <ac:spMk id="3" creationId="{A91CB846-459E-DDC9-5C3A-7F1BEC1A3CC2}"/>
          </ac:spMkLst>
        </pc:spChg>
        <pc:picChg chg="add mod">
          <ac:chgData name="(FA21-RCS-015) LAIBA SABIR" userId="cdfba985-6cea-425f-a12a-4b4fa79fe82d" providerId="ADAL" clId="{826CDDC6-8F3B-4826-8C65-AFF2E68721EF}" dt="2025-06-23T04:12:38.049" v="581"/>
          <ac:picMkLst>
            <pc:docMk/>
            <pc:sldMk cId="1830516605" sldId="269"/>
            <ac:picMk id="4" creationId="{CFA56FA3-AD4E-960E-EF25-3D57830703F2}"/>
          </ac:picMkLst>
        </pc:picChg>
        <pc:picChg chg="add mod">
          <ac:chgData name="(FA21-RCS-015) LAIBA SABIR" userId="cdfba985-6cea-425f-a12a-4b4fa79fe82d" providerId="ADAL" clId="{826CDDC6-8F3B-4826-8C65-AFF2E68721EF}" dt="2025-06-23T03:44:02.071" v="410" actId="1076"/>
          <ac:picMkLst>
            <pc:docMk/>
            <pc:sldMk cId="1830516605" sldId="269"/>
            <ac:picMk id="5" creationId="{AC2B3BBE-C92E-33A1-3E63-2CDB756E92CF}"/>
          </ac:picMkLst>
        </pc:picChg>
        <pc:picChg chg="add mod">
          <ac:chgData name="(FA21-RCS-015) LAIBA SABIR" userId="cdfba985-6cea-425f-a12a-4b4fa79fe82d" providerId="ADAL" clId="{826CDDC6-8F3B-4826-8C65-AFF2E68721EF}" dt="2025-06-23T03:44:19.655" v="412" actId="1076"/>
          <ac:picMkLst>
            <pc:docMk/>
            <pc:sldMk cId="1830516605" sldId="269"/>
            <ac:picMk id="7" creationId="{30EC7627-FEA6-1ACA-FE9B-3289C999252F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40.486" v="582"/>
        <pc:sldMkLst>
          <pc:docMk/>
          <pc:sldMk cId="2530560688" sldId="270"/>
        </pc:sldMkLst>
        <pc:spChg chg="mod">
          <ac:chgData name="(FA21-RCS-015) LAIBA SABIR" userId="cdfba985-6cea-425f-a12a-4b4fa79fe82d" providerId="ADAL" clId="{826CDDC6-8F3B-4826-8C65-AFF2E68721EF}" dt="2025-06-23T03:44:37.581" v="418" actId="404"/>
          <ac:spMkLst>
            <pc:docMk/>
            <pc:sldMk cId="2530560688" sldId="270"/>
            <ac:spMk id="2" creationId="{2C71382F-73E6-16BD-23D2-68D4DDFF40BD}"/>
          </ac:spMkLst>
        </pc:spChg>
        <pc:spChg chg="mod">
          <ac:chgData name="(FA21-RCS-015) LAIBA SABIR" userId="cdfba985-6cea-425f-a12a-4b4fa79fe82d" providerId="ADAL" clId="{826CDDC6-8F3B-4826-8C65-AFF2E68721EF}" dt="2025-06-23T03:46:46.397" v="453" actId="20577"/>
          <ac:spMkLst>
            <pc:docMk/>
            <pc:sldMk cId="2530560688" sldId="270"/>
            <ac:spMk id="3" creationId="{D3E2244A-60FC-D5FB-8EF6-581830FEBD73}"/>
          </ac:spMkLst>
        </pc:spChg>
        <pc:picChg chg="add mod">
          <ac:chgData name="(FA21-RCS-015) LAIBA SABIR" userId="cdfba985-6cea-425f-a12a-4b4fa79fe82d" providerId="ADAL" clId="{826CDDC6-8F3B-4826-8C65-AFF2E68721EF}" dt="2025-06-23T04:12:40.486" v="582"/>
          <ac:picMkLst>
            <pc:docMk/>
            <pc:sldMk cId="2530560688" sldId="270"/>
            <ac:picMk id="4" creationId="{E747184D-B46C-9291-F588-2293227FC6C6}"/>
          </ac:picMkLst>
        </pc:picChg>
        <pc:picChg chg="add mod">
          <ac:chgData name="(FA21-RCS-015) LAIBA SABIR" userId="cdfba985-6cea-425f-a12a-4b4fa79fe82d" providerId="ADAL" clId="{826CDDC6-8F3B-4826-8C65-AFF2E68721EF}" dt="2025-06-23T03:46:21.561" v="448" actId="14100"/>
          <ac:picMkLst>
            <pc:docMk/>
            <pc:sldMk cId="2530560688" sldId="270"/>
            <ac:picMk id="5" creationId="{17D79981-C456-26C4-C25A-1A064BCF8A3E}"/>
          </ac:picMkLst>
        </pc:picChg>
        <pc:picChg chg="add mod">
          <ac:chgData name="(FA21-RCS-015) LAIBA SABIR" userId="cdfba985-6cea-425f-a12a-4b4fa79fe82d" providerId="ADAL" clId="{826CDDC6-8F3B-4826-8C65-AFF2E68721EF}" dt="2025-06-23T03:46:42.229" v="452" actId="1076"/>
          <ac:picMkLst>
            <pc:docMk/>
            <pc:sldMk cId="2530560688" sldId="270"/>
            <ac:picMk id="7" creationId="{B5285962-5DB3-BA01-6D87-DA4929B26625}"/>
          </ac:picMkLst>
        </pc:picChg>
      </pc:sldChg>
      <pc:sldChg chg="addSp modSp new mod">
        <pc:chgData name="(FA21-RCS-015) LAIBA SABIR" userId="cdfba985-6cea-425f-a12a-4b4fa79fe82d" providerId="ADAL" clId="{826CDDC6-8F3B-4826-8C65-AFF2E68721EF}" dt="2025-06-23T04:12:42.876" v="583"/>
        <pc:sldMkLst>
          <pc:docMk/>
          <pc:sldMk cId="1874150398" sldId="271"/>
        </pc:sldMkLst>
        <pc:spChg chg="mod">
          <ac:chgData name="(FA21-RCS-015) LAIBA SABIR" userId="cdfba985-6cea-425f-a12a-4b4fa79fe82d" providerId="ADAL" clId="{826CDDC6-8F3B-4826-8C65-AFF2E68721EF}" dt="2025-06-23T03:44:44.960" v="421" actId="404"/>
          <ac:spMkLst>
            <pc:docMk/>
            <pc:sldMk cId="1874150398" sldId="271"/>
            <ac:spMk id="2" creationId="{E2A806D5-CE22-C166-0753-BB1218BD056B}"/>
          </ac:spMkLst>
        </pc:spChg>
        <pc:spChg chg="mod">
          <ac:chgData name="(FA21-RCS-015) LAIBA SABIR" userId="cdfba985-6cea-425f-a12a-4b4fa79fe82d" providerId="ADAL" clId="{826CDDC6-8F3B-4826-8C65-AFF2E68721EF}" dt="2025-06-23T03:47:41.891" v="471" actId="14100"/>
          <ac:spMkLst>
            <pc:docMk/>
            <pc:sldMk cId="1874150398" sldId="271"/>
            <ac:spMk id="3" creationId="{54EDCF1D-4366-246A-3419-BFA06B92B405}"/>
          </ac:spMkLst>
        </pc:spChg>
        <pc:picChg chg="add mod">
          <ac:chgData name="(FA21-RCS-015) LAIBA SABIR" userId="cdfba985-6cea-425f-a12a-4b4fa79fe82d" providerId="ADAL" clId="{826CDDC6-8F3B-4826-8C65-AFF2E68721EF}" dt="2025-06-23T04:12:42.876" v="583"/>
          <ac:picMkLst>
            <pc:docMk/>
            <pc:sldMk cId="1874150398" sldId="271"/>
            <ac:picMk id="4" creationId="{A650F558-54A1-E3E0-4FDA-293A6B5A67D6}"/>
          </ac:picMkLst>
        </pc:picChg>
        <pc:picChg chg="add mod">
          <ac:chgData name="(FA21-RCS-015) LAIBA SABIR" userId="cdfba985-6cea-425f-a12a-4b4fa79fe82d" providerId="ADAL" clId="{826CDDC6-8F3B-4826-8C65-AFF2E68721EF}" dt="2025-06-23T03:48:02.930" v="474" actId="14100"/>
          <ac:picMkLst>
            <pc:docMk/>
            <pc:sldMk cId="1874150398" sldId="271"/>
            <ac:picMk id="5" creationId="{92827CFC-C8FA-324D-C64D-000F7CA7361E}"/>
          </ac:picMkLst>
        </pc:picChg>
        <pc:picChg chg="add mod">
          <ac:chgData name="(FA21-RCS-015) LAIBA SABIR" userId="cdfba985-6cea-425f-a12a-4b4fa79fe82d" providerId="ADAL" clId="{826CDDC6-8F3B-4826-8C65-AFF2E68721EF}" dt="2025-06-23T03:48:22.679" v="477" actId="1076"/>
          <ac:picMkLst>
            <pc:docMk/>
            <pc:sldMk cId="1874150398" sldId="271"/>
            <ac:picMk id="7" creationId="{ABC4041B-2CF0-DAA2-3F68-AC8C5C48A364}"/>
          </ac:picMkLst>
        </pc:picChg>
      </pc:sldChg>
      <pc:sldChg chg="addSp delSp modSp new mod">
        <pc:chgData name="(FA21-RCS-015) LAIBA SABIR" userId="cdfba985-6cea-425f-a12a-4b4fa79fe82d" providerId="ADAL" clId="{826CDDC6-8F3B-4826-8C65-AFF2E68721EF}" dt="2025-06-23T04:12:44.844" v="584"/>
        <pc:sldMkLst>
          <pc:docMk/>
          <pc:sldMk cId="491706966" sldId="272"/>
        </pc:sldMkLst>
        <pc:spChg chg="mod">
          <ac:chgData name="(FA21-RCS-015) LAIBA SABIR" userId="cdfba985-6cea-425f-a12a-4b4fa79fe82d" providerId="ADAL" clId="{826CDDC6-8F3B-4826-8C65-AFF2E68721EF}" dt="2025-06-23T03:50:59.078" v="504" actId="404"/>
          <ac:spMkLst>
            <pc:docMk/>
            <pc:sldMk cId="491706966" sldId="272"/>
            <ac:spMk id="2" creationId="{F942BD2B-832D-A134-C5B5-7C14BA8C9906}"/>
          </ac:spMkLst>
        </pc:spChg>
        <pc:spChg chg="del">
          <ac:chgData name="(FA21-RCS-015) LAIBA SABIR" userId="cdfba985-6cea-425f-a12a-4b4fa79fe82d" providerId="ADAL" clId="{826CDDC6-8F3B-4826-8C65-AFF2E68721EF}" dt="2025-06-23T03:56:20.452" v="505" actId="478"/>
          <ac:spMkLst>
            <pc:docMk/>
            <pc:sldMk cId="491706966" sldId="272"/>
            <ac:spMk id="3" creationId="{FD2A88D2-E2FF-3985-16D9-9D3D79F200B1}"/>
          </ac:spMkLst>
        </pc:spChg>
        <pc:picChg chg="add mod">
          <ac:chgData name="(FA21-RCS-015) LAIBA SABIR" userId="cdfba985-6cea-425f-a12a-4b4fa79fe82d" providerId="ADAL" clId="{826CDDC6-8F3B-4826-8C65-AFF2E68721EF}" dt="2025-06-23T04:12:44.844" v="584"/>
          <ac:picMkLst>
            <pc:docMk/>
            <pc:sldMk cId="491706966" sldId="272"/>
            <ac:picMk id="3" creationId="{73C327D7-00C7-F2D4-50A3-ED33524A24BC}"/>
          </ac:picMkLst>
        </pc:picChg>
        <pc:picChg chg="add mod">
          <ac:chgData name="(FA21-RCS-015) LAIBA SABIR" userId="cdfba985-6cea-425f-a12a-4b4fa79fe82d" providerId="ADAL" clId="{826CDDC6-8F3B-4826-8C65-AFF2E68721EF}" dt="2025-06-23T03:56:25.679" v="508" actId="1076"/>
          <ac:picMkLst>
            <pc:docMk/>
            <pc:sldMk cId="491706966" sldId="272"/>
            <ac:picMk id="5" creationId="{64779356-2D93-42BA-433D-DDE3C128A732}"/>
          </ac:picMkLst>
        </pc:picChg>
      </pc:sldChg>
      <pc:sldChg chg="modSp new del mod">
        <pc:chgData name="(FA21-RCS-015) LAIBA SABIR" userId="cdfba985-6cea-425f-a12a-4b4fa79fe82d" providerId="ADAL" clId="{826CDDC6-8F3B-4826-8C65-AFF2E68721EF}" dt="2025-06-23T03:49:50.210" v="483" actId="47"/>
        <pc:sldMkLst>
          <pc:docMk/>
          <pc:sldMk cId="3471905531" sldId="272"/>
        </pc:sldMkLst>
        <pc:spChg chg="mod">
          <ac:chgData name="(FA21-RCS-015) LAIBA SABIR" userId="cdfba985-6cea-425f-a12a-4b4fa79fe82d" providerId="ADAL" clId="{826CDDC6-8F3B-4826-8C65-AFF2E68721EF}" dt="2025-06-23T03:44:52.113" v="424" actId="404"/>
          <ac:spMkLst>
            <pc:docMk/>
            <pc:sldMk cId="3471905531" sldId="272"/>
            <ac:spMk id="2" creationId="{EB8CF1A0-3B1C-2667-0EE4-F3EB4B94F898}"/>
          </ac:spMkLst>
        </pc:spChg>
        <pc:spChg chg="mod">
          <ac:chgData name="(FA21-RCS-015) LAIBA SABIR" userId="cdfba985-6cea-425f-a12a-4b4fa79fe82d" providerId="ADAL" clId="{826CDDC6-8F3B-4826-8C65-AFF2E68721EF}" dt="2025-06-23T03:48:57.114" v="482" actId="20577"/>
          <ac:spMkLst>
            <pc:docMk/>
            <pc:sldMk cId="3471905531" sldId="272"/>
            <ac:spMk id="3" creationId="{8523B481-2F16-896C-B525-F10DF71D8E6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BD9E42-B234-47FB-B060-311783AD0273}" type="doc">
      <dgm:prSet loTypeId="urn:microsoft.com/office/officeart/2005/8/layout/chevron1" loCatId="process" qsTypeId="urn:microsoft.com/office/officeart/2005/8/quickstyle/simple2" qsCatId="simple" csTypeId="urn:microsoft.com/office/officeart/2005/8/colors/accent1_2" csCatId="accent1" phldr="1"/>
      <dgm:spPr/>
    </dgm:pt>
    <dgm:pt modelId="{069C6A8E-AE3F-42D4-9BB3-A3D5BF130885}">
      <dgm:prSet phldrT="[Text]"/>
      <dgm:spPr/>
      <dgm:t>
        <a:bodyPr/>
        <a:lstStyle/>
        <a:p>
          <a:r>
            <a:rPr lang="en-US" dirty="0"/>
            <a:t>Model Development</a:t>
          </a:r>
        </a:p>
      </dgm:t>
    </dgm:pt>
    <dgm:pt modelId="{17E23D87-911A-49F5-93F0-E5203CB779AA}" type="parTrans" cxnId="{D91160D7-5CEF-45A2-A81C-4F0A0AE326CE}">
      <dgm:prSet/>
      <dgm:spPr/>
      <dgm:t>
        <a:bodyPr/>
        <a:lstStyle/>
        <a:p>
          <a:endParaRPr lang="en-US"/>
        </a:p>
      </dgm:t>
    </dgm:pt>
    <dgm:pt modelId="{86921D47-5065-4210-968C-CD155A6ACDF7}" type="sibTrans" cxnId="{D91160D7-5CEF-45A2-A81C-4F0A0AE326CE}">
      <dgm:prSet/>
      <dgm:spPr/>
      <dgm:t>
        <a:bodyPr/>
        <a:lstStyle/>
        <a:p>
          <a:endParaRPr lang="en-US"/>
        </a:p>
      </dgm:t>
    </dgm:pt>
    <dgm:pt modelId="{01ECAEB3-BF51-427B-AE26-F1A506DC182D}">
      <dgm:prSet phldrT="[Text]"/>
      <dgm:spPr/>
      <dgm:t>
        <a:bodyPr/>
        <a:lstStyle/>
        <a:p>
          <a:r>
            <a:rPr lang="en-US" dirty="0"/>
            <a:t>Model Evaluation</a:t>
          </a:r>
        </a:p>
      </dgm:t>
    </dgm:pt>
    <dgm:pt modelId="{AD3BD34F-0B12-4FF7-8C04-820C8B76D5D7}" type="parTrans" cxnId="{3CA0DB5E-DEE7-435A-A77F-AF2B9B4E5F7D}">
      <dgm:prSet/>
      <dgm:spPr/>
      <dgm:t>
        <a:bodyPr/>
        <a:lstStyle/>
        <a:p>
          <a:endParaRPr lang="en-US"/>
        </a:p>
      </dgm:t>
    </dgm:pt>
    <dgm:pt modelId="{DB111B0B-1691-4B18-84F3-CC74E48B7F48}" type="sibTrans" cxnId="{3CA0DB5E-DEE7-435A-A77F-AF2B9B4E5F7D}">
      <dgm:prSet/>
      <dgm:spPr/>
      <dgm:t>
        <a:bodyPr/>
        <a:lstStyle/>
        <a:p>
          <a:endParaRPr lang="en-US"/>
        </a:p>
      </dgm:t>
    </dgm:pt>
    <dgm:pt modelId="{30782EE3-778A-4830-9C18-3C236DA28D27}">
      <dgm:prSet phldrT="[Text]"/>
      <dgm:spPr/>
      <dgm:t>
        <a:bodyPr/>
        <a:lstStyle/>
        <a:p>
          <a:r>
            <a:rPr lang="en-US" dirty="0"/>
            <a:t>Model Deployment</a:t>
          </a:r>
        </a:p>
      </dgm:t>
    </dgm:pt>
    <dgm:pt modelId="{E3C34FD0-FBC0-4B91-B029-16E547C14B3D}" type="parTrans" cxnId="{8F79964C-E2C2-49D5-AB31-AC1FF576B085}">
      <dgm:prSet/>
      <dgm:spPr/>
      <dgm:t>
        <a:bodyPr/>
        <a:lstStyle/>
        <a:p>
          <a:endParaRPr lang="en-US"/>
        </a:p>
      </dgm:t>
    </dgm:pt>
    <dgm:pt modelId="{80923C7D-0BE7-4C1C-80FD-F12F73A28FB6}" type="sibTrans" cxnId="{8F79964C-E2C2-49D5-AB31-AC1FF576B085}">
      <dgm:prSet/>
      <dgm:spPr/>
      <dgm:t>
        <a:bodyPr/>
        <a:lstStyle/>
        <a:p>
          <a:endParaRPr lang="en-US"/>
        </a:p>
      </dgm:t>
    </dgm:pt>
    <dgm:pt modelId="{99367AB5-7D33-483D-B75F-0722339D7395}">
      <dgm:prSet phldrT="[Text]"/>
      <dgm:spPr/>
      <dgm:t>
        <a:bodyPr/>
        <a:lstStyle/>
        <a:p>
          <a:r>
            <a:rPr lang="en-US" dirty="0"/>
            <a:t>Model Monitoring and Maintenance</a:t>
          </a:r>
        </a:p>
      </dgm:t>
    </dgm:pt>
    <dgm:pt modelId="{0398BCE0-32A0-41AF-803C-8EF58A7CDFDF}" type="parTrans" cxnId="{E2E8D194-0365-4399-BDC2-DC5AA8E393E6}">
      <dgm:prSet/>
      <dgm:spPr/>
      <dgm:t>
        <a:bodyPr/>
        <a:lstStyle/>
        <a:p>
          <a:endParaRPr lang="en-US"/>
        </a:p>
      </dgm:t>
    </dgm:pt>
    <dgm:pt modelId="{083C2D17-31F3-4983-B619-4F0AC234FFF8}" type="sibTrans" cxnId="{E2E8D194-0365-4399-BDC2-DC5AA8E393E6}">
      <dgm:prSet/>
      <dgm:spPr/>
      <dgm:t>
        <a:bodyPr/>
        <a:lstStyle/>
        <a:p>
          <a:endParaRPr lang="en-US"/>
        </a:p>
      </dgm:t>
    </dgm:pt>
    <dgm:pt modelId="{15FB6248-54C4-43D2-A344-355C154F4702}" type="pres">
      <dgm:prSet presAssocID="{67BD9E42-B234-47FB-B060-311783AD0273}" presName="Name0" presStyleCnt="0">
        <dgm:presLayoutVars>
          <dgm:dir/>
          <dgm:animLvl val="lvl"/>
          <dgm:resizeHandles val="exact"/>
        </dgm:presLayoutVars>
      </dgm:prSet>
      <dgm:spPr/>
    </dgm:pt>
    <dgm:pt modelId="{5B636852-645E-47E9-A859-A421882F7519}" type="pres">
      <dgm:prSet presAssocID="{069C6A8E-AE3F-42D4-9BB3-A3D5BF13088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0DA4A2C-3643-4598-87A8-6AD7A3CC7C19}" type="pres">
      <dgm:prSet presAssocID="{86921D47-5065-4210-968C-CD155A6ACDF7}" presName="parTxOnlySpace" presStyleCnt="0"/>
      <dgm:spPr/>
    </dgm:pt>
    <dgm:pt modelId="{C9DA9E80-5DFF-4E7B-93DD-0A47A9B9B42D}" type="pres">
      <dgm:prSet presAssocID="{01ECAEB3-BF51-427B-AE26-F1A506DC182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6BDCE63-7493-480E-A994-B9696ABDEF83}" type="pres">
      <dgm:prSet presAssocID="{DB111B0B-1691-4B18-84F3-CC74E48B7F48}" presName="parTxOnlySpace" presStyleCnt="0"/>
      <dgm:spPr/>
    </dgm:pt>
    <dgm:pt modelId="{4B88CEF9-BDDE-485F-9ACA-A18A98106E48}" type="pres">
      <dgm:prSet presAssocID="{30782EE3-778A-4830-9C18-3C236DA28D27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1CBAF5E-43DE-4C29-9C92-5D17B1F390F2}" type="pres">
      <dgm:prSet presAssocID="{80923C7D-0BE7-4C1C-80FD-F12F73A28FB6}" presName="parTxOnlySpace" presStyleCnt="0"/>
      <dgm:spPr/>
    </dgm:pt>
    <dgm:pt modelId="{5B633B28-2C88-4F51-AB91-BD6F6F5F3A6F}" type="pres">
      <dgm:prSet presAssocID="{99367AB5-7D33-483D-B75F-0722339D7395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FB39E19-EACE-45EF-9BE4-E80EEA2AF02E}" type="presOf" srcId="{99367AB5-7D33-483D-B75F-0722339D7395}" destId="{5B633B28-2C88-4F51-AB91-BD6F6F5F3A6F}" srcOrd="0" destOrd="0" presId="urn:microsoft.com/office/officeart/2005/8/layout/chevron1"/>
    <dgm:cxn modelId="{9466C126-3699-46ED-9E06-949E9F5DD2B9}" type="presOf" srcId="{67BD9E42-B234-47FB-B060-311783AD0273}" destId="{15FB6248-54C4-43D2-A344-355C154F4702}" srcOrd="0" destOrd="0" presId="urn:microsoft.com/office/officeart/2005/8/layout/chevron1"/>
    <dgm:cxn modelId="{E50C7A5D-5B01-4D07-876F-A965A88DCF06}" type="presOf" srcId="{069C6A8E-AE3F-42D4-9BB3-A3D5BF130885}" destId="{5B636852-645E-47E9-A859-A421882F7519}" srcOrd="0" destOrd="0" presId="urn:microsoft.com/office/officeart/2005/8/layout/chevron1"/>
    <dgm:cxn modelId="{3CA0DB5E-DEE7-435A-A77F-AF2B9B4E5F7D}" srcId="{67BD9E42-B234-47FB-B060-311783AD0273}" destId="{01ECAEB3-BF51-427B-AE26-F1A506DC182D}" srcOrd="1" destOrd="0" parTransId="{AD3BD34F-0B12-4FF7-8C04-820C8B76D5D7}" sibTransId="{DB111B0B-1691-4B18-84F3-CC74E48B7F48}"/>
    <dgm:cxn modelId="{D97AA161-4131-48DD-B586-15A7999364BF}" type="presOf" srcId="{30782EE3-778A-4830-9C18-3C236DA28D27}" destId="{4B88CEF9-BDDE-485F-9ACA-A18A98106E48}" srcOrd="0" destOrd="0" presId="urn:microsoft.com/office/officeart/2005/8/layout/chevron1"/>
    <dgm:cxn modelId="{8F79964C-E2C2-49D5-AB31-AC1FF576B085}" srcId="{67BD9E42-B234-47FB-B060-311783AD0273}" destId="{30782EE3-778A-4830-9C18-3C236DA28D27}" srcOrd="2" destOrd="0" parTransId="{E3C34FD0-FBC0-4B91-B029-16E547C14B3D}" sibTransId="{80923C7D-0BE7-4C1C-80FD-F12F73A28FB6}"/>
    <dgm:cxn modelId="{0F093570-AECD-4A6D-97CD-B93F4B39C876}" type="presOf" srcId="{01ECAEB3-BF51-427B-AE26-F1A506DC182D}" destId="{C9DA9E80-5DFF-4E7B-93DD-0A47A9B9B42D}" srcOrd="0" destOrd="0" presId="urn:microsoft.com/office/officeart/2005/8/layout/chevron1"/>
    <dgm:cxn modelId="{E2E8D194-0365-4399-BDC2-DC5AA8E393E6}" srcId="{67BD9E42-B234-47FB-B060-311783AD0273}" destId="{99367AB5-7D33-483D-B75F-0722339D7395}" srcOrd="3" destOrd="0" parTransId="{0398BCE0-32A0-41AF-803C-8EF58A7CDFDF}" sibTransId="{083C2D17-31F3-4983-B619-4F0AC234FFF8}"/>
    <dgm:cxn modelId="{D91160D7-5CEF-45A2-A81C-4F0A0AE326CE}" srcId="{67BD9E42-B234-47FB-B060-311783AD0273}" destId="{069C6A8E-AE3F-42D4-9BB3-A3D5BF130885}" srcOrd="0" destOrd="0" parTransId="{17E23D87-911A-49F5-93F0-E5203CB779AA}" sibTransId="{86921D47-5065-4210-968C-CD155A6ACDF7}"/>
    <dgm:cxn modelId="{22052B4C-347B-4013-9FA8-B0FF130E2641}" type="presParOf" srcId="{15FB6248-54C4-43D2-A344-355C154F4702}" destId="{5B636852-645E-47E9-A859-A421882F7519}" srcOrd="0" destOrd="0" presId="urn:microsoft.com/office/officeart/2005/8/layout/chevron1"/>
    <dgm:cxn modelId="{1180B1FD-CAC8-4B3B-A01E-D4FF18589716}" type="presParOf" srcId="{15FB6248-54C4-43D2-A344-355C154F4702}" destId="{60DA4A2C-3643-4598-87A8-6AD7A3CC7C19}" srcOrd="1" destOrd="0" presId="urn:microsoft.com/office/officeart/2005/8/layout/chevron1"/>
    <dgm:cxn modelId="{7C20E97D-77B0-4A69-AF88-B572FF4BE0BF}" type="presParOf" srcId="{15FB6248-54C4-43D2-A344-355C154F4702}" destId="{C9DA9E80-5DFF-4E7B-93DD-0A47A9B9B42D}" srcOrd="2" destOrd="0" presId="urn:microsoft.com/office/officeart/2005/8/layout/chevron1"/>
    <dgm:cxn modelId="{2A71FBAA-F4FE-44C1-A492-36AC1E0A5819}" type="presParOf" srcId="{15FB6248-54C4-43D2-A344-355C154F4702}" destId="{36BDCE63-7493-480E-A994-B9696ABDEF83}" srcOrd="3" destOrd="0" presId="urn:microsoft.com/office/officeart/2005/8/layout/chevron1"/>
    <dgm:cxn modelId="{8CEFF755-EF9C-4EC8-8EA1-C1FD2616D823}" type="presParOf" srcId="{15FB6248-54C4-43D2-A344-355C154F4702}" destId="{4B88CEF9-BDDE-485F-9ACA-A18A98106E48}" srcOrd="4" destOrd="0" presId="urn:microsoft.com/office/officeart/2005/8/layout/chevron1"/>
    <dgm:cxn modelId="{C8C585CB-0519-49D9-BD46-9E87A8D6352E}" type="presParOf" srcId="{15FB6248-54C4-43D2-A344-355C154F4702}" destId="{D1CBAF5E-43DE-4C29-9C92-5D17B1F390F2}" srcOrd="5" destOrd="0" presId="urn:microsoft.com/office/officeart/2005/8/layout/chevron1"/>
    <dgm:cxn modelId="{0C86A19D-3396-41B2-9A37-DA241C2AD891}" type="presParOf" srcId="{15FB6248-54C4-43D2-A344-355C154F4702}" destId="{5B633B28-2C88-4F51-AB91-BD6F6F5F3A6F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B3CFE5-8E8B-4D87-9F94-42E12A6171D5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240C26-7F99-4BC8-83C9-7F73E35D0E0C}">
      <dgm:prSet phldrT="[Text]"/>
      <dgm:spPr/>
      <dgm:t>
        <a:bodyPr/>
        <a:lstStyle/>
        <a:p>
          <a:r>
            <a:rPr lang="en-US" dirty="0"/>
            <a:t>DS Magic</a:t>
          </a:r>
        </a:p>
      </dgm:t>
    </dgm:pt>
    <dgm:pt modelId="{16E18270-B9CD-4606-AA0D-955E77DF1761}" type="parTrans" cxnId="{415D8397-698E-48A1-BBE7-A0BAC48AADD7}">
      <dgm:prSet/>
      <dgm:spPr/>
      <dgm:t>
        <a:bodyPr/>
        <a:lstStyle/>
        <a:p>
          <a:endParaRPr lang="en-US"/>
        </a:p>
      </dgm:t>
    </dgm:pt>
    <dgm:pt modelId="{D3E48615-D579-4ECD-B011-799413B222A9}" type="sibTrans" cxnId="{415D8397-698E-48A1-BBE7-A0BAC48AADD7}">
      <dgm:prSet/>
      <dgm:spPr/>
      <dgm:t>
        <a:bodyPr/>
        <a:lstStyle/>
        <a:p>
          <a:endParaRPr lang="en-US"/>
        </a:p>
      </dgm:t>
    </dgm:pt>
    <dgm:pt modelId="{50D054A3-FBAE-4FF9-90D3-478202AF75A5}">
      <dgm:prSet phldrT="[Text]" custT="1"/>
      <dgm:spPr/>
      <dgm:t>
        <a:bodyPr lIns="0" tIns="0" rIns="0" bIns="0"/>
        <a:lstStyle/>
        <a:p>
          <a:pPr>
            <a:spcAft>
              <a:spcPts val="0"/>
            </a:spcAft>
          </a:pPr>
          <a:r>
            <a:rPr lang="en-US" sz="1400" dirty="0"/>
            <a:t>Problem Formulation</a:t>
          </a:r>
        </a:p>
      </dgm:t>
    </dgm:pt>
    <dgm:pt modelId="{B3A50229-DB69-4F4D-9D32-1367DAB25CD1}" type="parTrans" cxnId="{C2ED18F5-3B7E-449B-9A63-AE9C7E7ECFCF}">
      <dgm:prSet/>
      <dgm:spPr/>
      <dgm:t>
        <a:bodyPr/>
        <a:lstStyle/>
        <a:p>
          <a:endParaRPr lang="en-US"/>
        </a:p>
      </dgm:t>
    </dgm:pt>
    <dgm:pt modelId="{E8B98D23-4BF7-4FF6-9804-EBCB71CB9515}" type="sibTrans" cxnId="{C2ED18F5-3B7E-449B-9A63-AE9C7E7ECFCF}">
      <dgm:prSet/>
      <dgm:spPr/>
      <dgm:t>
        <a:bodyPr/>
        <a:lstStyle/>
        <a:p>
          <a:endParaRPr lang="en-US"/>
        </a:p>
      </dgm:t>
    </dgm:pt>
    <dgm:pt modelId="{E9DD97D6-0C7D-4772-95C0-C302E51B0114}">
      <dgm:prSet phldrT="[Text]" custT="1"/>
      <dgm:spPr/>
      <dgm:t>
        <a:bodyPr lIns="0" tIns="0" rIns="0" bIns="0"/>
        <a:lstStyle/>
        <a:p>
          <a:pPr>
            <a:spcAft>
              <a:spcPts val="0"/>
            </a:spcAft>
          </a:pPr>
          <a:r>
            <a:rPr lang="en-US" sz="1400" dirty="0"/>
            <a:t>Data Acquisition</a:t>
          </a:r>
        </a:p>
      </dgm:t>
    </dgm:pt>
    <dgm:pt modelId="{A4469583-715B-472A-AE33-F88E6F5B8F88}" type="parTrans" cxnId="{92B12576-C412-4AEC-8B16-AFB2E836DD84}">
      <dgm:prSet/>
      <dgm:spPr/>
      <dgm:t>
        <a:bodyPr/>
        <a:lstStyle/>
        <a:p>
          <a:endParaRPr lang="en-US"/>
        </a:p>
      </dgm:t>
    </dgm:pt>
    <dgm:pt modelId="{E88770C8-2298-41D5-807A-070AF219CF88}" type="sibTrans" cxnId="{92B12576-C412-4AEC-8B16-AFB2E836DD84}">
      <dgm:prSet/>
      <dgm:spPr/>
      <dgm:t>
        <a:bodyPr/>
        <a:lstStyle/>
        <a:p>
          <a:endParaRPr lang="en-US"/>
        </a:p>
      </dgm:t>
    </dgm:pt>
    <dgm:pt modelId="{D94FC61E-A3B8-43DC-A6F7-D85465421066}">
      <dgm:prSet phldrT="[Text]" custT="1"/>
      <dgm:spPr/>
      <dgm:t>
        <a:bodyPr lIns="0" tIns="0" rIns="0" bIns="0"/>
        <a:lstStyle/>
        <a:p>
          <a:pPr>
            <a:spcAft>
              <a:spcPts val="0"/>
            </a:spcAft>
          </a:pPr>
          <a:r>
            <a:rPr lang="en-US" sz="1400" dirty="0"/>
            <a:t>Feature Engineering</a:t>
          </a:r>
        </a:p>
      </dgm:t>
    </dgm:pt>
    <dgm:pt modelId="{C469FA44-62CC-4502-8A27-EC46B3DCC37F}" type="parTrans" cxnId="{163C6A84-9E36-46BF-997C-D98FD6D11D7D}">
      <dgm:prSet/>
      <dgm:spPr/>
      <dgm:t>
        <a:bodyPr/>
        <a:lstStyle/>
        <a:p>
          <a:endParaRPr lang="en-US"/>
        </a:p>
      </dgm:t>
    </dgm:pt>
    <dgm:pt modelId="{D862E944-DE6A-4867-A9A9-0FC2A28462EF}" type="sibTrans" cxnId="{163C6A84-9E36-46BF-997C-D98FD6D11D7D}">
      <dgm:prSet/>
      <dgm:spPr/>
      <dgm:t>
        <a:bodyPr/>
        <a:lstStyle/>
        <a:p>
          <a:endParaRPr lang="en-US"/>
        </a:p>
      </dgm:t>
    </dgm:pt>
    <dgm:pt modelId="{881FAA1F-24A4-4A26-AD57-82C30F3B2B37}">
      <dgm:prSet phldrT="[Text]" custT="1"/>
      <dgm:spPr/>
      <dgm:t>
        <a:bodyPr lIns="0" tIns="0" rIns="0" bIns="0"/>
        <a:lstStyle/>
        <a:p>
          <a:pPr>
            <a:spcAft>
              <a:spcPts val="0"/>
            </a:spcAft>
          </a:pPr>
          <a:r>
            <a:rPr lang="en-US" sz="1400" dirty="0"/>
            <a:t>Visualization</a:t>
          </a:r>
        </a:p>
      </dgm:t>
    </dgm:pt>
    <dgm:pt modelId="{4F47BC8B-8BE8-4E83-ADA0-7865478BA304}" type="parTrans" cxnId="{3AB73B6B-9CF3-4E3C-BF5B-744A91F698BF}">
      <dgm:prSet/>
      <dgm:spPr/>
      <dgm:t>
        <a:bodyPr/>
        <a:lstStyle/>
        <a:p>
          <a:endParaRPr lang="en-US"/>
        </a:p>
      </dgm:t>
    </dgm:pt>
    <dgm:pt modelId="{07FE39C8-0832-41CB-A870-CFF50F8F455F}" type="sibTrans" cxnId="{3AB73B6B-9CF3-4E3C-BF5B-744A91F698BF}">
      <dgm:prSet/>
      <dgm:spPr/>
      <dgm:t>
        <a:bodyPr/>
        <a:lstStyle/>
        <a:p>
          <a:endParaRPr lang="en-US"/>
        </a:p>
      </dgm:t>
    </dgm:pt>
    <dgm:pt modelId="{D45259FC-69DC-4415-A519-C43A365DDE6B}">
      <dgm:prSet phldrT="[Text]" custT="1"/>
      <dgm:spPr/>
      <dgm:t>
        <a:bodyPr lIns="0" tIns="0" rIns="0" bIns="0"/>
        <a:lstStyle/>
        <a:p>
          <a:pPr>
            <a:spcAft>
              <a:spcPts val="0"/>
            </a:spcAft>
          </a:pPr>
          <a:r>
            <a:rPr lang="en-US" sz="1400" dirty="0"/>
            <a:t>Data Preprocessing</a:t>
          </a:r>
        </a:p>
      </dgm:t>
    </dgm:pt>
    <dgm:pt modelId="{ABFE20D6-7B1C-40A6-ADCD-695F0DFFCA42}" type="parTrans" cxnId="{591C4F60-85EF-4C06-AD0D-0391ECA41EBC}">
      <dgm:prSet/>
      <dgm:spPr/>
      <dgm:t>
        <a:bodyPr/>
        <a:lstStyle/>
        <a:p>
          <a:endParaRPr lang="en-US"/>
        </a:p>
      </dgm:t>
    </dgm:pt>
    <dgm:pt modelId="{0C9C1DF0-9B24-4997-9D55-80A42253B24F}" type="sibTrans" cxnId="{591C4F60-85EF-4C06-AD0D-0391ECA41EBC}">
      <dgm:prSet/>
      <dgm:spPr/>
      <dgm:t>
        <a:bodyPr/>
        <a:lstStyle/>
        <a:p>
          <a:endParaRPr lang="en-US"/>
        </a:p>
      </dgm:t>
    </dgm:pt>
    <dgm:pt modelId="{998EB069-C50C-4756-8774-5BBF4E68CE88}">
      <dgm:prSet phldrT="[Text]" custT="1"/>
      <dgm:spPr/>
      <dgm:t>
        <a:bodyPr lIns="0" tIns="0" rIns="0" bIns="0"/>
        <a:lstStyle/>
        <a:p>
          <a:pPr>
            <a:spcAft>
              <a:spcPts val="0"/>
            </a:spcAft>
          </a:pPr>
          <a:r>
            <a:rPr lang="en-US" sz="1400" dirty="0"/>
            <a:t>Exploratory Data Analysis</a:t>
          </a:r>
        </a:p>
      </dgm:t>
    </dgm:pt>
    <dgm:pt modelId="{93BFEAE0-7B03-40E3-9885-C7B4F2B26A37}" type="parTrans" cxnId="{79D5ADE5-C34B-47C9-8ACF-EAFF6695AC87}">
      <dgm:prSet/>
      <dgm:spPr/>
      <dgm:t>
        <a:bodyPr/>
        <a:lstStyle/>
        <a:p>
          <a:endParaRPr lang="en-US"/>
        </a:p>
      </dgm:t>
    </dgm:pt>
    <dgm:pt modelId="{CFAD2262-889E-432C-AB5E-20AAA1947F4A}" type="sibTrans" cxnId="{79D5ADE5-C34B-47C9-8ACF-EAFF6695AC87}">
      <dgm:prSet/>
      <dgm:spPr/>
      <dgm:t>
        <a:bodyPr/>
        <a:lstStyle/>
        <a:p>
          <a:endParaRPr lang="en-US"/>
        </a:p>
      </dgm:t>
    </dgm:pt>
    <dgm:pt modelId="{D1FB657B-F02A-4EC2-ABC9-6A7905173F6A}">
      <dgm:prSet phldrT="[Text]" custT="1"/>
      <dgm:spPr/>
      <dgm:t>
        <a:bodyPr lIns="0" tIns="0" rIns="0" bIns="0"/>
        <a:lstStyle/>
        <a:p>
          <a:pPr>
            <a:spcAft>
              <a:spcPts val="0"/>
            </a:spcAft>
          </a:pPr>
          <a:r>
            <a:rPr lang="en-US" sz="1400" dirty="0"/>
            <a:t>Predictive Modeling</a:t>
          </a:r>
        </a:p>
      </dgm:t>
    </dgm:pt>
    <dgm:pt modelId="{9DF03DB1-1370-4230-9C35-9C7771AA6E78}" type="parTrans" cxnId="{E2E39AFE-E4AB-4F1A-A46B-3C9AFA55FB8C}">
      <dgm:prSet/>
      <dgm:spPr/>
      <dgm:t>
        <a:bodyPr/>
        <a:lstStyle/>
        <a:p>
          <a:endParaRPr lang="en-US"/>
        </a:p>
      </dgm:t>
    </dgm:pt>
    <dgm:pt modelId="{B0E528BD-EDC7-4900-B956-DC696958F4B5}" type="sibTrans" cxnId="{E2E39AFE-E4AB-4F1A-A46B-3C9AFA55FB8C}">
      <dgm:prSet/>
      <dgm:spPr/>
      <dgm:t>
        <a:bodyPr/>
        <a:lstStyle/>
        <a:p>
          <a:endParaRPr lang="en-US"/>
        </a:p>
      </dgm:t>
    </dgm:pt>
    <dgm:pt modelId="{24DF991E-7B63-453A-992A-6F8A418B6A98}" type="pres">
      <dgm:prSet presAssocID="{C7B3CFE5-8E8B-4D87-9F94-42E12A6171D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E0A3FAB-5651-41B2-9240-C21D3998375D}" type="pres">
      <dgm:prSet presAssocID="{92240C26-7F99-4BC8-83C9-7F73E35D0E0C}" presName="centerShape" presStyleLbl="node0" presStyleIdx="0" presStyleCnt="1"/>
      <dgm:spPr/>
    </dgm:pt>
    <dgm:pt modelId="{F93F2DB6-7F16-4EA5-BBB8-4DE238CD44B4}" type="pres">
      <dgm:prSet presAssocID="{50D054A3-FBAE-4FF9-90D3-478202AF75A5}" presName="node" presStyleLbl="node1" presStyleIdx="0" presStyleCnt="7" custScaleX="121000" custScaleY="121000">
        <dgm:presLayoutVars>
          <dgm:bulletEnabled val="1"/>
        </dgm:presLayoutVars>
      </dgm:prSet>
      <dgm:spPr>
        <a:prstGeom prst="roundRect">
          <a:avLst/>
        </a:prstGeom>
      </dgm:spPr>
    </dgm:pt>
    <dgm:pt modelId="{20C2C060-7487-409F-B72B-1B3F54B0D7E5}" type="pres">
      <dgm:prSet presAssocID="{50D054A3-FBAE-4FF9-90D3-478202AF75A5}" presName="dummy" presStyleCnt="0"/>
      <dgm:spPr/>
    </dgm:pt>
    <dgm:pt modelId="{2953E8A9-DFE8-40EF-8129-D86741A48B52}" type="pres">
      <dgm:prSet presAssocID="{E8B98D23-4BF7-4FF6-9804-EBCB71CB9515}" presName="sibTrans" presStyleLbl="sibTrans2D1" presStyleIdx="0" presStyleCnt="7"/>
      <dgm:spPr/>
    </dgm:pt>
    <dgm:pt modelId="{91B424D2-A737-4C91-BE83-19B4614B3E67}" type="pres">
      <dgm:prSet presAssocID="{E9DD97D6-0C7D-4772-95C0-C302E51B0114}" presName="node" presStyleLbl="node1" presStyleIdx="1" presStyleCnt="7" custScaleX="121000" custScaleY="121000">
        <dgm:presLayoutVars>
          <dgm:bulletEnabled val="1"/>
        </dgm:presLayoutVars>
      </dgm:prSet>
      <dgm:spPr>
        <a:prstGeom prst="roundRect">
          <a:avLst/>
        </a:prstGeom>
      </dgm:spPr>
    </dgm:pt>
    <dgm:pt modelId="{1AB8D829-6ACB-4A98-85DB-EF11A2E74819}" type="pres">
      <dgm:prSet presAssocID="{E9DD97D6-0C7D-4772-95C0-C302E51B0114}" presName="dummy" presStyleCnt="0"/>
      <dgm:spPr/>
    </dgm:pt>
    <dgm:pt modelId="{7BA59B6B-3A4C-4380-B950-A8DDE99D67A8}" type="pres">
      <dgm:prSet presAssocID="{E88770C8-2298-41D5-807A-070AF219CF88}" presName="sibTrans" presStyleLbl="sibTrans2D1" presStyleIdx="1" presStyleCnt="7"/>
      <dgm:spPr/>
    </dgm:pt>
    <dgm:pt modelId="{5735C238-DA00-4805-8408-DDFEF37593B2}" type="pres">
      <dgm:prSet presAssocID="{D45259FC-69DC-4415-A519-C43A365DDE6B}" presName="node" presStyleLbl="node1" presStyleIdx="2" presStyleCnt="7" custScaleX="121000" custScaleY="121000">
        <dgm:presLayoutVars>
          <dgm:bulletEnabled val="1"/>
        </dgm:presLayoutVars>
      </dgm:prSet>
      <dgm:spPr>
        <a:prstGeom prst="roundRect">
          <a:avLst/>
        </a:prstGeom>
      </dgm:spPr>
    </dgm:pt>
    <dgm:pt modelId="{BC4055E6-ACA1-4101-8FD9-54FD26EDE7CA}" type="pres">
      <dgm:prSet presAssocID="{D45259FC-69DC-4415-A519-C43A365DDE6B}" presName="dummy" presStyleCnt="0"/>
      <dgm:spPr/>
    </dgm:pt>
    <dgm:pt modelId="{BABB30AE-46CE-4BCC-A92B-E6A162443B60}" type="pres">
      <dgm:prSet presAssocID="{0C9C1DF0-9B24-4997-9D55-80A42253B24F}" presName="sibTrans" presStyleLbl="sibTrans2D1" presStyleIdx="2" presStyleCnt="7"/>
      <dgm:spPr/>
    </dgm:pt>
    <dgm:pt modelId="{15723FA4-ECF6-43E7-8E04-FAAF3EC82523}" type="pres">
      <dgm:prSet presAssocID="{998EB069-C50C-4756-8774-5BBF4E68CE88}" presName="node" presStyleLbl="node1" presStyleIdx="3" presStyleCnt="7" custScaleX="121000" custScaleY="121000">
        <dgm:presLayoutVars>
          <dgm:bulletEnabled val="1"/>
        </dgm:presLayoutVars>
      </dgm:prSet>
      <dgm:spPr>
        <a:prstGeom prst="roundRect">
          <a:avLst/>
        </a:prstGeom>
      </dgm:spPr>
    </dgm:pt>
    <dgm:pt modelId="{A2400EDB-2FEE-4766-BC10-228B386584CB}" type="pres">
      <dgm:prSet presAssocID="{998EB069-C50C-4756-8774-5BBF4E68CE88}" presName="dummy" presStyleCnt="0"/>
      <dgm:spPr/>
    </dgm:pt>
    <dgm:pt modelId="{2EF7DCA5-1CE3-4E7C-A030-CD3F7D2D2410}" type="pres">
      <dgm:prSet presAssocID="{CFAD2262-889E-432C-AB5E-20AAA1947F4A}" presName="sibTrans" presStyleLbl="sibTrans2D1" presStyleIdx="3" presStyleCnt="7"/>
      <dgm:spPr/>
    </dgm:pt>
    <dgm:pt modelId="{4A02FBDC-F571-4043-99A5-7FB339944A74}" type="pres">
      <dgm:prSet presAssocID="{D94FC61E-A3B8-43DC-A6F7-D85465421066}" presName="node" presStyleLbl="node1" presStyleIdx="4" presStyleCnt="7" custScaleX="121000" custScaleY="121000">
        <dgm:presLayoutVars>
          <dgm:bulletEnabled val="1"/>
        </dgm:presLayoutVars>
      </dgm:prSet>
      <dgm:spPr>
        <a:prstGeom prst="roundRect">
          <a:avLst/>
        </a:prstGeom>
      </dgm:spPr>
    </dgm:pt>
    <dgm:pt modelId="{0C83BEBF-BCF0-4F65-9F15-463CCB3B0F03}" type="pres">
      <dgm:prSet presAssocID="{D94FC61E-A3B8-43DC-A6F7-D85465421066}" presName="dummy" presStyleCnt="0"/>
      <dgm:spPr/>
    </dgm:pt>
    <dgm:pt modelId="{75E80CD5-52F7-4564-AD58-347962D27894}" type="pres">
      <dgm:prSet presAssocID="{D862E944-DE6A-4867-A9A9-0FC2A28462EF}" presName="sibTrans" presStyleLbl="sibTrans2D1" presStyleIdx="4" presStyleCnt="7"/>
      <dgm:spPr/>
    </dgm:pt>
    <dgm:pt modelId="{126AA596-70C3-4761-9DEB-66FFBE3E4C9B}" type="pres">
      <dgm:prSet presAssocID="{D1FB657B-F02A-4EC2-ABC9-6A7905173F6A}" presName="node" presStyleLbl="node1" presStyleIdx="5" presStyleCnt="7" custScaleX="121000" custScaleY="121000">
        <dgm:presLayoutVars>
          <dgm:bulletEnabled val="1"/>
        </dgm:presLayoutVars>
      </dgm:prSet>
      <dgm:spPr>
        <a:prstGeom prst="roundRect">
          <a:avLst/>
        </a:prstGeom>
      </dgm:spPr>
    </dgm:pt>
    <dgm:pt modelId="{9E86467B-9F61-4416-BDEF-97CD1B7C6AD4}" type="pres">
      <dgm:prSet presAssocID="{D1FB657B-F02A-4EC2-ABC9-6A7905173F6A}" presName="dummy" presStyleCnt="0"/>
      <dgm:spPr/>
    </dgm:pt>
    <dgm:pt modelId="{9BA4FAF1-2DEA-4AAF-83E6-FA47CF734817}" type="pres">
      <dgm:prSet presAssocID="{B0E528BD-EDC7-4900-B956-DC696958F4B5}" presName="sibTrans" presStyleLbl="sibTrans2D1" presStyleIdx="5" presStyleCnt="7"/>
      <dgm:spPr/>
    </dgm:pt>
    <dgm:pt modelId="{4ED4DC7F-F4E5-4E21-8DC1-A73A85225F29}" type="pres">
      <dgm:prSet presAssocID="{881FAA1F-24A4-4A26-AD57-82C30F3B2B37}" presName="node" presStyleLbl="node1" presStyleIdx="6" presStyleCnt="7" custScaleX="121000" custScaleY="121000">
        <dgm:presLayoutVars>
          <dgm:bulletEnabled val="1"/>
        </dgm:presLayoutVars>
      </dgm:prSet>
      <dgm:spPr>
        <a:prstGeom prst="roundRect">
          <a:avLst/>
        </a:prstGeom>
      </dgm:spPr>
    </dgm:pt>
    <dgm:pt modelId="{083FEF22-9B5E-4820-AE56-66B4D04C7460}" type="pres">
      <dgm:prSet presAssocID="{881FAA1F-24A4-4A26-AD57-82C30F3B2B37}" presName="dummy" presStyleCnt="0"/>
      <dgm:spPr/>
    </dgm:pt>
    <dgm:pt modelId="{48A0BFDC-4B19-4979-8A16-55C4E9394396}" type="pres">
      <dgm:prSet presAssocID="{07FE39C8-0832-41CB-A870-CFF50F8F455F}" presName="sibTrans" presStyleLbl="sibTrans2D1" presStyleIdx="6" presStyleCnt="7"/>
      <dgm:spPr/>
    </dgm:pt>
  </dgm:ptLst>
  <dgm:cxnLst>
    <dgm:cxn modelId="{422E2B0A-5CDA-4AF3-BE09-6FA3B8630168}" type="presOf" srcId="{07FE39C8-0832-41CB-A870-CFF50F8F455F}" destId="{48A0BFDC-4B19-4979-8A16-55C4E9394396}" srcOrd="0" destOrd="0" presId="urn:microsoft.com/office/officeart/2005/8/layout/radial6"/>
    <dgm:cxn modelId="{C1CFD22D-D42B-4BF1-851F-FB343B6C23DD}" type="presOf" srcId="{50D054A3-FBAE-4FF9-90D3-478202AF75A5}" destId="{F93F2DB6-7F16-4EA5-BBB8-4DE238CD44B4}" srcOrd="0" destOrd="0" presId="urn:microsoft.com/office/officeart/2005/8/layout/radial6"/>
    <dgm:cxn modelId="{1BEFBC37-6F28-46E5-A6FB-487EB1E63F48}" type="presOf" srcId="{CFAD2262-889E-432C-AB5E-20AAA1947F4A}" destId="{2EF7DCA5-1CE3-4E7C-A030-CD3F7D2D2410}" srcOrd="0" destOrd="0" presId="urn:microsoft.com/office/officeart/2005/8/layout/radial6"/>
    <dgm:cxn modelId="{B898343E-7716-4F3B-A44E-8AB9F2C4C137}" type="presOf" srcId="{998EB069-C50C-4756-8774-5BBF4E68CE88}" destId="{15723FA4-ECF6-43E7-8E04-FAAF3EC82523}" srcOrd="0" destOrd="0" presId="urn:microsoft.com/office/officeart/2005/8/layout/radial6"/>
    <dgm:cxn modelId="{3F21EE5D-0F5B-4F9C-B0C3-DC46B5667D6D}" type="presOf" srcId="{881FAA1F-24A4-4A26-AD57-82C30F3B2B37}" destId="{4ED4DC7F-F4E5-4E21-8DC1-A73A85225F29}" srcOrd="0" destOrd="0" presId="urn:microsoft.com/office/officeart/2005/8/layout/radial6"/>
    <dgm:cxn modelId="{DBCC085F-E4EC-4B50-A5B2-DE97FAA6303D}" type="presOf" srcId="{D1FB657B-F02A-4EC2-ABC9-6A7905173F6A}" destId="{126AA596-70C3-4761-9DEB-66FFBE3E4C9B}" srcOrd="0" destOrd="0" presId="urn:microsoft.com/office/officeart/2005/8/layout/radial6"/>
    <dgm:cxn modelId="{591C4F60-85EF-4C06-AD0D-0391ECA41EBC}" srcId="{92240C26-7F99-4BC8-83C9-7F73E35D0E0C}" destId="{D45259FC-69DC-4415-A519-C43A365DDE6B}" srcOrd="2" destOrd="0" parTransId="{ABFE20D6-7B1C-40A6-ADCD-695F0DFFCA42}" sibTransId="{0C9C1DF0-9B24-4997-9D55-80A42253B24F}"/>
    <dgm:cxn modelId="{CE9BDF48-FEFB-41BE-A46F-C54DC6AB5A46}" type="presOf" srcId="{B0E528BD-EDC7-4900-B956-DC696958F4B5}" destId="{9BA4FAF1-2DEA-4AAF-83E6-FA47CF734817}" srcOrd="0" destOrd="0" presId="urn:microsoft.com/office/officeart/2005/8/layout/radial6"/>
    <dgm:cxn modelId="{3AB73B6B-9CF3-4E3C-BF5B-744A91F698BF}" srcId="{92240C26-7F99-4BC8-83C9-7F73E35D0E0C}" destId="{881FAA1F-24A4-4A26-AD57-82C30F3B2B37}" srcOrd="6" destOrd="0" parTransId="{4F47BC8B-8BE8-4E83-ADA0-7865478BA304}" sibTransId="{07FE39C8-0832-41CB-A870-CFF50F8F455F}"/>
    <dgm:cxn modelId="{44D8666B-74DD-4D0F-8152-ACD89D87BC5E}" type="presOf" srcId="{E8B98D23-4BF7-4FF6-9804-EBCB71CB9515}" destId="{2953E8A9-DFE8-40EF-8129-D86741A48B52}" srcOrd="0" destOrd="0" presId="urn:microsoft.com/office/officeart/2005/8/layout/radial6"/>
    <dgm:cxn modelId="{92B12576-C412-4AEC-8B16-AFB2E836DD84}" srcId="{92240C26-7F99-4BC8-83C9-7F73E35D0E0C}" destId="{E9DD97D6-0C7D-4772-95C0-C302E51B0114}" srcOrd="1" destOrd="0" parTransId="{A4469583-715B-472A-AE33-F88E6F5B8F88}" sibTransId="{E88770C8-2298-41D5-807A-070AF219CF88}"/>
    <dgm:cxn modelId="{C3772680-6233-4848-9540-78CCD1DF4A66}" type="presOf" srcId="{E88770C8-2298-41D5-807A-070AF219CF88}" destId="{7BA59B6B-3A4C-4380-B950-A8DDE99D67A8}" srcOrd="0" destOrd="0" presId="urn:microsoft.com/office/officeart/2005/8/layout/radial6"/>
    <dgm:cxn modelId="{0B5A6584-57D8-4EDC-A2D0-9A259A7B575C}" type="presOf" srcId="{C7B3CFE5-8E8B-4D87-9F94-42E12A6171D5}" destId="{24DF991E-7B63-453A-992A-6F8A418B6A98}" srcOrd="0" destOrd="0" presId="urn:microsoft.com/office/officeart/2005/8/layout/radial6"/>
    <dgm:cxn modelId="{163C6A84-9E36-46BF-997C-D98FD6D11D7D}" srcId="{92240C26-7F99-4BC8-83C9-7F73E35D0E0C}" destId="{D94FC61E-A3B8-43DC-A6F7-D85465421066}" srcOrd="4" destOrd="0" parTransId="{C469FA44-62CC-4502-8A27-EC46B3DCC37F}" sibTransId="{D862E944-DE6A-4867-A9A9-0FC2A28462EF}"/>
    <dgm:cxn modelId="{0AAEBE89-2477-4F32-AA6F-AF11D69D43B1}" type="presOf" srcId="{D45259FC-69DC-4415-A519-C43A365DDE6B}" destId="{5735C238-DA00-4805-8408-DDFEF37593B2}" srcOrd="0" destOrd="0" presId="urn:microsoft.com/office/officeart/2005/8/layout/radial6"/>
    <dgm:cxn modelId="{96586A91-17D4-448D-AD55-0F0534AAC938}" type="presOf" srcId="{D94FC61E-A3B8-43DC-A6F7-D85465421066}" destId="{4A02FBDC-F571-4043-99A5-7FB339944A74}" srcOrd="0" destOrd="0" presId="urn:microsoft.com/office/officeart/2005/8/layout/radial6"/>
    <dgm:cxn modelId="{59B22295-BBD8-4A12-9922-26240F79CD85}" type="presOf" srcId="{0C9C1DF0-9B24-4997-9D55-80A42253B24F}" destId="{BABB30AE-46CE-4BCC-A92B-E6A162443B60}" srcOrd="0" destOrd="0" presId="urn:microsoft.com/office/officeart/2005/8/layout/radial6"/>
    <dgm:cxn modelId="{415D8397-698E-48A1-BBE7-A0BAC48AADD7}" srcId="{C7B3CFE5-8E8B-4D87-9F94-42E12A6171D5}" destId="{92240C26-7F99-4BC8-83C9-7F73E35D0E0C}" srcOrd="0" destOrd="0" parTransId="{16E18270-B9CD-4606-AA0D-955E77DF1761}" sibTransId="{D3E48615-D579-4ECD-B011-799413B222A9}"/>
    <dgm:cxn modelId="{D6B150C5-3FD1-44B4-B627-5A2A7587EF73}" type="presOf" srcId="{92240C26-7F99-4BC8-83C9-7F73E35D0E0C}" destId="{AE0A3FAB-5651-41B2-9240-C21D3998375D}" srcOrd="0" destOrd="0" presId="urn:microsoft.com/office/officeart/2005/8/layout/radial6"/>
    <dgm:cxn modelId="{79D5ADE5-C34B-47C9-8ACF-EAFF6695AC87}" srcId="{92240C26-7F99-4BC8-83C9-7F73E35D0E0C}" destId="{998EB069-C50C-4756-8774-5BBF4E68CE88}" srcOrd="3" destOrd="0" parTransId="{93BFEAE0-7B03-40E3-9885-C7B4F2B26A37}" sibTransId="{CFAD2262-889E-432C-AB5E-20AAA1947F4A}"/>
    <dgm:cxn modelId="{3D2A26EF-B2E9-4999-AD1E-12E3E6275BA0}" type="presOf" srcId="{D862E944-DE6A-4867-A9A9-0FC2A28462EF}" destId="{75E80CD5-52F7-4564-AD58-347962D27894}" srcOrd="0" destOrd="0" presId="urn:microsoft.com/office/officeart/2005/8/layout/radial6"/>
    <dgm:cxn modelId="{C2ED18F5-3B7E-449B-9A63-AE9C7E7ECFCF}" srcId="{92240C26-7F99-4BC8-83C9-7F73E35D0E0C}" destId="{50D054A3-FBAE-4FF9-90D3-478202AF75A5}" srcOrd="0" destOrd="0" parTransId="{B3A50229-DB69-4F4D-9D32-1367DAB25CD1}" sibTransId="{E8B98D23-4BF7-4FF6-9804-EBCB71CB9515}"/>
    <dgm:cxn modelId="{1149B0FC-9DAD-4A5C-875F-7BE5C10A7C81}" type="presOf" srcId="{E9DD97D6-0C7D-4772-95C0-C302E51B0114}" destId="{91B424D2-A737-4C91-BE83-19B4614B3E67}" srcOrd="0" destOrd="0" presId="urn:microsoft.com/office/officeart/2005/8/layout/radial6"/>
    <dgm:cxn modelId="{E2E39AFE-E4AB-4F1A-A46B-3C9AFA55FB8C}" srcId="{92240C26-7F99-4BC8-83C9-7F73E35D0E0C}" destId="{D1FB657B-F02A-4EC2-ABC9-6A7905173F6A}" srcOrd="5" destOrd="0" parTransId="{9DF03DB1-1370-4230-9C35-9C7771AA6E78}" sibTransId="{B0E528BD-EDC7-4900-B956-DC696958F4B5}"/>
    <dgm:cxn modelId="{D224E66A-5B16-4966-9CAB-19015DFAA0A4}" type="presParOf" srcId="{24DF991E-7B63-453A-992A-6F8A418B6A98}" destId="{AE0A3FAB-5651-41B2-9240-C21D3998375D}" srcOrd="0" destOrd="0" presId="urn:microsoft.com/office/officeart/2005/8/layout/radial6"/>
    <dgm:cxn modelId="{BEF647C8-6ECD-4F75-80B8-0CF0353E0620}" type="presParOf" srcId="{24DF991E-7B63-453A-992A-6F8A418B6A98}" destId="{F93F2DB6-7F16-4EA5-BBB8-4DE238CD44B4}" srcOrd="1" destOrd="0" presId="urn:microsoft.com/office/officeart/2005/8/layout/radial6"/>
    <dgm:cxn modelId="{B4B20E66-4F27-4E5E-A516-2CB923332D46}" type="presParOf" srcId="{24DF991E-7B63-453A-992A-6F8A418B6A98}" destId="{20C2C060-7487-409F-B72B-1B3F54B0D7E5}" srcOrd="2" destOrd="0" presId="urn:microsoft.com/office/officeart/2005/8/layout/radial6"/>
    <dgm:cxn modelId="{31046FBE-5C61-4751-9461-1335E5DEDDFD}" type="presParOf" srcId="{24DF991E-7B63-453A-992A-6F8A418B6A98}" destId="{2953E8A9-DFE8-40EF-8129-D86741A48B52}" srcOrd="3" destOrd="0" presId="urn:microsoft.com/office/officeart/2005/8/layout/radial6"/>
    <dgm:cxn modelId="{04D9500E-79CD-4B1A-96A5-7E595B6A3119}" type="presParOf" srcId="{24DF991E-7B63-453A-992A-6F8A418B6A98}" destId="{91B424D2-A737-4C91-BE83-19B4614B3E67}" srcOrd="4" destOrd="0" presId="urn:microsoft.com/office/officeart/2005/8/layout/radial6"/>
    <dgm:cxn modelId="{56150349-01E8-4D78-9776-8CB802065A89}" type="presParOf" srcId="{24DF991E-7B63-453A-992A-6F8A418B6A98}" destId="{1AB8D829-6ACB-4A98-85DB-EF11A2E74819}" srcOrd="5" destOrd="0" presId="urn:microsoft.com/office/officeart/2005/8/layout/radial6"/>
    <dgm:cxn modelId="{B2B321A1-E5F4-4A6B-8244-6A32C4D1516D}" type="presParOf" srcId="{24DF991E-7B63-453A-992A-6F8A418B6A98}" destId="{7BA59B6B-3A4C-4380-B950-A8DDE99D67A8}" srcOrd="6" destOrd="0" presId="urn:microsoft.com/office/officeart/2005/8/layout/radial6"/>
    <dgm:cxn modelId="{0C324607-7AA7-40DA-8CBA-5CE67FE62761}" type="presParOf" srcId="{24DF991E-7B63-453A-992A-6F8A418B6A98}" destId="{5735C238-DA00-4805-8408-DDFEF37593B2}" srcOrd="7" destOrd="0" presId="urn:microsoft.com/office/officeart/2005/8/layout/radial6"/>
    <dgm:cxn modelId="{587CA3E3-2467-4F25-A2A4-06490236194C}" type="presParOf" srcId="{24DF991E-7B63-453A-992A-6F8A418B6A98}" destId="{BC4055E6-ACA1-4101-8FD9-54FD26EDE7CA}" srcOrd="8" destOrd="0" presId="urn:microsoft.com/office/officeart/2005/8/layout/radial6"/>
    <dgm:cxn modelId="{18B0EBEE-3994-42BC-A564-B9BDB44FD8F7}" type="presParOf" srcId="{24DF991E-7B63-453A-992A-6F8A418B6A98}" destId="{BABB30AE-46CE-4BCC-A92B-E6A162443B60}" srcOrd="9" destOrd="0" presId="urn:microsoft.com/office/officeart/2005/8/layout/radial6"/>
    <dgm:cxn modelId="{88109C23-2AC1-49EE-BCCF-4E642112553B}" type="presParOf" srcId="{24DF991E-7B63-453A-992A-6F8A418B6A98}" destId="{15723FA4-ECF6-43E7-8E04-FAAF3EC82523}" srcOrd="10" destOrd="0" presId="urn:microsoft.com/office/officeart/2005/8/layout/radial6"/>
    <dgm:cxn modelId="{9B6EDD21-38BD-414E-B5E7-7B644E879754}" type="presParOf" srcId="{24DF991E-7B63-453A-992A-6F8A418B6A98}" destId="{A2400EDB-2FEE-4766-BC10-228B386584CB}" srcOrd="11" destOrd="0" presId="urn:microsoft.com/office/officeart/2005/8/layout/radial6"/>
    <dgm:cxn modelId="{3A2762DD-E09A-49CB-949E-F060422B56E8}" type="presParOf" srcId="{24DF991E-7B63-453A-992A-6F8A418B6A98}" destId="{2EF7DCA5-1CE3-4E7C-A030-CD3F7D2D2410}" srcOrd="12" destOrd="0" presId="urn:microsoft.com/office/officeart/2005/8/layout/radial6"/>
    <dgm:cxn modelId="{3A36DCA8-FF07-4D04-92F9-E4BE1B0C3060}" type="presParOf" srcId="{24DF991E-7B63-453A-992A-6F8A418B6A98}" destId="{4A02FBDC-F571-4043-99A5-7FB339944A74}" srcOrd="13" destOrd="0" presId="urn:microsoft.com/office/officeart/2005/8/layout/radial6"/>
    <dgm:cxn modelId="{EB91A03F-FD70-4C58-9C03-4577C5575AE1}" type="presParOf" srcId="{24DF991E-7B63-453A-992A-6F8A418B6A98}" destId="{0C83BEBF-BCF0-4F65-9F15-463CCB3B0F03}" srcOrd="14" destOrd="0" presId="urn:microsoft.com/office/officeart/2005/8/layout/radial6"/>
    <dgm:cxn modelId="{A37478AF-91A8-4C53-91A2-C4003BEEB555}" type="presParOf" srcId="{24DF991E-7B63-453A-992A-6F8A418B6A98}" destId="{75E80CD5-52F7-4564-AD58-347962D27894}" srcOrd="15" destOrd="0" presId="urn:microsoft.com/office/officeart/2005/8/layout/radial6"/>
    <dgm:cxn modelId="{2D8A74A2-E0E6-4B42-8600-A84465E842E8}" type="presParOf" srcId="{24DF991E-7B63-453A-992A-6F8A418B6A98}" destId="{126AA596-70C3-4761-9DEB-66FFBE3E4C9B}" srcOrd="16" destOrd="0" presId="urn:microsoft.com/office/officeart/2005/8/layout/radial6"/>
    <dgm:cxn modelId="{D4034AA5-E63A-4F12-B600-3BCDFDA0D99B}" type="presParOf" srcId="{24DF991E-7B63-453A-992A-6F8A418B6A98}" destId="{9E86467B-9F61-4416-BDEF-97CD1B7C6AD4}" srcOrd="17" destOrd="0" presId="urn:microsoft.com/office/officeart/2005/8/layout/radial6"/>
    <dgm:cxn modelId="{D738A6BF-6046-4C55-A3EB-9BD12AD56CE7}" type="presParOf" srcId="{24DF991E-7B63-453A-992A-6F8A418B6A98}" destId="{9BA4FAF1-2DEA-4AAF-83E6-FA47CF734817}" srcOrd="18" destOrd="0" presId="urn:microsoft.com/office/officeart/2005/8/layout/radial6"/>
    <dgm:cxn modelId="{829E0D37-CAFF-461D-A1E5-BE2CE1150023}" type="presParOf" srcId="{24DF991E-7B63-453A-992A-6F8A418B6A98}" destId="{4ED4DC7F-F4E5-4E21-8DC1-A73A85225F29}" srcOrd="19" destOrd="0" presId="urn:microsoft.com/office/officeart/2005/8/layout/radial6"/>
    <dgm:cxn modelId="{85F49180-489E-4422-847E-022C2F06A891}" type="presParOf" srcId="{24DF991E-7B63-453A-992A-6F8A418B6A98}" destId="{083FEF22-9B5E-4820-AE56-66B4D04C7460}" srcOrd="20" destOrd="0" presId="urn:microsoft.com/office/officeart/2005/8/layout/radial6"/>
    <dgm:cxn modelId="{DDD1BDD8-BD9F-4578-A647-ACF914966957}" type="presParOf" srcId="{24DF991E-7B63-453A-992A-6F8A418B6A98}" destId="{48A0BFDC-4B19-4979-8A16-55C4E9394396}" srcOrd="21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36852-645E-47E9-A859-A421882F7519}">
      <dsp:nvSpPr>
        <dsp:cNvPr id="0" name=""/>
        <dsp:cNvSpPr/>
      </dsp:nvSpPr>
      <dsp:spPr>
        <a:xfrm>
          <a:off x="2305" y="831970"/>
          <a:ext cx="1342222" cy="53688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Model Development</a:t>
          </a:r>
        </a:p>
      </dsp:txBody>
      <dsp:txXfrm>
        <a:off x="270749" y="831970"/>
        <a:ext cx="805334" cy="536888"/>
      </dsp:txXfrm>
    </dsp:sp>
    <dsp:sp modelId="{C9DA9E80-5DFF-4E7B-93DD-0A47A9B9B42D}">
      <dsp:nvSpPr>
        <dsp:cNvPr id="0" name=""/>
        <dsp:cNvSpPr/>
      </dsp:nvSpPr>
      <dsp:spPr>
        <a:xfrm>
          <a:off x="1210305" y="831970"/>
          <a:ext cx="1342222" cy="53688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Model Evaluation</a:t>
          </a:r>
        </a:p>
      </dsp:txBody>
      <dsp:txXfrm>
        <a:off x="1478749" y="831970"/>
        <a:ext cx="805334" cy="536888"/>
      </dsp:txXfrm>
    </dsp:sp>
    <dsp:sp modelId="{4B88CEF9-BDDE-485F-9ACA-A18A98106E48}">
      <dsp:nvSpPr>
        <dsp:cNvPr id="0" name=""/>
        <dsp:cNvSpPr/>
      </dsp:nvSpPr>
      <dsp:spPr>
        <a:xfrm>
          <a:off x="2418305" y="831970"/>
          <a:ext cx="1342222" cy="53688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Model Deployment</a:t>
          </a:r>
        </a:p>
      </dsp:txBody>
      <dsp:txXfrm>
        <a:off x="2686749" y="831970"/>
        <a:ext cx="805334" cy="536888"/>
      </dsp:txXfrm>
    </dsp:sp>
    <dsp:sp modelId="{5B633B28-2C88-4F51-AB91-BD6F6F5F3A6F}">
      <dsp:nvSpPr>
        <dsp:cNvPr id="0" name=""/>
        <dsp:cNvSpPr/>
      </dsp:nvSpPr>
      <dsp:spPr>
        <a:xfrm>
          <a:off x="3626305" y="831970"/>
          <a:ext cx="1342222" cy="53688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Model Monitoring and Maintenance</a:t>
          </a:r>
        </a:p>
      </dsp:txBody>
      <dsp:txXfrm>
        <a:off x="3894749" y="831970"/>
        <a:ext cx="805334" cy="5368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A0BFDC-4B19-4979-8A16-55C4E9394396}">
      <dsp:nvSpPr>
        <dsp:cNvPr id="0" name=""/>
        <dsp:cNvSpPr/>
      </dsp:nvSpPr>
      <dsp:spPr>
        <a:xfrm>
          <a:off x="1472176" y="348864"/>
          <a:ext cx="2771706" cy="2771706"/>
        </a:xfrm>
        <a:prstGeom prst="blockArc">
          <a:avLst>
            <a:gd name="adj1" fmla="val 13114286"/>
            <a:gd name="adj2" fmla="val 16200000"/>
            <a:gd name="adj3" fmla="val 389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4FAF1-2DEA-4AAF-83E6-FA47CF734817}">
      <dsp:nvSpPr>
        <dsp:cNvPr id="0" name=""/>
        <dsp:cNvSpPr/>
      </dsp:nvSpPr>
      <dsp:spPr>
        <a:xfrm>
          <a:off x="1472176" y="348864"/>
          <a:ext cx="2771706" cy="2771706"/>
        </a:xfrm>
        <a:prstGeom prst="blockArc">
          <a:avLst>
            <a:gd name="adj1" fmla="val 10028571"/>
            <a:gd name="adj2" fmla="val 13114286"/>
            <a:gd name="adj3" fmla="val 389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80CD5-52F7-4564-AD58-347962D27894}">
      <dsp:nvSpPr>
        <dsp:cNvPr id="0" name=""/>
        <dsp:cNvSpPr/>
      </dsp:nvSpPr>
      <dsp:spPr>
        <a:xfrm>
          <a:off x="1472176" y="348864"/>
          <a:ext cx="2771706" cy="2771706"/>
        </a:xfrm>
        <a:prstGeom prst="blockArc">
          <a:avLst>
            <a:gd name="adj1" fmla="val 6942857"/>
            <a:gd name="adj2" fmla="val 10028571"/>
            <a:gd name="adj3" fmla="val 3898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7DCA5-1CE3-4E7C-A030-CD3F7D2D2410}">
      <dsp:nvSpPr>
        <dsp:cNvPr id="0" name=""/>
        <dsp:cNvSpPr/>
      </dsp:nvSpPr>
      <dsp:spPr>
        <a:xfrm>
          <a:off x="1472176" y="348864"/>
          <a:ext cx="2771706" cy="2771706"/>
        </a:xfrm>
        <a:prstGeom prst="blockArc">
          <a:avLst>
            <a:gd name="adj1" fmla="val 3857143"/>
            <a:gd name="adj2" fmla="val 6942857"/>
            <a:gd name="adj3" fmla="val 3898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B30AE-46CE-4BCC-A92B-E6A162443B60}">
      <dsp:nvSpPr>
        <dsp:cNvPr id="0" name=""/>
        <dsp:cNvSpPr/>
      </dsp:nvSpPr>
      <dsp:spPr>
        <a:xfrm>
          <a:off x="1472176" y="348864"/>
          <a:ext cx="2771706" cy="2771706"/>
        </a:xfrm>
        <a:prstGeom prst="blockArc">
          <a:avLst>
            <a:gd name="adj1" fmla="val 771429"/>
            <a:gd name="adj2" fmla="val 3857143"/>
            <a:gd name="adj3" fmla="val 3898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59B6B-3A4C-4380-B950-A8DDE99D67A8}">
      <dsp:nvSpPr>
        <dsp:cNvPr id="0" name=""/>
        <dsp:cNvSpPr/>
      </dsp:nvSpPr>
      <dsp:spPr>
        <a:xfrm>
          <a:off x="1472176" y="348864"/>
          <a:ext cx="2771706" cy="2771706"/>
        </a:xfrm>
        <a:prstGeom prst="blockArc">
          <a:avLst>
            <a:gd name="adj1" fmla="val 19285714"/>
            <a:gd name="adj2" fmla="val 771429"/>
            <a:gd name="adj3" fmla="val 3898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3E8A9-DFE8-40EF-8129-D86741A48B52}">
      <dsp:nvSpPr>
        <dsp:cNvPr id="0" name=""/>
        <dsp:cNvSpPr/>
      </dsp:nvSpPr>
      <dsp:spPr>
        <a:xfrm>
          <a:off x="1472176" y="348864"/>
          <a:ext cx="2771706" cy="2771706"/>
        </a:xfrm>
        <a:prstGeom prst="blockArc">
          <a:avLst>
            <a:gd name="adj1" fmla="val 16200000"/>
            <a:gd name="adj2" fmla="val 19285714"/>
            <a:gd name="adj3" fmla="val 3898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A3FAB-5651-41B2-9240-C21D3998375D}">
      <dsp:nvSpPr>
        <dsp:cNvPr id="0" name=""/>
        <dsp:cNvSpPr/>
      </dsp:nvSpPr>
      <dsp:spPr>
        <a:xfrm>
          <a:off x="2322148" y="1198836"/>
          <a:ext cx="1071761" cy="10717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DS Magic</a:t>
          </a:r>
        </a:p>
      </dsp:txBody>
      <dsp:txXfrm>
        <a:off x="2479104" y="1355792"/>
        <a:ext cx="757849" cy="757849"/>
      </dsp:txXfrm>
    </dsp:sp>
    <dsp:sp modelId="{F93F2DB6-7F16-4EA5-BBB8-4DE238CD44B4}">
      <dsp:nvSpPr>
        <dsp:cNvPr id="0" name=""/>
        <dsp:cNvSpPr/>
      </dsp:nvSpPr>
      <dsp:spPr>
        <a:xfrm>
          <a:off x="2404138" y="-78018"/>
          <a:ext cx="907781" cy="9077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Problem Formulation</a:t>
          </a:r>
        </a:p>
      </dsp:txBody>
      <dsp:txXfrm>
        <a:off x="2448452" y="-33704"/>
        <a:ext cx="819153" cy="819153"/>
      </dsp:txXfrm>
    </dsp:sp>
    <dsp:sp modelId="{91B424D2-A737-4C91-BE83-19B4614B3E67}">
      <dsp:nvSpPr>
        <dsp:cNvPr id="0" name=""/>
        <dsp:cNvSpPr/>
      </dsp:nvSpPr>
      <dsp:spPr>
        <a:xfrm>
          <a:off x="3466526" y="433600"/>
          <a:ext cx="907781" cy="90778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Data Acquisition</a:t>
          </a:r>
        </a:p>
      </dsp:txBody>
      <dsp:txXfrm>
        <a:off x="3510840" y="477914"/>
        <a:ext cx="819153" cy="819153"/>
      </dsp:txXfrm>
    </dsp:sp>
    <dsp:sp modelId="{5735C238-DA00-4805-8408-DDFEF37593B2}">
      <dsp:nvSpPr>
        <dsp:cNvPr id="0" name=""/>
        <dsp:cNvSpPr/>
      </dsp:nvSpPr>
      <dsp:spPr>
        <a:xfrm>
          <a:off x="3728914" y="1583198"/>
          <a:ext cx="907781" cy="90778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Data Preprocessing</a:t>
          </a:r>
        </a:p>
      </dsp:txBody>
      <dsp:txXfrm>
        <a:off x="3773228" y="1627512"/>
        <a:ext cx="819153" cy="819153"/>
      </dsp:txXfrm>
    </dsp:sp>
    <dsp:sp modelId="{15723FA4-ECF6-43E7-8E04-FAAF3EC82523}">
      <dsp:nvSpPr>
        <dsp:cNvPr id="0" name=""/>
        <dsp:cNvSpPr/>
      </dsp:nvSpPr>
      <dsp:spPr>
        <a:xfrm>
          <a:off x="2993719" y="2505103"/>
          <a:ext cx="907781" cy="90778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Exploratory Data Analysis</a:t>
          </a:r>
        </a:p>
      </dsp:txBody>
      <dsp:txXfrm>
        <a:off x="3038033" y="2549417"/>
        <a:ext cx="819153" cy="819153"/>
      </dsp:txXfrm>
    </dsp:sp>
    <dsp:sp modelId="{4A02FBDC-F571-4043-99A5-7FB339944A74}">
      <dsp:nvSpPr>
        <dsp:cNvPr id="0" name=""/>
        <dsp:cNvSpPr/>
      </dsp:nvSpPr>
      <dsp:spPr>
        <a:xfrm>
          <a:off x="1814558" y="2505103"/>
          <a:ext cx="907781" cy="90778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Feature Engineering</a:t>
          </a:r>
        </a:p>
      </dsp:txBody>
      <dsp:txXfrm>
        <a:off x="1858872" y="2549417"/>
        <a:ext cx="819153" cy="819153"/>
      </dsp:txXfrm>
    </dsp:sp>
    <dsp:sp modelId="{126AA596-70C3-4761-9DEB-66FFBE3E4C9B}">
      <dsp:nvSpPr>
        <dsp:cNvPr id="0" name=""/>
        <dsp:cNvSpPr/>
      </dsp:nvSpPr>
      <dsp:spPr>
        <a:xfrm>
          <a:off x="1079363" y="1583198"/>
          <a:ext cx="907781" cy="90778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Predictive Modeling</a:t>
          </a:r>
        </a:p>
      </dsp:txBody>
      <dsp:txXfrm>
        <a:off x="1123677" y="1627512"/>
        <a:ext cx="819153" cy="819153"/>
      </dsp:txXfrm>
    </dsp:sp>
    <dsp:sp modelId="{4ED4DC7F-F4E5-4E21-8DC1-A73A85225F29}">
      <dsp:nvSpPr>
        <dsp:cNvPr id="0" name=""/>
        <dsp:cNvSpPr/>
      </dsp:nvSpPr>
      <dsp:spPr>
        <a:xfrm>
          <a:off x="1341751" y="433600"/>
          <a:ext cx="907781" cy="90778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Visualization</a:t>
          </a:r>
        </a:p>
      </dsp:txBody>
      <dsp:txXfrm>
        <a:off x="1386065" y="477914"/>
        <a:ext cx="819153" cy="819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3T03:08:46.3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126 241 24575,'0'4'0,"0"0"0,0 0 0,0 0 0,1 0 0,-1 0 0,1 0 0,0-1 0,0 1 0,1 0 0,-1 0 0,1-1 0,-1 1 0,1-1 0,1 1 0,1 2 0,-1-3 0,1 0 0,-1-1 0,0 1 0,1-1 0,0 0 0,-1 0 0,1 0 0,0 0 0,0-1 0,0 0 0,0 1 0,0-1 0,0-1 0,5 1 0,8 0 0,0 0 0,0-1 0,0-1 0,0-1 0,25-6 0,-21 4 0,1 1 0,31-1 0,-51 4 0,-1 0 0,0 0 0,1-1 0,-1 1 0,1 1 0,-1-1 0,0 0 0,1 0 0,-1 0 0,1 1 0,-1-1 0,0 1 0,1-1 0,-1 1 0,0-1 0,0 1 0,0 0 0,1 0 0,-1 0 0,0 0 0,0-1 0,0 1 0,0 1 0,1 1 0,-1-2 0,-1 1 0,0 0 0,0 0 0,0-1 0,0 1 0,0 0 0,0-1 0,0 1 0,0 0 0,-1-1 0,1 1 0,-1-1 0,1 1 0,-1 0 0,0-1 0,0 1 0,-1 1 0,-5 9 0,-1-1 0,-1 0 0,-15 16 0,-20 16 0,-1-2 0,-2-2 0,-90 57 0,136-95 0,1 0 0,-1-1 0,0 1 0,0-1 0,1 1 0,-1-1 0,0 1 0,0-1 0,0 0 0,0 0 0,0 1 0,1-1 0,-1 0 0,0 0 0,0 0 0,0 0 0,0 0 0,0 0 0,0 0 0,0 0 0,0 0 0,0 0 0,0 0 0,1-1 0,-1 1 0,0 0 0,0-1 0,0 1 0,0-1 0,1 1 0,-1-1 0,0 1 0,0-1 0,1 1 0,-1-1 0,0 0 0,1 1 0,-1-1 0,1 0 0,-1 0 0,1 1 0,-1-1 0,1 0 0,0 0 0,-1 0 0,1 0 0,0 0 0,-1 1 0,1-1 0,0 0 0,0 0 0,0 0 0,0 0 0,0-1 0,-1-9 0,0 0 0,1 1 0,2-19 0,-2 27 0,4-29 0,1 0 0,1 1 0,1-1 0,2 2 0,1-1 0,2 1 0,0 1 0,2 0 0,1 1 0,23-31 0,-20 29 0,-14 20 0,-13 18 0,-23 37 0,2 1 0,2 2 0,-36 86 0,45-91 0,8-22 0,-12 44 0,21-59 0,0-1 0,1 0 0,0 0 0,0 0 0,1 1 0,0-1 0,0 0 0,0 1 0,1-1 0,0 0 0,0 0 0,3 11 0,-3-16 0,-1 0 0,1 1 0,0-1 0,0 0 0,0 0 0,0 0 0,0 0 0,0 0 0,0 0 0,0 0 0,0 0 0,0 0 0,1 0 0,-1-1 0,0 1 0,0 0 0,1-1 0,-1 1 0,1-1 0,-1 1 0,0-1 0,1 0 0,-1 0 0,1 0 0,-1 1 0,1-1 0,-1-1 0,1 1 0,-1 0 0,0 0 0,1 0 0,1-1 0,3-1 0,1 0 0,-1 0 0,1 0 0,-1-1 0,11-7 0,8-8 0,-1-2 0,-1 0 0,-1-2 0,0-1 0,21-30 0,-23 29 0,51-61 0,74-118 0,-143 199 0,1 0 0,-1-1 0,0 1 0,0-1 0,0 0 0,-1 1 0,1-1 0,0-6 0,-2 10 0,0 0 0,0 0 0,0 0 0,0 0 0,0 0 0,-1 0 0,1 0 0,0 0 0,0 0 0,-1 0 0,1 0 0,-1 0 0,1 0 0,-1 0 0,1 0 0,-1 0 0,1 0 0,-1 0 0,0 0 0,0 1 0,1-1 0,-1 0 0,0 0 0,0 1 0,0-1 0,0 1 0,0-1 0,0 1 0,0-1 0,0 1 0,0 0 0,0-1 0,0 1 0,0 0 0,0 0 0,0 0 0,0 0 0,0-1 0,0 2 0,0-1 0,0 0 0,0 0 0,-2 1 0,-11 0 0,1 1 0,-1 0 0,1 1 0,-1 1 0,1 0 0,-21 9 0,-74 45 0,86-46 0,-1 3 0,1 1 0,0 0 0,1 2 0,0 0 0,2 2 0,0 0 0,2 1 0,0 0 0,-26 46 0,37-56 0,0 1 0,1 0 0,0 1 0,1-1 0,-5 23 0,8-27 0,0-1 0,0 1 0,0 0 0,1 0 0,0 0 0,0 0 0,1-1 0,0 1 0,1 0 0,4 13 0,-4-17 0,0-1 0,1 1 0,-1-1 0,1 0 0,0 0 0,-1 0 0,2 0 0,-1 0 0,0-1 0,0 1 0,1-1 0,0 0 0,-1 0 0,1 0 0,0 0 0,0-1 0,0 0 0,0 0 0,0 0 0,0 0 0,0 0 0,5-1 0,13 2 0,0-1 0,41-4 0,-51 2 0,19-3 0,0-1 0,0-1 0,-1-2 0,0-1 0,-1-2 0,0-1 0,37-20 0,-56 27 0,0-1 0,-1 0 0,0-1 0,0 0 0,-1 0 0,0-1 0,0 0 0,-1-1 0,0 1 0,0-1 0,-1-1 0,0 1 0,0-1 0,-1 0 0,4-14 0,-2 2 0,-2 1 0,0-1 0,-2-1 0,0 1 0,-1 0 0,-3-38 0,1 56 0,0 0 0,0 1 0,-1-1 0,0 0 0,0 0 0,0 0 0,0 1 0,0-1 0,-1 1 0,0-1 0,0 1 0,0-1 0,0 1 0,0 0 0,0 0 0,-1 0 0,0 0 0,1 1 0,-1-1 0,0 1 0,-1-1 0,1 1 0,0 0 0,0 0 0,-1 1 0,1-1 0,-1 1 0,0-1 0,1 1 0,-9-1 0,-9-1 0,0 0 0,0 2 0,-1 0 0,-32 3 0,20 0 0,24-2 0,1 0 0,-1 1 0,1 0 0,0 0 0,0 1 0,0 0 0,0 1 0,0 0 0,0 1 0,0-1 0,1 2 0,0-1 0,0 1 0,0 0 0,0 1 0,1 0 0,0 0 0,0 1 0,1 0 0,-8 10 0,-8 12 0,2 1 0,1 1 0,2 0 0,1 2 0,2 0 0,-18 58 0,29-81 0,1 0 0,0 0 0,1 0 0,0 1 0,0-1 0,2 0 0,-1 1 0,1-1 0,0 0 0,1 0 0,3 11 0,-2-15 0,-1 1 0,1-1 0,0 0 0,1 0 0,0 0 0,0-1 0,0 1 0,0-1 0,1 0 0,0 0 0,0-1 0,0 1 0,1-1 0,-1 0 0,1-1 0,0 1 0,11 4 0,24 9 0,2-1 0,-1-2 0,78 14 0,-99-25 0,0 0 0,1-1 0,-1-1 0,1-2 0,0 0 0,-1-1 0,0-1 0,1-1 0,39-13 0,-55 15 0,0 0 0,0-1 0,-1 0 0,1 0 0,-1-1 0,0 1 0,0-1 0,0 0 0,-1 0 0,1-1 0,-1 0 0,0 1 0,-1-1 0,1-1 0,-1 1 0,0 0 0,0-1 0,2-6 0,-1 2 0,-2-1 0,1 0 0,-1 0 0,-1 0 0,0 0 0,-1 0 0,0 0 0,0 0 0,-4-15 0,4 22 0,-1 1 0,0-1 0,0 1 0,0-1 0,0 1 0,-1-1 0,1 1 0,-1 0 0,0 0 0,0 0 0,0 0 0,-1 0 0,1 0 0,-1 1 0,-3-4 0,0 2 0,1 0 0,-1 1 0,0-1 0,0 1 0,0 0 0,-1 1 0,-11-4 0,3 3 0,0 0 0,-1 1 0,0 1 0,1 0 0,-1 1 0,-24 3 0,-9 7 0,0 3 0,-70 27 0,105-35 0,-1 1 0,1 0 0,0 1 0,1 0 0,0 1 0,0 1 0,1 0 0,0 0 0,0 1 0,1 1 0,0 0 0,1 1 0,1 0 0,0 0 0,0 1 0,1 0 0,-7 16 0,6-6 0,1 0 0,1 0 0,1 1 0,0 0 0,-1 29 0,6-46 0,1 1 0,0 0 0,0 0 0,1-1 0,0 1 0,0 0 0,1-1 0,0 1 0,0-1 0,1 0 0,0 1 0,0-1 0,1 0 0,-1-1 0,2 1 0,-1-1 0,1 0 0,0 0 0,0 0 0,8 7 0,-7-9 0,1-1 0,-1 1 0,1-1 0,-1 0 0,1-1 0,0 0 0,0 0 0,0 0 0,0-1 0,1 0 0,-1 0 0,0-1 0,10 0 0,-2-1 0,-1 0 0,1 0 0,0-2 0,-1 0 0,24-8 0,-20 4 0,0-2 0,-1 0 0,0-1 0,0 0 0,-1-1 0,0-1 0,-1-1 0,0 0 0,-2-1 0,1 0 0,-2-1 0,16-23 0,-16 18 0,0-1 0,-2 0 0,0-1 0,-1 0 0,-1 0 0,-1-1 0,-1 0 0,-2-1 0,5-44 0,-7 21 0,-5-79 0,3 123 0,0-1 0,-1 1 0,0-1 0,1 0 0,-1 1 0,-1 0 0,1-1 0,0 1 0,-1 0 0,0 0 0,1-1 0,-1 1 0,-1 0 0,1 1 0,0-1 0,-1 0 0,1 1 0,-5-4 0,2 3 0,0 1 0,1 0 0,-1 0 0,0 0 0,0 0 0,0 1 0,0-1 0,0 1 0,0 1 0,-1-1 0,-7 1 0,-4 1 0,1 0 0,-1 2 0,1 0 0,0 1 0,0 0 0,0 1 0,-15 8 0,8-3 0,1 1 0,1 0 0,0 2 0,1 0 0,-24 21 0,36-26 0,0 0 0,0 0 0,1 1 0,0 0 0,0 0 0,1 1 0,1 0 0,0 0 0,0 0 0,1 0 0,0 1 0,0 0 0,-2 17 0,1-1 0,2-1 0,0 1 0,2 0 0,1-1 0,2 1 0,7 45 0,-3-55 0,1 0 0,0-1 0,1 0 0,1 0 0,1-1 0,0 0 0,1-1 0,0 0 0,1-1 0,18 16 0,-23-24 0,-1 0 0,1 0 0,1-1 0,-1 0 0,1 0 0,-1 0 0,1-1 0,0 0 0,0-1 0,1 0 0,-1 0 0,0-1 0,1 0 0,-1-1 0,1 1 0,-1-2 0,17-1 0,-19 1 0,1 0 0,-1-1 0,1 1 0,-1-1 0,1-1 0,-1 1 0,0-1 0,0 0 0,0-1 0,-1 1 0,1-1 0,-1 0 0,0 0 0,0-1 0,0 0 0,-1 0 0,1 0 0,-1 0 0,-1-1 0,1 1 0,-1-1 0,5-11 0,5-19 0,-2-1 0,-1 0 0,-2 0 0,-2-1 0,-1 0 0,-1-55 0,-7-152 0,4 547 0,-1-964 0,-2 678 0,0-1 0,0 1 0,-2-1 0,-4 16 0,-2 5 0,-73 290 0,78-314 0,4-21 0,3-26 0,21-495 0,-26 500 0,0 18 0,3 12 0,0 0 0,0 0 0,0 0 0,0 0 0,0 0 0,0 0 0,0 0 0,0 0 0,0 1 0,0-1 0,0 0 0,0 0 0,1 0 0,-1 0 0,0 0 0,0 0 0,0 0 0,0 1 0,-1-1 0,1 0 0,0 0 0,0 0 0,0 0 0,0 0 0,0 0 0,0 0 0,0 1 0,0-1 0,0 0 0,0 0 0,0 0 0,0 0 0,0 0 0,0 0 0,0 0 0,0 0 0,-1 0 0,1 0 0,0 0 0,0 1 0,0-1 0,0 0 0,0 0 0,0 0 0,0 0 0,0 0 0,-1 0 0,1 0 0,0 0 0,0 0 0,0 0 0,0 0 0,0 0 0,0 0 0,0 0 0,-1 0 0,1 0 0,0 0 0,0 0 0,0 0 0,0 0 0,0 0 0,0 0 0,0-1 0,0 1 0,-1 0 0,1 0 0,0 0 0,-65 344 0,54-258 0,4 0 0,5 141 0,-2-256 0,-11-46 0,-5-25 0,15 46 0,3 37 0,2 56 0,0-36 0,8 251 0,-3-199 0,2 0 0,24 87 0,-21-106 0,6 22 0,24 55 0,-34-97 0,1-1 0,1 0 0,1 0 0,0-1 0,0 0 0,2 0 0,0-1 0,17 16 0,-20-23 0,1 0 0,0-1 0,0 0 0,0 0 0,0-1 0,1 0 0,0-1 0,-1 0 0,1-1 0,0 0 0,0 0 0,1-1 0,-1 0 0,14-1 0,1-1 0,1-2 0,-1 0 0,0-1 0,42-14 0,6-10 0,-1-3 0,123-74 0,-137 72 0,-3 3 0,0-3 0,-2-2 0,93-80 0,-142 110 0,1 0 0,0-1 0,-1 1 0,0-1 0,0 1 0,-1-1 0,1 0 0,-1-1 0,-1 1 0,4-11 0,-5 14 0,-1 0 0,1 0 0,-1 0 0,0 0 0,0 0 0,0-1 0,0 1 0,0 0 0,-1 0 0,1 0 0,-1 0 0,0 0 0,0 0 0,0 0 0,-1 0 0,1 0 0,-1 0 0,1 1 0,-1-1 0,0 0 0,0 1 0,0 0 0,0-1 0,0 1 0,-4-2 0,-8-6 0,0 0 0,-1 1 0,0 1 0,-1 1 0,0 0 0,0 1 0,0 0 0,-1 2 0,-30-6 0,5 5 0,-1 1 0,-77 4 0,99 1 0,1 1 0,0 1 0,0 1 0,0 1 0,0 0 0,1 2 0,0 0 0,0 1 0,1 1 0,0 1 0,-21 15 0,29-16 0,1 0 0,0 1 0,1 1 0,0-1 0,1 1 0,0 1 0,-10 22 0,5-11 0,8-16 0,0 0 0,1 1 0,0-1 0,0 1 0,1 0 0,0 0 0,1 0 0,-2 8 0,3-14 0,0 0 0,0 0 0,0 0 0,0 0 0,0 1 0,1-1 0,-1 0 0,1 0 0,-1 0 0,1-1 0,0 1 0,0 0 0,0 0 0,0 0 0,0 0 0,0-1 0,0 1 0,0 0 0,1-1 0,-1 1 0,1-1 0,-1 0 0,1 1 0,0-1 0,-1 0 0,1 0 0,0 0 0,0 0 0,0 0 0,0-1 0,0 1 0,0-1 0,0 1 0,0-1 0,2 1 0,7 0 0,-1-1 0,0 0 0,0-1 0,0 0 0,0 0 0,0-1 0,-1-1 0,1 1 0,0-2 0,-1 1 0,0-1 0,0-1 0,0 1 0,13-10 0,2-3 0,0-1 0,-1-2 0,32-34 0,-36 34 0,0-2 0,16-25 0,-30 39 0,0-1 0,0 1 0,-1-1 0,0 0 0,0 0 0,-1 0 0,0-1 0,-1 1 0,2-16 0,-4 24 0,1-1 0,-1 1 0,-1-1 0,1 1 0,0-1 0,0 1 0,0-1 0,-1 1 0,1-1 0,-1 1 0,1 0 0,-1-1 0,0 1 0,1-1 0,-1 1 0,0 0 0,0 0 0,0 0 0,0 0 0,0-1 0,-2 0 0,0 0 0,0 0 0,0 1 0,0 0 0,0-1 0,0 1 0,0 0 0,0 0 0,0 1 0,-6-1 0,-2 0 0,1 1 0,-1 0 0,0 1 0,1 0 0,-15 4 0,18-3 0,-1 0 0,1 1 0,0 0 0,-11 7 0,17-9 0,-1-1 0,1 2 0,-1-1 0,1 0 0,-1 0 0,1 0 0,0 1 0,0-1 0,0 0 0,0 1 0,-2 2 0,3-3 0,0-1 0,0 1 0,0 0 0,0-1 0,0 1 0,0 0 0,0 0 0,0-1 0,0 1 0,0 0 0,0-1 0,0 1 0,0 0 0,0 0 0,1-1 0,-1 1 0,0 0 0,1-1 0,-1 1 0,0-1 0,1 1 0,-1 0 0,1-1 0,-1 1 0,1-1 0,-1 1 0,1-1 0,0 1 0,2 1 0,-1 0 0,0 0 0,1 0 0,-1 0 0,0 1 0,-1-1 0,1 1 0,0-1 0,-1 1 0,1-1 0,-1 1 0,2 4 0,-3-5 0,0-1 0,0 0 0,0 0 0,0 1 0,-1-1 0,1 0 0,0 1 0,-1-1 0,1 0 0,-1 0 0,1 0 0,-1 1 0,1-1 0,-1 0 0,0 0 0,0 0 0,1 0 0,-1 0 0,0 0 0,0 0 0,0 0 0,0-1 0,0 1 0,0 0 0,-1 0 0,1-1 0,0 1 0,0-1 0,0 1 0,-1-1 0,-1 1 0,-16 6 0,6-2 0,34-5 0,-5-3 0,-1 0 0,0-1 0,23-9 0,-22 7 0,0 1 0,30-6 0,-46 12 0,0-1 0,0 0 0,0 0 0,0 0 0,0 0 0,0 0 0,0 0 0,0 0 0,0 0 0,0 1 0,0-1 0,0 0 0,0 0 0,0 0 0,0 0 0,0 0 0,0 0 0,0 0 0,0 0 0,0 1 0,0-1 0,0 0 0,1 0 0,-1 0 0,0 0 0,0 0 0,0 0 0,0 0 0,0 0 0,0 0 0,0 0 0,0 0 0,0 0 0,0 0 0,0 1 0,1-1 0,-1 0 0,0 0 0,0 0 0,0 0 0,0 0 0,0 0 0,0 0 0,0 0 0,0 0 0,0 0 0,1 0 0,-1 0 0,0 0 0,0 0 0,0 0 0,0 0 0,0 0 0,0 0 0,0 0 0,0 0 0,1-1 0,-1 1 0,0 0 0,0 0 0,-12 9 0,-20 10 0,-237 118 0,356-155 0,9-18 0,-63 22 0,50-15 0,-74 27 0,0-1 0,1 2 0,-1-1 0,1 1 0,0 1 0,-1 0 0,12 1 0,-17 0 0,0 0 0,0 0 0,0 0 0,-1 0 0,1 0 0,0 1 0,-1 0 0,1 0 0,-1 0 0,0 0 0,1 0 0,-1 1 0,0-1 0,0 1 0,-1 0 0,1 0 0,-1 0 0,1 0 0,2 6 0,15 31 0,-3 1 0,-1 1 0,-2 0 0,10 51 0,10 29 0,-12-44 0,20 122 0,-58-282 0,-27-86 0,-10-46 0,52 212 0,-9-72 0,9 68 0,1 0 0,0-1 0,0 1 0,0 0 0,1-1 0,0 1 0,0 0 0,1 0 0,3-8 0,-4 12 0,0 0 0,1 0 0,0 0 0,-1 0 0,1 1 0,0-1 0,0 0 0,0 1 0,0-1 0,1 1 0,-1 0 0,0 0 0,0 0 0,1 0 0,-1 0 0,1 0 0,-1 0 0,1 1 0,-1-1 0,6 1 0,6-1 0,1 1 0,22 2 0,-18-1 0,-8-1 0,-4 0 0,0 0 0,0 1 0,0 0 0,0 0 0,11 3 0,-16-3 0,0 0 0,0 0 0,0 0 0,0 0 0,0 1 0,-1-1 0,1 0 0,0 1 0,-1-1 0,1 1 0,-1 0 0,0-1 0,1 1 0,-1 0 0,0 0 0,0 0 0,0 0 0,0 0 0,-1 0 0,1 0 0,0 0 0,-1 0 0,1 2 0,1 39-1365,-2-23-5461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3T03:08:53.9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715 459 24575,'0'0'0,"0"0"0,0 0 0,0 0 0,1 21 0,3-7 0,0 0 0,1-1 0,1 0 0,0 0 0,15 23 0,-2-2 0,51 98 0,-5-6 0,92 133 0,-132-223 0,2-1 0,1-2 0,2 0 0,1-2 0,1-2 0,2-1 0,0-1 0,41 23 0,-59-41 0,1-1 0,26 10 0,-38-16 0,1 0 0,0 0 0,-1-1 0,1 0 0,0 0 0,0-1 0,0 0 0,0 0 0,0 0 0,0 0 0,10-3 0,-13 2 0,-1-1 0,1 1 0,-1-1 0,1 1 0,-1-1 0,0 0 0,0 0 0,0 0 0,0 0 0,0 0 0,0 0 0,0 0 0,-1-1 0,1 1 0,-1-1 0,1 1 0,-1-1 0,0 0 0,0 1 0,-1-1 0,1 0 0,0-5 0,2-8 0,-1 0 0,-1-30 0,-1 29 0,0-18 0,-1-1 0,-3 1 0,0 0 0,-3 1 0,-1-1 0,-1 1 0,-2 0 0,-1 1 0,-27-50 0,20 48 0,-1 2 0,-2 0 0,-2 1 0,-1 1 0,-1 2 0,-1 0 0,-2 2 0,-43-32 0,70 57 0,-92-62 0,83 57 0,-1 1 0,0 0 0,-1 1 0,1 0 0,-1 1 0,-18-3 0,29 7 0,0-1 0,0 1 0,1 0 0,-1 0 0,0 0 0,0 1 0,0-1 0,0 0 0,0 1 0,1-1 0,-1 1 0,0-1 0,0 1 0,1 0 0,-1 0 0,0 0 0,1 0 0,-4 2 0,2 0 0,1 0 0,-1 0 0,0 1 0,1-1 0,0 1 0,0-1 0,0 1 0,-2 5 0,-2 7 0,1 1 0,1-1 0,-2 23 0,4-31 0,-10 109 0,4 211 0,8-269 0,1-18 0,1 0 0,2 0 0,2 0 0,1-1 0,18 55 0,-11-115 0,-4-9 0,-2-2 0,0 1 0,5-54 0,-2-96 0,-10 174 0,0-37 0,2-7 0,-6-81 0,1 118 0,1 0 0,-2 0 0,0 0 0,0 0 0,-1 0 0,-1 0 0,0 1 0,-1 0 0,0 0 0,-1 0 0,-8-11 0,13 22 0,1-1 0,-1 0 0,1 0 0,-1 0 0,1 1 0,-1-1 0,0 1 0,0-1 0,0 1 0,0 0 0,0-1 0,0 1 0,0 0 0,0 0 0,0 1 0,0-1 0,-1 0 0,1 1 0,0-1 0,0 1 0,-1 0 0,1 0 0,0 0 0,-1 0 0,1 0 0,0 1 0,-1-1 0,1 0 0,0 1 0,0 0 0,-1 0 0,1-1 0,0 1 0,0 1 0,0-1 0,0 0 0,0 0 0,0 1 0,-3 2 0,-3 4 0,0 0 0,1 0 0,0 1 0,0 0 0,1 0 0,-11 21 0,2 4 0,2 1 0,1 1 0,2 0 0,1 0 0,2 1 0,2 0 0,1 0 0,2 63 0,2-77 0,2-1 0,1 0 0,7 27 0,-8-39 0,1 1 0,1-1 0,0 0 0,0 0 0,1-1 0,0 1 0,0-1 0,13 15 0,-17-22 0,1-1 0,-1 1 0,1-1 0,-1 0 0,1 1 0,0-1 0,-1 0 0,1 0 0,0 0 0,0 0 0,0 0 0,0 0 0,0-1 0,0 1 0,0-1 0,0 1 0,0-1 0,0 0 0,0 0 0,0 0 0,0 0 0,1 0 0,-1 0 0,0-1 0,0 1 0,0-1 0,0 1 0,0-1 0,0 0 0,0 0 0,0 0 0,-1 0 0,4-2 0,4-4 0,0 0 0,0 0 0,-1-1 0,14-17 0,-21 24 0,31-41 0,-1-1 0,-2-2 0,-2-1 0,-2 0 0,-2-2 0,-2-1 0,-2-1 0,-2 0 0,-3-1 0,11-76 0,-23 107 0,0 1 0,-2-1 0,0 0 0,-2 1 0,0-1 0,-1 1 0,-10-36 0,9 42 0,-1 1 0,0-1 0,-1 1 0,0 0 0,-1 1 0,0 0 0,-1 0 0,0 0 0,-1 1 0,0 0 0,-1 1 0,-14-12 0,20 18 0,1 0 0,-1 1 0,1 0 0,-1 0 0,0 0 0,0 0 0,0 0 0,0 1 0,0 0 0,-1 0 0,1 0 0,0 0 0,0 0 0,-1 1 0,1 0 0,0 0 0,-1 0 0,-3 1 0,2 1 0,1 0 0,0 0 0,0 0 0,0 0 0,0 1 0,1 0 0,-1 0 0,0 0 0,1 1 0,0-1 0,0 1 0,-5 6 0,-3 6 0,0 1 0,2-1 0,0 2 0,1 0 0,0 0 0,-9 32 0,-2 21 0,3 1 0,3 1 0,4 0 0,2 1 0,5 129 0,4-179 0,1 0 0,1 0 0,6 24 0,-7-42 0,-1 1 0,1-1 0,0 0 0,1 0 0,-1 0 0,1 0 0,1 0 0,-1 0 0,1-1 0,0 0 0,0 0 0,0 0 0,1 0 0,0 0 0,10 7 0,-12-11 0,-1 0 0,1 0 0,-1 0 0,1 0 0,-1 0 0,1 0 0,0-1 0,0 1 0,-1-1 0,1 0 0,0 0 0,0 0 0,-1 0 0,1 0 0,0-1 0,-1 1 0,4-2 0,0 0 0,-1 0 0,1-1 0,-1 0 0,0 0 0,0 0 0,-1 0 0,9-8 0,1-3 0,0-1 0,-1-1 0,18-27 0,-11 9 0,-1 0 0,-2 0 0,-1-2 0,-2 0 0,18-74 0,-19 53 0,-4-1 0,-2 0 0,0-75 0,-7 95 0,-3 1 0,0 0 0,-3 0 0,-14-54 0,15 73 0,-1 0 0,-1-1 0,0 2 0,-2-1 0,0 1 0,-1 1 0,0 0 0,-1 0 0,-1 1 0,-22-21 0,30 32 0,-1 0 0,0 0 0,-1 0 0,1 1 0,0-1 0,-1 1 0,0 1 0,0-1 0,0 1 0,0 0 0,0 1 0,0-1 0,0 1 0,-13-1 0,10 3 0,0 0 0,0 0 0,1 0 0,-1 1 0,0 0 0,1 1 0,-1 0 0,1 0 0,-13 8 0,0 1 0,1 2 0,0 1 0,1 0 0,1 1 0,1 1 0,-30 37 0,14-9 0,2 1 0,3 2 0,1 0 0,-30 77 0,18-19 0,-30 130 0,52-171 0,-11 100 0,26-146 0,0 0 0,2 0 0,0 1 0,1-1 0,1 0 0,1 0 0,1 0 0,0 0 0,14 35 0,-14-46 0,0 0 0,0-1 0,1 1 0,-1-1 0,2 0 0,-1 0 0,1-1 0,0 0 0,0 0 0,1 0 0,0-1 0,0 1 0,0-2 0,15 8 0,-16-9 0,1-1 0,0 0 0,0 0 0,0-1 0,1 0 0,-1 0 0,0-1 0,1 1 0,-1-2 0,0 1 0,0-1 0,1 0 0,-1-1 0,0 1 0,0-1 0,0-1 0,-1 1 0,8-5 0,9-5 0,-1-2 0,-1 0 0,0-1 0,-1-1 0,0-1 0,-2-1 0,0-1 0,-1 0 0,18-28 0,-4 1 0,-2-1 0,-2-1 0,26-66 0,-27 48 0,30-116 0,-46 140 0,-3 0 0,-1 0 0,-2-1 0,-2-46 0,-2 78 0,-2-1 0,1 1 0,-1-1 0,-1 1 0,0 0 0,-1 0 0,0 0 0,0 0 0,-1 0 0,-1 1 0,-10-15 0,13 21 0,0 0 0,0 1 0,0-1 0,-1 0 0,1 1 0,-1 0 0,0 0 0,0 0 0,-1 0 0,1 1 0,0-1 0,-1 1 0,1 0 0,-1 1 0,0-1 0,0 1 0,0 0 0,0 0 0,0 0 0,1 1 0,-1-1 0,0 1 0,0 1 0,0-1 0,0 1 0,0 0 0,0 0 0,0 0 0,-5 2 0,-5 4 0,-1 0 0,1 2 0,0-1 0,0 2 0,1 0 0,0 0 0,1 2 0,0-1 0,-15 20 0,0 3 0,2 1 0,-35 59 0,32-42 0,2 1 0,-30 82 0,47-104 0,1 0 0,1 1 0,2 0 0,1 0 0,1 0 0,1 39 0,4-58 0,1 1 0,1 0 0,0-1 0,0 1 0,1-1 0,1 0 0,0-1 0,1 1 0,0-1 0,1 0 0,1 0 0,0-1 0,0 0 0,1 0 0,0-1 0,1 0 0,0-1 0,1 0 0,22 14 0,-25-17 0,0-1 0,0-1 0,1 1 0,0-1 0,0-1 0,0 0 0,1 0 0,-1-1 0,0 0 0,1 0 0,0-1 0,-1 0 0,1-1 0,0 0 0,-1-1 0,1 0 0,0-1 0,-1 1 0,0-2 0,1 1 0,-1-1 0,0-1 0,0 0 0,0 0 0,-1-1 0,0 0 0,1 0 0,12-12 0,-15 12 0,-1-1 0,0 1 0,0-1 0,-1 0 0,0 0 0,0 0 0,0 0 0,-1-1 0,0 0 0,0 1 0,-1-1 0,2-8 0,-1 2 0,-1 1 0,-1 0 0,0-1 0,-1 1 0,0 0 0,-4-20 0,-2-3 0,-3 1 0,-1 0 0,-1 0 0,-18-34 0,-12-18 0,-5 2 0,-3 2 0,-3 2 0,-4 2 0,-112-119 0,166 194 0,-16-14 0,10 15 0,8 13 0,4 3 0,1 1 0,1-1 0,0 0 0,1-1 0,10 16 0,8 17 0,249 581 0,-185-413 0,-79-188 0,1 2 0,1 0 0,2-1 0,0 0 0,19 25 0,-40-95 0,-276-685 0,271 697 0,-1 0 0,-2 2 0,-1-1 0,-1 2 0,-1 0 0,-28-31 0,45 59 0,1 0 0,0 0 0,0-1 0,0 1 0,0 0 0,0 0 0,-1 0 0,1 0 0,0 0 0,0 0 0,0 0 0,0 0 0,-1 0 0,1 0 0,0 0 0,0 0 0,0 0 0,0 1 0,-1-1 0,1 0 0,0 0 0,0 0 0,0 0 0,0 0 0,0 0 0,-1 0 0,1 0 0,0 0 0,0 1 0,0-1 0,0 0 0,0 0 0,0 0 0,0 0 0,-1 0 0,1 1 0,0-1 0,0 0 0,0 0 0,0 0 0,0 0 0,0 1 0,0-1 0,0 0 0,0 0 0,0 0 0,0 0 0,0 1 0,0-1 0,0 0 0,0 0 0,0 0 0,0 0 0,0 1 0,0-1 0,0 0 0,0 0 0,1 0 0,-1 0 0,0 1 0,-1 23 0,6 33 0,117 459 0,-115-493 0,40 127 0,-40-132 0,1 0 0,1-1 0,0 0 0,1 0 0,24 29 0,-32-43 0,1 0 0,0 0 0,0 0 0,0 0 0,0-1 0,0 1 0,0-1 0,1 0 0,-1 0 0,1 0 0,0-1 0,-1 1 0,1-1 0,0 0 0,0 0 0,0 0 0,0 0 0,0-1 0,0 1 0,0-1 0,0 0 0,0-1 0,0 1 0,0-1 0,6-1 0,-3-1 0,1 0 0,-1 0 0,0-1 0,0 0 0,0 0 0,-1-1 0,1 0 0,-1 0 0,0-1 0,-1 1 0,1-1 0,4-7 0,2-5 0,-1 0 0,-1 0 0,0-1 0,-1 0 0,-1-1 0,-1 0 0,-1 0 0,-1-1 0,-1 1 0,0-1 0,-2 0 0,0 0 0,-2-30 0,-1 22 0,-1 0 0,-2 0 0,-1 0 0,-1 0 0,-1 1 0,-2 0 0,-1 0 0,-1 1 0,-17-30 0,20 43 0,-1 0 0,-1 0 0,-1 1 0,0 0 0,0 1 0,-1 0 0,-19-13 0,24 19 0,-1 0 0,0 1 0,-1 1 0,0-1 0,1 1 0,-1 0 0,0 1 0,-1 0 0,1 1 0,0 0 0,-1 0 0,0 1 0,1 0 0,-12 1 0,16 1 0,0 0 0,1 0 0,-1 1 0,1-1 0,-1 1 0,1 0 0,0 0 0,-1 1 0,1-1 0,0 1 0,1 0 0,-1 0 0,0 0 0,1 1 0,0-1 0,0 1 0,0-1 0,0 1 0,-4 8 0,-3 7 0,0 1 0,-13 38 0,21-53 0,-17 53 0,2 2 0,3-1 0,2 2 0,4 0 0,2 0 0,1 63 0,6-102 0,1 1 0,0 0 0,2-1 0,8 30 0,-9-41 0,0-1 0,1 0 0,1 0 0,-1 0 0,2 0 0,-1-1 0,1 1 0,1-1 0,0-1 0,15 16 0,-18-21 0,1 0 0,-1 0 0,1 0 0,0-1 0,0 0 0,0 0 0,0 0 0,0 0 0,0-1 0,0 0 0,0 0 0,1 0 0,-1-1 0,0 1 0,1-2 0,-1 1 0,0 0 0,1-1 0,-1 0 0,0 0 0,0 0 0,0-1 0,0 0 0,5-2 0,8-5 0,0 0 0,-1-1 0,-1 0 0,1-1 0,17-17 0,7-10 0,-1-1 0,-2-2 0,-2-1 0,-2-2 0,-2-1 0,-2-2 0,-2-1 0,-2-1 0,-2-1 0,-2-1 0,-3-1 0,-2-1 0,-2-1 0,11-76 0,-24 110 0,-1-1 0,-1 1 0,-1-1 0,-1 1 0,0-1 0,-2 1 0,0 0 0,-1 0 0,-1 0 0,-9-19 0,11 29 0,-1 0 0,0 0 0,-1 0 0,0 1 0,-1-1 0,1 2 0,-2-1 0,1 1 0,-1 0 0,0 1 0,-1-1 0,0 2 0,0-1 0,0 1 0,-1 1 0,0 0 0,0 0 0,0 1 0,-1 0 0,-12-3 0,11 6 0,1 0 0,-1 1 0,1 0 0,-1 1 0,1 0 0,0 1 0,-1 0 0,1 0 0,0 1 0,0 1 0,0 0 0,1 1 0,-1 0 0,1 0 0,-13 10 0,-9 7 0,1 1 0,1 2 0,-33 35 0,5 2 0,3 2 0,-68 104 0,-66 158 0,108-149 0,69-145 0,1 0 0,2 1 0,-7 57 0,15-84 0,0 0 0,1 0 0,0 0 0,0 0 0,1 0 0,0 0 0,0 0 0,0 0 0,0 0 0,1 0 0,0-1 0,1 1 0,-1 0 0,1-1 0,6 10 0,-6-11 0,1 0 0,0-1 0,0 1 0,0-1 0,0 0 0,0 0 0,1 0 0,-1 0 0,1-1 0,0 0 0,0 0 0,0 0 0,0-1 0,0 1 0,0-1 0,0 0 0,0-1 0,10 1 0,1-2 0,0-1 0,0 0 0,-1-1 0,1 0 0,-1-1 0,0-1 0,0-1 0,-1 0 0,1-1 0,-1 0 0,22-16 0,4-6 0,-1-1 0,50-51 0,-24 13 0,-3-3 0,72-107 0,85-172 0,-216 343 0,38-62 0,53-125 0,-86 173 0,-1 0 0,0 0 0,-1 0 0,-2-1 0,0 0 0,-1 0 0,-2 0 0,0 0 0,-1 0 0,-1-1 0,-5-23 0,4 36 0,-1-1 0,0 1 0,-1 0 0,0 0 0,0 0 0,-1 0 0,-1 1 0,1 0 0,-2 0 0,-9-11 0,12 16 0,0 0 0,0 0 0,0 0 0,-1 1 0,0-1 0,1 1 0,-1 1 0,-1-1 0,1 1 0,0-1 0,0 2 0,-1-1 0,1 0 0,-1 1 0,0 0 0,1 1 0,-1-1 0,0 1 0,1 0 0,-1 0 0,-8 2 0,-7 3 0,0 1 0,0 1 0,1 0 0,0 2 0,1 0 0,0 1 0,-24 18 0,6-2 0,1 3 0,-47 47 0,42-32 0,2 2 0,2 1 0,3 2 0,1 2 0,-44 92 0,40-58 0,3 1 0,-43 179 0,70-233 0,1-1 0,2 1 0,1 0 0,1 0 0,4 43 0,-1-62 0,1 1 0,0-1 0,1 0 0,0 0 0,1 0 0,1 0 0,0 0 0,0-1 0,1 0 0,1 0 0,0-1 0,1 0 0,0 0 0,1 0 0,11 10 0,-14-16 0,0 0 0,0 0 0,1-1 0,-1 1 0,1-2 0,0 1 0,1-1 0,-1 0 0,0 0 0,1-1 0,0 0 0,-1 0 0,13 0 0,-9-2 0,0 0 0,0 0 0,0-2 0,0 1 0,0-1 0,0-1 0,0 0 0,16-7 0,-1-3 0,0-1 0,-1 0 0,-1-2 0,-1-1 0,0-1 0,30-31 0,-26 21 0,-1-1 0,-1-1 0,-2-2 0,-1 0 0,-2-1 0,-1-1 0,-2-1 0,-1 0 0,-1-1 0,-2-1 0,-2 0 0,-2-1 0,9-71 0,-17 85 0,-1 1 0,-1-1 0,-1 1 0,-1-1 0,-1 1 0,-1 0 0,-1 0 0,-16-38 0,16 48 0,0-1 0,-1 1 0,0 0 0,-1 0 0,-1 1 0,0 0 0,0 1 0,-1 0 0,-1 0 0,1 1 0,-2 1 0,1-1 0,-2 2 0,-25-14 0,30 19 0,-1 0 0,0 1 0,1 0 0,-1 0 0,0 1 0,0 1 0,0-1 0,0 1 0,0 1 0,0 0 0,0 0 0,0 1 0,0 0 0,1 0 0,-1 1 0,1 0 0,-1 0 0,-10 7 0,-2 2 0,0 1 0,1 0 0,1 1 0,0 1 0,-30 32 0,17-10 0,1 2 0,2 1 0,2 0 0,-38 79 0,26-34 0,-43 139 0,30-27 0,47-172 0,2 0 0,0-1 0,2 1 0,0 0 0,2 0 0,4 27 0,-3-42 0,0-1 0,1 1 0,0-1 0,0 0 0,1 0 0,0 0 0,11 16 0,-13-22 0,0 0 0,0 0 0,1 0 0,-1 0 0,1-1 0,0 1 0,0-1 0,0 0 0,0 0 0,0 0 0,0 0 0,0-1 0,1 1 0,-1-1 0,1 0 0,-1 1 0,1-2 0,-1 1 0,1 0 0,0-1 0,-1 0 0,1 0 0,0 0 0,4 0 0,1-2 0,0 0 0,0-1 0,0 0 0,0 0 0,-1-1 0,0 0 0,1 0 0,13-11 0,3-5 0,28-27 0,-44 39 0,41-40 0,-3-2 0,-2-3 0,-2-1 0,55-90 0,-75 104 0,-1-1 0,-3-1 0,-1-1 0,-1-1 0,-3 0 0,-2-1 0,11-80 0,-21 113 0,-1 3 0,1 0 0,-1 0 0,-1-1 0,0 1 0,0 0 0,-1 0 0,0 0 0,-5-17 0,6 24 0,-1 1 0,0 0 0,0 0 0,0-1 0,0 1 0,0 0 0,0 0 0,0 0 0,0 0 0,0 0 0,-1 1 0,1-1 0,0 0 0,-1 0 0,1 1 0,0-1 0,-1 1 0,1-1 0,-1 1 0,1 0 0,-1-1 0,1 1 0,-1 0 0,1 0 0,-1 0 0,1 0 0,-1 0 0,1 1 0,-1-1 0,1 0 0,-1 1 0,-1 0 0,-1 0 0,0 1 0,0-1 0,0 1 0,0 0 0,0 0 0,0 1 0,1-1 0,-1 1 0,1-1 0,-4 5 0,1 1 0,0 0 0,1 0 0,0 1 0,1 0 0,0 0 0,0 0 0,1 0 0,0 1 0,-2 13 0,-9 92 0,12-98 0,-4 174 0,-83-436 0,22 70 0,44 104 0,-20-56 0,37 120 0,3 13 0,3 18 0,110 309 0,-59-197 0,60 205 0,-74-223 0,-32-105 0,-2-13 0,-9-26 0,-214-482 0,189 442 0,2 5 0,-4-14 0,-3 2 0,-84-125 0,120 198 0,-7-10 0,0 1 0,-1 0 0,0 0 0,0 1 0,-14-11 0,22 23 0,-1-1 0,1 1 0,0 0 0,0 0 0,0 0 0,0 0 0,1-1 0,-1 1 0,2 4 0,70 350 0,30 427 0,-101-776 0,0 6 0,0 1 0,2-1 0,6 24 0,-7-104 0,-4-151 0,3-218 0,36 2 0,-33 409 0,0 0 0,1 1 0,1-1 0,1 1 0,17-34 0,-35 97 0,-65 108 0,-19 40 0,82-158 0,1 0 0,2 1 0,1 0 0,-6 43 0,14-73 0,1 1 0,-1-1 0,1 1 0,0-1 0,0 1 0,0-1 0,0 0 0,1 1 0,-1-1 0,1 1 0,-1-1 0,1 0 0,0 1 0,0-1 0,0 0 0,0 0 0,3 4 0,-3-5 0,1 1 0,0-1 0,0 0 0,0 0 0,0 0 0,0 0 0,0 0 0,0 0 0,0 0 0,0-1 0,1 1 0,-1-1 0,0 0 0,0 0 0,0 1 0,1-1 0,-1-1 0,0 1 0,0 0 0,4-1 0,14-3 0,1-1 0,-1-1 0,0-1 0,-1 0 0,0-2 0,20-11 0,108-73 0,-135 85 0,274-200 0,-212 147 0,112-119 0,-157 144 0,-49 44 0,-94 65 0,2 5 0,-101 94 0,175-140 0,-719 585 0,724-593 0,30-26 0,8-5 0,48-52 0,739-827 0,-776 866 0,7-7 0,-2-1 0,-1 0 0,25-50 0,-72 105 0,-323 345 0,32 35 0,313-401 0,-141 200 0,116-158 0,1 1 0,-31 76 0,58-119 0,-4 14 0,11-17 0,10-7 0,15-10 0,-2-2 0,0-1 0,0-1 0,26-23 0,101-96 0,-145 128 0,281-293 0,-241 240 0,-2-1 0,-3-3 0,45-89 0,-83 141 0,-2 6 0,-1 0 0,0 0 0,0 0 0,-1 0 0,0-1 0,-1 1 0,0-1 0,2-14 0,-4 23 0,-1-1 0,1 1 0,0 0 0,0-1 0,0 1 0,0 0 0,-1-1 0,1 1 0,0 0 0,0-1 0,-1 1 0,1 0 0,0 0 0,-1-1 0,1 1 0,0 0 0,-1 0 0,1 0 0,0-1 0,-1 1 0,1 0 0,0 0 0,-1 0 0,1 0 0,-1 0 0,1 0 0,0 0 0,-1 0 0,1 0 0,0 0 0,-1 0 0,1 0 0,-1 0 0,1 0 0,0 0 0,-1 0 0,1 0 0,0 0 0,-1 1 0,1-1 0,-1 0 0,1 0 0,0 0 0,0 1 0,-1-1 0,1 0 0,0 0 0,-1 1 0,1 0 0,-25 13 0,23-13 0,-49 36 0,-76 69 0,-40 57 0,146-142 0,-62 64 0,4 4 0,-129 189 0,174-223 0,2 1 0,3 1 0,2 2 0,3 0 0,2 2 0,3 1 0,-11 65 0,27-109 0,0 0 0,1 0 0,1 0 0,1 1 0,0-1 0,5 24 0,-4-37 0,0 1 0,0-1 0,1 0 0,-1 0 0,1 0 0,1 0 0,-1 0 0,1-1 0,0 1 0,0-1 0,0 1 0,0-1 0,1 0 0,0 0 0,0-1 0,0 1 0,0-1 0,0 0 0,1 0 0,-1 0 0,1-1 0,0 1 0,0-1 0,0 0 0,9 2 0,-1-2 0,1 0 0,-1 0 0,1-1 0,0-1 0,0 0 0,-1-1 0,1-1 0,0 0 0,25-8 0,1-3 0,76-37 0,-29 5 0,-1-5 0,107-82 0,141-142 0,-123 83 0,-157 137 0,80-103 0,-120 139 0,-19 28 0,-8 17 0,-78 160 0,-12 27 0,78-157 0,-29 108 0,49-147 0,1 1 0,1-1 0,1 1 0,0 24 0,2-39 0,0 1 0,0-1 0,0 1 0,1-1 0,-1 1 0,1-1 0,0 0 0,1 1 0,-1-1 0,1 0 0,0 0 0,0 0 0,0 0 0,0 0 0,1 0 0,0-1 0,-1 1 0,1-1 0,1 0 0,-1 0 0,0 0 0,1 0 0,6 4 0,-8-6 0,0-1 0,0 1 0,0 0 0,1-1 0,-1 1 0,0-1 0,0 0 0,1 0 0,-1 0 0,0 0 0,1 0 0,-1 0 0,0 0 0,0-1 0,1 1 0,-1-1 0,0 0 0,0 0 0,0 0 0,0 0 0,0 0 0,0 0 0,0 0 0,0 0 0,0-1 0,-1 1 0,3-3 0,4-4 0,-1-1 0,0 0 0,0 0 0,7-14 0,3-9 0,-1-1 0,-2 0 0,-1-1 0,-2 0 0,-1-1 0,-2 0 0,-1-1 0,3-65 0,-8 34 0,-3 0 0,-3 0 0,-24-126 0,6 91 0,-64-177 0,61 215 0,-3 2 0,-2 2 0,-71-106 0,79 136 0,-2 0 0,-2 1 0,0 2 0,-2 1 0,0 1 0,-2 1 0,-1 2 0,-67-37 0,80 50 0,-1 0 0,-1 1 0,1 1 0,-1 1 0,-1 1 0,1 0 0,-1 2 0,1 0 0,-1 2 0,0 0 0,0 1 0,0 1 0,0 1 0,1 1 0,-1 1 0,1 0 0,-37 15 0,40-12 0,-1 1 0,1 1 0,1 0 0,0 2 0,0 0 0,1 0 0,0 2 0,-15 17 0,22-22 0,1 1 0,0 0 0,1 1 0,0 0 0,0 0 0,1 0 0,0 1 0,1-1 0,0 1 0,1 0 0,0 0 0,1 1 0,0-1 0,1 0 0,-1 13 0,4-3 0,0-1 0,0 1 0,2-1 0,1 0 0,1 0 0,0 0 0,14 28 0,9 10 0,38 59 0,164 205 0,28-21 0,-248-287 0,23 24 0,58 52 0,-80-80 0,-1-1 0,1-1 0,0 0 0,1 0 0,0-2 0,0 1 0,0-2 0,1 0 0,0 0 0,15 2 0,-28-7 0,0 0 0,1 0 0,-1 0 0,0 0 0,0 0 0,0 0 0,0-1 0,0 1 0,0-1 0,0 1 0,0 0 0,0-1 0,0 0 0,0 1 0,0-1 0,0 0 0,0 1 0,0-1 0,-1 0 0,1 0 0,0 0 0,-1 1 0,1-1 0,0 0 0,-1 0 0,1 0 0,-1 0 0,1 0 0,-1 0 0,0-1 0,0 1 0,1 0 0,-1 0 0,0 0 0,0 0 0,0 0 0,0 0 0,0-2 0,0-53 0,0 43 0,-1-40-1365,1 47-5461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AD3B-EE85-7406-2067-90CE12200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ED797-460D-58EF-ACB0-56268F257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F3A9F-F353-9047-7FD6-F4C1066F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CF110-726E-094F-C208-A6773689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9427F-3AC8-C4BB-7590-1FA3A7686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4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AEF33-8A8C-6F81-969A-6AE10110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ABFB0-8C70-F5C2-3993-748A6A85B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2A5B5-34FE-59E8-AA48-5FBD5448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AC2D6-F8FC-C246-3817-87083B5C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F3AF9-0A62-4213-E865-20DCC822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3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973D-78E8-B1B6-05F9-C3C241C0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7DE2B-FE42-FAA7-4CBD-949DD71BF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24C5F-FD02-F0DA-10D1-26921403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B1034-9933-5858-099D-5B909CE1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9844D-DA04-6240-98EA-F3E8376E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98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62D2-0DBD-1F21-59EF-C7EF5120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C28F4-A60B-3EA8-123C-B0E87F53BB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0C113-3041-D249-4781-DCA380EEA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F6892-CFCF-8342-FDD3-3DA9A53F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AD101-53B8-34AD-F772-EDEE4D1C3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28E2A-DBE5-CCE1-EF0A-97809A18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43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FAB7-7D1C-4C5D-4EE6-8C52FE1FF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ADD42-3173-456E-4AEA-79F1F5CBF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385A1-1EDE-2922-92F1-5F7316564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6E3DE-AD79-2E43-C82F-6E067A45C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C91ED2-7D3D-7AE1-D070-DE15C445F7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89E9A-04E5-72B8-F455-365E4561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313D1-BDAF-194A-31A8-E528EC15A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F75DF-FFE3-9863-DE31-95ABD531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09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C91D7-57F6-9269-8347-9C9FE98A8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FDDC2-AFDB-2F47-C776-3ACD44F86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D8E54-E32A-2B9B-0B95-AF7B90C9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0D5C6-1B54-F1F7-D125-B8EF5356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25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48BE59-5FA9-20A3-B1CB-EFA7EBE5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88253-0A2C-C1E1-B552-29E09CFD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5692F-8487-10EB-9615-6EDA5975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0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FBD3-76FB-2243-23D2-79E13514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D010B-7400-9346-6B16-6FFA473B6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0F4E6-E11D-4D79-4A8A-EFE2F321A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C37FA-5AEC-09AB-C8E4-F602C9BB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27828-54F8-5498-1AF4-9B2BBD07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578C6-F46B-AA77-8EAB-1C54434C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2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94BC-0197-4F65-67FF-AB38459B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1C189-32D6-89D0-810A-26F7E15CF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F3EA9-441E-92DF-099B-54AAC9887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999A3-4739-932C-8CCF-0648D893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F73A0-3EFC-D24F-2A15-7B8E93B9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0B6A6-13CC-3B91-6E4C-9BC55B8D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52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6455D-29BC-B1A0-4E18-3AB3BAE7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402A9-9C3C-B2A0-0991-4ED3531A9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0D83F-7677-EC35-1001-D4EB1C3C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9EE34-6025-B830-ACE9-BB0BDF57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1DC00-C44E-99C6-804A-55C33551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71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65F279-407F-71F3-7F9B-C9701AD59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ECD0A-6104-E1B9-189F-F52F8EAA7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40A6B-4F17-426C-B144-DD198039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8B1FE-00EF-D7C3-39F2-4A1074D36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53FBC-85B7-E5EF-2708-F2723A3A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10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C54135-728D-FDD8-9B50-9C7C165F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BDD03-33AF-A4FD-B49A-5AFE5D21C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59759-1B46-5C24-9E9B-8922739CD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8C6FE-8EE7-454B-A750-4C26F9AC5A95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18BFA-01E8-2F3D-2803-D40B65594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D85C8-46F0-78D5-30A6-1F51112D2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D1B667-51F4-46E4-9B8C-0BEA514E7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6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diagramQuickStyle" Target="../diagrams/quickStyle2.xml"/><Relationship Id="rId3" Type="http://schemas.openxmlformats.org/officeDocument/2006/relationships/image" Target="../media/image13.png"/><Relationship Id="rId7" Type="http://schemas.openxmlformats.org/officeDocument/2006/relationships/diagramLayout" Target="../diagrams/layout1.xml"/><Relationship Id="rId12" Type="http://schemas.openxmlformats.org/officeDocument/2006/relationships/diagramLayout" Target="../diagrams/layout2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11" Type="http://schemas.openxmlformats.org/officeDocument/2006/relationships/diagramData" Target="../diagrams/data2.xml"/><Relationship Id="rId5" Type="http://schemas.openxmlformats.org/officeDocument/2006/relationships/image" Target="../media/image2.png"/><Relationship Id="rId15" Type="http://schemas.microsoft.com/office/2007/relationships/diagramDrawing" Target="../diagrams/drawing2.xml"/><Relationship Id="rId10" Type="http://schemas.microsoft.com/office/2007/relationships/diagramDrawing" Target="../diagrams/drawing1.xml"/><Relationship Id="rId4" Type="http://schemas.openxmlformats.org/officeDocument/2006/relationships/customXml" Target="../ink/ink2.xml"/><Relationship Id="rId9" Type="http://schemas.openxmlformats.org/officeDocument/2006/relationships/diagramColors" Target="../diagrams/colors1.xml"/><Relationship Id="rId14" Type="http://schemas.openxmlformats.org/officeDocument/2006/relationships/diagramColors" Target="../diagrams/colors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2AD66-9FFD-26DA-C182-265AAC6B68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3AB19-A04F-02E4-E24A-6C78A6D95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938D41EF-A887-3BC3-7144-65A889274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59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31C0DE5-57C6-DF12-7BDC-6961DF0972B7}"/>
              </a:ext>
            </a:extLst>
          </p:cNvPr>
          <p:cNvSpPr/>
          <p:nvPr/>
        </p:nvSpPr>
        <p:spPr>
          <a:xfrm>
            <a:off x="7004271" y="2103437"/>
            <a:ext cx="1206230" cy="132556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5F72545-B7BF-4F04-ABF6-376E1580F2AB}"/>
                  </a:ext>
                </a:extLst>
              </p14:cNvPr>
              <p14:cNvContentPartPr/>
              <p14:nvPr/>
            </p14:nvContentPartPr>
            <p14:xfrm>
              <a:off x="11334469" y="5923375"/>
              <a:ext cx="629280" cy="563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5F72545-B7BF-4F04-ABF6-376E1580F2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28349" y="5917255"/>
                <a:ext cx="64152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DD48E37-42B6-4A72-E54D-AD6189545FF5}"/>
                  </a:ext>
                </a:extLst>
              </p14:cNvPr>
              <p14:cNvContentPartPr/>
              <p14:nvPr/>
            </p14:nvContentPartPr>
            <p14:xfrm>
              <a:off x="11080309" y="5827255"/>
              <a:ext cx="573120" cy="729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DD48E37-42B6-4A72-E54D-AD6189545F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4189" y="5821135"/>
                <a:ext cx="585360" cy="741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B808BAD-EAC1-C6A5-1587-077645A396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231869"/>
              </p:ext>
            </p:extLst>
          </p:nvPr>
        </p:nvGraphicFramePr>
        <p:xfrm>
          <a:off x="1705348" y="2766218"/>
          <a:ext cx="4970834" cy="2200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E55900D-142B-6647-4C2F-62C0B8F990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371307"/>
              </p:ext>
            </p:extLst>
          </p:nvPr>
        </p:nvGraphicFramePr>
        <p:xfrm>
          <a:off x="5833252" y="1862357"/>
          <a:ext cx="5716059" cy="3334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2" name="Picture 1" descr="Iqra University - IU">
            <a:extLst>
              <a:ext uri="{FF2B5EF4-FFF2-40B4-BE49-F238E27FC236}">
                <a16:creationId xmlns:a16="http://schemas.microsoft.com/office/drawing/2014/main" id="{6C3FC172-1C46-F661-2C34-26199F6F6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88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11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2D6F3-3402-3A57-E2F8-3BB3BF11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0609A-2055-E3F9-2345-DDF562E44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 visualize” (Oxford, 2010)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a mental image of; imagine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(something) visible to the eye</a:t>
            </a:r>
          </a:p>
          <a:p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only produce pretty images, but also aid the understanding of data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Visualization’s objective is to represent data in a way that humans can easily gain insight and understand its structure</a:t>
            </a:r>
          </a:p>
          <a:p>
            <a:endParaRPr lang="en-US" dirty="0"/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AACBCD27-D7E7-0FC6-C098-DA5FDA682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06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DF32-E4F2-6720-1FDE-90E41E73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Visualization-Examples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2E645-5850-2988-74EC-47354E162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2052"/>
            <a:ext cx="10515600" cy="496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4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FA05D-AE6E-A7E2-4755-F5567BEAA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Visualization-Examples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39B44-F93A-4341-3921-46904C582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853738"/>
            <a:ext cx="9601200" cy="4746567"/>
          </a:xfrm>
          <a:prstGeom prst="rect">
            <a:avLst/>
          </a:prstGeo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1770C83D-E041-111D-A795-B1EB75155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186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31EF-126A-6FEA-5FD5-402DAB035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Visualization-Examples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0FCE7-C07C-F83C-906E-74EA329E0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1690688"/>
            <a:ext cx="8362950" cy="4581524"/>
          </a:xfrm>
          <a:prstGeom prst="rect">
            <a:avLst/>
          </a:prstGeo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E4D2D7D0-3622-21DD-E51B-AD101C902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54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9D06-E621-867A-037A-70FA030DD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33C31-BE12-DED6-060E-BE5F2E64F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“Computer-based visualization provides visual representations of datasets designed to help people carry out tasks more effectively.”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 behind many aspects of this definition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have a human in the loop?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have a computer in the loop?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an external representation?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depend on vision?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represent all the data? 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focus on tasks and effectiveness? 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F3B10FEF-2DE6-08AE-8286-3FA3C45A4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73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073E2-F006-1124-089F-8A676F197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 the Loop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77430-DA52-E7B9-F410-16D2AB8E0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"Human in the loop" means that a person is involved in the process of analyzing and making decisions using visual data. The system is not fully automated; it needs a human’s judgment, intuition, or feedback.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 are better than computers at understanding real-world context, noticing meaningful patterns, and making wise decisions when the data is unclear or confusing.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hospital, a chart shows a patient's heart rate over time. A doctor (the human) sees a sudden spike and decides to take action, even if the system didn’t trigger an alert.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592B1B90-A46A-15B5-CC12-36E2B31C3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2602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5BAC-52C5-DF20-E9CD-05FB75EC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in the Loop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456D0-1AB0-E237-0FCA-7E4B0D3C7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collects, processes, and displays large amounts of data, often in real-time. It’s fast, accurate, and never gets tired.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help automate tasks, process huge datasets, and create visuals instantly, which humans cannot do alone.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retail dashboard updates sales from hundreds of stores every second, a task too large for a person to do manually.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3D826D75-D856-3D2F-829D-0B30DB2F0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220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2745-BDB0-2E07-2F8C-4AB5AB86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BA04E-38DB-29A6-121F-592B0EA87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keeping all the information in your mind, you show it outside, like a chart, graph, or map, something visible and physical/digital.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visuals reduce memory load. It’s easier to think, spot trends, or explain things when data is seen, not remembered.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remembering 20 values, a bar chart shows them all, and you can immediately see which one is the highest.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9D1DE152-6E67-0D42-FFD2-68A7FA132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688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AFC11-CEF2-4B81-23AB-02563776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 on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58F6-1F9B-9BB6-880A-45E7C1C42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using our eyes to understand data, by seeing it in a visual format (charts, colors, shapes) instead of reading tables or code.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brain processes visuals faster than text or numbers. We naturally detect shapes, trends, and anomalies.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77CC2095-0F27-69E9-6CBC-137A2FF7C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7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D0AA-153D-17CA-5DD7-11C98666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all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D6D53-EDED-FEC3-FF0C-406B64924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don’t hide or summarize too early, try to show as much of the original data as needed for proper analysis.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all data helps you spot outliers, errors, or unexpected trends. It supports transparent decision-making.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71F1A09C-DC6F-E635-8E22-731486F52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020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0F3A-865A-7E38-EEE9-1254C5B5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Tasks and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39B68-BD8A-9650-6CDA-2A851B903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just make visuals look “cool”, make sure they help people complete a task or answer a question effectively.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visualization is to solve problems, make decisions, or understand situations, not just decoration.</a:t>
            </a:r>
          </a:p>
        </p:txBody>
      </p:sp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0631F722-9C7E-6133-1075-B011E6AE0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204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D071-E388-A47B-FC49-6EDBE37F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Effective Visuals (most commonly used)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CB846-459E-DDC9-5C3A-7F1BEC1A3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984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Text: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displaying key performance indicators (KPIs), such as total revenue, active users, or profit margin, in a clear and immediate way.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Scatterplot: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Ideal for showing relationships and correlations between two numerical variables, such as customer age vs. purchase frequency in an e-commerce dashboard.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B3BBE-C92E-33A1-3E63-2CDB756E9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217" y="1605915"/>
            <a:ext cx="1937454" cy="1552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EC7627-FEA6-1ACA-FE9B-3289C9992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465" y="3528060"/>
            <a:ext cx="2495550" cy="2362200"/>
          </a:xfrm>
          <a:prstGeom prst="rect">
            <a:avLst/>
          </a:prstGeom>
        </p:spPr>
      </p:pic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CFA56FA3-AD4E-960E-EF25-3D5783070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516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382F-73E6-16BD-23D2-68D4DDFF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Effective Visuals (most commonly used)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2244A-60FC-D5FB-8EF6-581830FEB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757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identifying patterns in large datasets, such as showing peak website traffic hours across different days of the week.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displaying detailed, structured data, such as a list of transactions, employee performance metrics, or inventory stock levels.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79981-C456-26C4-C25A-1A064BCF8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850" y="1576561"/>
            <a:ext cx="2862695" cy="2230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285962-5DB3-BA01-6D87-DA4929B26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880" y="4001294"/>
            <a:ext cx="2647665" cy="2230983"/>
          </a:xfrm>
          <a:prstGeom prst="rect">
            <a:avLst/>
          </a:prstGeom>
        </p:spPr>
      </p:pic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E747184D-B46C-9291-F588-2293227FC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60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06D5-CE22-C166-0753-BB1218BD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Effective Visuals (most commonly used)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DCF1D-4366-246A-3419-BFA06B92B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313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tracking trends over time, such as monthly sales growth, stock prices, or website traffic over the past year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Bar Chart: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comparing categories, such as revenue by product type or sales performance across different regions.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27CFC-C8FA-324D-C64D-000F7CA73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183" y="1398357"/>
            <a:ext cx="2245475" cy="2077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C4041B-2CF0-DAA2-3F68-AC8C5C48A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83" y="3800347"/>
            <a:ext cx="2594016" cy="2328170"/>
          </a:xfrm>
          <a:prstGeom prst="rect">
            <a:avLst/>
          </a:prstGeom>
        </p:spPr>
      </p:pic>
      <p:pic>
        <p:nvPicPr>
          <p:cNvPr id="4" name="Picture 3" descr="Iqra University - IU">
            <a:extLst>
              <a:ext uri="{FF2B5EF4-FFF2-40B4-BE49-F238E27FC236}">
                <a16:creationId xmlns:a16="http://schemas.microsoft.com/office/drawing/2014/main" id="{A650F558-54A1-E3E0-4FDA-293A6B5A6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150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BD2B-832D-A134-C5B5-7C14BA8C9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79356-2D93-42BA-433D-DDE3C128A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821" y="1862396"/>
            <a:ext cx="8625518" cy="3324745"/>
          </a:xfrm>
          <a:prstGeom prst="rect">
            <a:avLst/>
          </a:prstGeom>
        </p:spPr>
      </p:pic>
      <p:pic>
        <p:nvPicPr>
          <p:cNvPr id="3" name="Picture 2" descr="Iqra University - IU">
            <a:extLst>
              <a:ext uri="{FF2B5EF4-FFF2-40B4-BE49-F238E27FC236}">
                <a16:creationId xmlns:a16="http://schemas.microsoft.com/office/drawing/2014/main" id="{73C327D7-00C7-F2D4-50A3-ED33524A2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1202" y="141316"/>
            <a:ext cx="1043138" cy="104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706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757</Words>
  <Application>Microsoft Office PowerPoint</Application>
  <PresentationFormat>Widescreen</PresentationFormat>
  <Paragraphs>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Theme</vt:lpstr>
      <vt:lpstr>Data Science</vt:lpstr>
      <vt:lpstr>PowerPoint Presentation</vt:lpstr>
      <vt:lpstr>Visualization</vt:lpstr>
      <vt:lpstr>Visualization-Examples</vt:lpstr>
      <vt:lpstr>Visualization-Examples</vt:lpstr>
      <vt:lpstr>Visualization-Examples</vt:lpstr>
      <vt:lpstr>Visualization</vt:lpstr>
      <vt:lpstr>Human in the Loop</vt:lpstr>
      <vt:lpstr>Computer in the Loop</vt:lpstr>
      <vt:lpstr>External representation</vt:lpstr>
      <vt:lpstr>Depend on Vision</vt:lpstr>
      <vt:lpstr>Represent all the Data</vt:lpstr>
      <vt:lpstr>Focus on Tasks and Effectiveness</vt:lpstr>
      <vt:lpstr>Choosing Effective Visuals (most commonly used)</vt:lpstr>
      <vt:lpstr>Choosing Effective Visuals (most commonly used)</vt:lpstr>
      <vt:lpstr>Choosing Effective Visuals (most commonly used)</vt:lpstr>
      <vt:lpstr>Tools and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(FA21-RCS-015) LAIBA SABIR</dc:creator>
  <cp:lastModifiedBy>(FA21-RCS-015) LAIBA SABIR</cp:lastModifiedBy>
  <cp:revision>1</cp:revision>
  <dcterms:created xsi:type="dcterms:W3CDTF">2025-06-23T03:07:35Z</dcterms:created>
  <dcterms:modified xsi:type="dcterms:W3CDTF">2025-06-23T04:12:48Z</dcterms:modified>
</cp:coreProperties>
</file>