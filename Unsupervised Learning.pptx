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0BE86-EFA2-49E6-8ACF-1DEA3F7814CD}" v="107" dt="2025-06-16T04:54:08.225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FA21-RCS-015) LAIBA SABIR" userId="cdfba985-6cea-425f-a12a-4b4fa79fe82d" providerId="ADAL" clId="{7320BE86-EFA2-49E6-8ACF-1DEA3F7814CD}"/>
    <pc:docChg chg="undo custSel addSld modSld">
      <pc:chgData name="(FA21-RCS-015) LAIBA SABIR" userId="cdfba985-6cea-425f-a12a-4b4fa79fe82d" providerId="ADAL" clId="{7320BE86-EFA2-49E6-8ACF-1DEA3F7814CD}" dt="2025-06-16T04:54:36.235" v="770" actId="20577"/>
      <pc:docMkLst>
        <pc:docMk/>
      </pc:docMkLst>
      <pc:sldChg chg="addSp modSp mod">
        <pc:chgData name="(FA21-RCS-015) LAIBA SABIR" userId="cdfba985-6cea-425f-a12a-4b4fa79fe82d" providerId="ADAL" clId="{7320BE86-EFA2-49E6-8ACF-1DEA3F7814CD}" dt="2025-06-16T04:54:36.235" v="770" actId="20577"/>
        <pc:sldMkLst>
          <pc:docMk/>
          <pc:sldMk cId="2060816205" sldId="256"/>
        </pc:sldMkLst>
        <pc:spChg chg="mod">
          <ac:chgData name="(FA21-RCS-015) LAIBA SABIR" userId="cdfba985-6cea-425f-a12a-4b4fa79fe82d" providerId="ADAL" clId="{7320BE86-EFA2-49E6-8ACF-1DEA3F7814CD}" dt="2025-06-16T04:54:36.235" v="770" actId="20577"/>
          <ac:spMkLst>
            <pc:docMk/>
            <pc:sldMk cId="2060816205" sldId="256"/>
            <ac:spMk id="3" creationId="{B54283D0-0EB3-26E7-80B6-B819DCA1F470}"/>
          </ac:spMkLst>
        </pc:spChg>
        <pc:picChg chg="add mod">
          <ac:chgData name="(FA21-RCS-015) LAIBA SABIR" userId="cdfba985-6cea-425f-a12a-4b4fa79fe82d" providerId="ADAL" clId="{7320BE86-EFA2-49E6-8ACF-1DEA3F7814CD}" dt="2025-06-16T04:52:59.831" v="722"/>
          <ac:picMkLst>
            <pc:docMk/>
            <pc:sldMk cId="2060816205" sldId="256"/>
            <ac:picMk id="4" creationId="{80EFC607-5B7E-C171-4EC3-04E47449CF24}"/>
          </ac:picMkLst>
        </pc:picChg>
      </pc:sldChg>
      <pc:sldChg chg="addSp modSp">
        <pc:chgData name="(FA21-RCS-015) LAIBA SABIR" userId="cdfba985-6cea-425f-a12a-4b4fa79fe82d" providerId="ADAL" clId="{7320BE86-EFA2-49E6-8ACF-1DEA3F7814CD}" dt="2025-06-16T04:53:02.577" v="723"/>
        <pc:sldMkLst>
          <pc:docMk/>
          <pc:sldMk cId="4099444415" sldId="257"/>
        </pc:sldMkLst>
        <pc:picChg chg="add mod">
          <ac:chgData name="(FA21-RCS-015) LAIBA SABIR" userId="cdfba985-6cea-425f-a12a-4b4fa79fe82d" providerId="ADAL" clId="{7320BE86-EFA2-49E6-8ACF-1DEA3F7814CD}" dt="2025-06-16T04:53:02.577" v="723"/>
          <ac:picMkLst>
            <pc:docMk/>
            <pc:sldMk cId="4099444415" sldId="257"/>
            <ac:picMk id="5" creationId="{0FAE5E68-890B-A26F-9E0F-A798D9025473}"/>
          </ac:picMkLst>
        </pc:picChg>
      </pc:sldChg>
      <pc:sldChg chg="addSp modSp">
        <pc:chgData name="(FA21-RCS-015) LAIBA SABIR" userId="cdfba985-6cea-425f-a12a-4b4fa79fe82d" providerId="ADAL" clId="{7320BE86-EFA2-49E6-8ACF-1DEA3F7814CD}" dt="2025-06-16T04:53:04.141" v="724"/>
        <pc:sldMkLst>
          <pc:docMk/>
          <pc:sldMk cId="274131317" sldId="258"/>
        </pc:sldMkLst>
        <pc:picChg chg="add mod">
          <ac:chgData name="(FA21-RCS-015) LAIBA SABIR" userId="cdfba985-6cea-425f-a12a-4b4fa79fe82d" providerId="ADAL" clId="{7320BE86-EFA2-49E6-8ACF-1DEA3F7814CD}" dt="2025-06-16T04:53:04.141" v="724"/>
          <ac:picMkLst>
            <pc:docMk/>
            <pc:sldMk cId="274131317" sldId="258"/>
            <ac:picMk id="4" creationId="{C40DDFDA-7CDC-FEC4-DBEA-696D4DE6A39C}"/>
          </ac:picMkLst>
        </pc:picChg>
      </pc:sldChg>
      <pc:sldChg chg="addSp modSp">
        <pc:chgData name="(FA21-RCS-015) LAIBA SABIR" userId="cdfba985-6cea-425f-a12a-4b4fa79fe82d" providerId="ADAL" clId="{7320BE86-EFA2-49E6-8ACF-1DEA3F7814CD}" dt="2025-06-16T04:53:05.726" v="725"/>
        <pc:sldMkLst>
          <pc:docMk/>
          <pc:sldMk cId="736303381" sldId="259"/>
        </pc:sldMkLst>
        <pc:picChg chg="add mod">
          <ac:chgData name="(FA21-RCS-015) LAIBA SABIR" userId="cdfba985-6cea-425f-a12a-4b4fa79fe82d" providerId="ADAL" clId="{7320BE86-EFA2-49E6-8ACF-1DEA3F7814CD}" dt="2025-06-16T04:53:05.726" v="725"/>
          <ac:picMkLst>
            <pc:docMk/>
            <pc:sldMk cId="736303381" sldId="259"/>
            <ac:picMk id="5" creationId="{6B2C75FD-0FA3-178F-9342-D7411ABFCAA8}"/>
          </ac:picMkLst>
        </pc:picChg>
      </pc:sldChg>
      <pc:sldChg chg="addSp modSp">
        <pc:chgData name="(FA21-RCS-015) LAIBA SABIR" userId="cdfba985-6cea-425f-a12a-4b4fa79fe82d" providerId="ADAL" clId="{7320BE86-EFA2-49E6-8ACF-1DEA3F7814CD}" dt="2025-06-16T04:53:07.722" v="726"/>
        <pc:sldMkLst>
          <pc:docMk/>
          <pc:sldMk cId="1666598049" sldId="260"/>
        </pc:sldMkLst>
        <pc:picChg chg="add mod">
          <ac:chgData name="(FA21-RCS-015) LAIBA SABIR" userId="cdfba985-6cea-425f-a12a-4b4fa79fe82d" providerId="ADAL" clId="{7320BE86-EFA2-49E6-8ACF-1DEA3F7814CD}" dt="2025-06-16T04:53:07.722" v="726"/>
          <ac:picMkLst>
            <pc:docMk/>
            <pc:sldMk cId="1666598049" sldId="260"/>
            <ac:picMk id="6" creationId="{90E44EBF-FE3C-5DF0-0791-2760FF8AAF7B}"/>
          </ac:picMkLst>
        </pc:picChg>
      </pc:sldChg>
      <pc:sldChg chg="addSp modSp">
        <pc:chgData name="(FA21-RCS-015) LAIBA SABIR" userId="cdfba985-6cea-425f-a12a-4b4fa79fe82d" providerId="ADAL" clId="{7320BE86-EFA2-49E6-8ACF-1DEA3F7814CD}" dt="2025-06-16T04:53:12.240" v="727"/>
        <pc:sldMkLst>
          <pc:docMk/>
          <pc:sldMk cId="739796025" sldId="261"/>
        </pc:sldMkLst>
        <pc:picChg chg="add mod">
          <ac:chgData name="(FA21-RCS-015) LAIBA SABIR" userId="cdfba985-6cea-425f-a12a-4b4fa79fe82d" providerId="ADAL" clId="{7320BE86-EFA2-49E6-8ACF-1DEA3F7814CD}" dt="2025-06-16T04:53:12.240" v="727"/>
          <ac:picMkLst>
            <pc:docMk/>
            <pc:sldMk cId="739796025" sldId="261"/>
            <ac:picMk id="7" creationId="{89151A32-5BA3-E70A-2477-43084C11AE69}"/>
          </ac:picMkLst>
        </pc:picChg>
      </pc:sldChg>
      <pc:sldChg chg="addSp modSp">
        <pc:chgData name="(FA21-RCS-015) LAIBA SABIR" userId="cdfba985-6cea-425f-a12a-4b4fa79fe82d" providerId="ADAL" clId="{7320BE86-EFA2-49E6-8ACF-1DEA3F7814CD}" dt="2025-06-16T04:53:14.506" v="728"/>
        <pc:sldMkLst>
          <pc:docMk/>
          <pc:sldMk cId="3980522749" sldId="262"/>
        </pc:sldMkLst>
        <pc:picChg chg="add mod">
          <ac:chgData name="(FA21-RCS-015) LAIBA SABIR" userId="cdfba985-6cea-425f-a12a-4b4fa79fe82d" providerId="ADAL" clId="{7320BE86-EFA2-49E6-8ACF-1DEA3F7814CD}" dt="2025-06-16T04:53:14.506" v="728"/>
          <ac:picMkLst>
            <pc:docMk/>
            <pc:sldMk cId="3980522749" sldId="262"/>
            <ac:picMk id="8" creationId="{A1BEFB70-3769-68EC-E115-CD8C8007045C}"/>
          </ac:picMkLst>
        </pc:picChg>
      </pc:sldChg>
      <pc:sldChg chg="addSp delSp modSp mod">
        <pc:chgData name="(FA21-RCS-015) LAIBA SABIR" userId="cdfba985-6cea-425f-a12a-4b4fa79fe82d" providerId="ADAL" clId="{7320BE86-EFA2-49E6-8ACF-1DEA3F7814CD}" dt="2025-06-16T04:53:16.381" v="729"/>
        <pc:sldMkLst>
          <pc:docMk/>
          <pc:sldMk cId="3845268664" sldId="263"/>
        </pc:sldMkLst>
        <pc:spChg chg="del">
          <ac:chgData name="(FA21-RCS-015) LAIBA SABIR" userId="cdfba985-6cea-425f-a12a-4b4fa79fe82d" providerId="ADAL" clId="{7320BE86-EFA2-49E6-8ACF-1DEA3F7814CD}" dt="2025-06-16T03:47:35.444" v="0" actId="478"/>
          <ac:spMkLst>
            <pc:docMk/>
            <pc:sldMk cId="3845268664" sldId="263"/>
            <ac:spMk id="2" creationId="{59CD5F0E-AADE-29F4-D85E-3BB7148C21F1}"/>
          </ac:spMkLst>
        </pc:spChg>
        <pc:spChg chg="mod">
          <ac:chgData name="(FA21-RCS-015) LAIBA SABIR" userId="cdfba985-6cea-425f-a12a-4b4fa79fe82d" providerId="ADAL" clId="{7320BE86-EFA2-49E6-8ACF-1DEA3F7814CD}" dt="2025-06-16T03:48:38.660" v="12" actId="14100"/>
          <ac:spMkLst>
            <pc:docMk/>
            <pc:sldMk cId="3845268664" sldId="263"/>
            <ac:spMk id="3" creationId="{4CACA3E8-A894-9E51-486C-68532F0D37AA}"/>
          </ac:spMkLst>
        </pc:spChg>
        <pc:spChg chg="add mod">
          <ac:chgData name="(FA21-RCS-015) LAIBA SABIR" userId="cdfba985-6cea-425f-a12a-4b4fa79fe82d" providerId="ADAL" clId="{7320BE86-EFA2-49E6-8ACF-1DEA3F7814CD}" dt="2025-06-16T03:50:47.081" v="36" actId="33524"/>
          <ac:spMkLst>
            <pc:docMk/>
            <pc:sldMk cId="3845268664" sldId="263"/>
            <ac:spMk id="6" creationId="{9575461C-8125-C348-4737-CE0B605B245F}"/>
          </ac:spMkLst>
        </pc:spChg>
        <pc:graphicFrameChg chg="add mod modGraphic">
          <ac:chgData name="(FA21-RCS-015) LAIBA SABIR" userId="cdfba985-6cea-425f-a12a-4b4fa79fe82d" providerId="ADAL" clId="{7320BE86-EFA2-49E6-8ACF-1DEA3F7814CD}" dt="2025-06-16T03:49:46.495" v="25" actId="14734"/>
          <ac:graphicFrameMkLst>
            <pc:docMk/>
            <pc:sldMk cId="3845268664" sldId="263"/>
            <ac:graphicFrameMk id="4" creationId="{0EE510F9-A62C-FBBC-CF65-E186A42924D3}"/>
          </ac:graphicFrameMkLst>
        </pc:graphicFrameChg>
        <pc:picChg chg="add mod">
          <ac:chgData name="(FA21-RCS-015) LAIBA SABIR" userId="cdfba985-6cea-425f-a12a-4b4fa79fe82d" providerId="ADAL" clId="{7320BE86-EFA2-49E6-8ACF-1DEA3F7814CD}" dt="2025-06-16T04:53:16.381" v="729"/>
          <ac:picMkLst>
            <pc:docMk/>
            <pc:sldMk cId="3845268664" sldId="263"/>
            <ac:picMk id="7" creationId="{A7DC4A56-E35B-BEC0-530D-EC0B5185D5BF}"/>
          </ac:picMkLst>
        </pc:picChg>
      </pc:sldChg>
      <pc:sldChg chg="addSp delSp modSp new mod">
        <pc:chgData name="(FA21-RCS-015) LAIBA SABIR" userId="cdfba985-6cea-425f-a12a-4b4fa79fe82d" providerId="ADAL" clId="{7320BE86-EFA2-49E6-8ACF-1DEA3F7814CD}" dt="2025-06-16T04:53:20.370" v="730"/>
        <pc:sldMkLst>
          <pc:docMk/>
          <pc:sldMk cId="828740670" sldId="264"/>
        </pc:sldMkLst>
        <pc:spChg chg="del">
          <ac:chgData name="(FA21-RCS-015) LAIBA SABIR" userId="cdfba985-6cea-425f-a12a-4b4fa79fe82d" providerId="ADAL" clId="{7320BE86-EFA2-49E6-8ACF-1DEA3F7814CD}" dt="2025-06-16T03:51:33.630" v="39" actId="478"/>
          <ac:spMkLst>
            <pc:docMk/>
            <pc:sldMk cId="828740670" sldId="264"/>
            <ac:spMk id="2" creationId="{2B48D45B-44D0-C115-DB66-474BE0E7A75B}"/>
          </ac:spMkLst>
        </pc:spChg>
        <pc:spChg chg="mod">
          <ac:chgData name="(FA21-RCS-015) LAIBA SABIR" userId="cdfba985-6cea-425f-a12a-4b4fa79fe82d" providerId="ADAL" clId="{7320BE86-EFA2-49E6-8ACF-1DEA3F7814CD}" dt="2025-06-16T03:55:54.192" v="102" actId="20577"/>
          <ac:spMkLst>
            <pc:docMk/>
            <pc:sldMk cId="828740670" sldId="264"/>
            <ac:spMk id="3" creationId="{9F079AE2-F795-DF26-8085-53A2C56C896F}"/>
          </ac:spMkLst>
        </pc:spChg>
        <pc:picChg chg="add mod">
          <ac:chgData name="(FA21-RCS-015) LAIBA SABIR" userId="cdfba985-6cea-425f-a12a-4b4fa79fe82d" providerId="ADAL" clId="{7320BE86-EFA2-49E6-8ACF-1DEA3F7814CD}" dt="2025-06-16T03:53:56.025" v="65" actId="1076"/>
          <ac:picMkLst>
            <pc:docMk/>
            <pc:sldMk cId="828740670" sldId="264"/>
            <ac:picMk id="5" creationId="{5ADC71D3-0B3D-1D4E-42CF-8540DD7590E0}"/>
          </ac:picMkLst>
        </pc:picChg>
        <pc:picChg chg="add mod">
          <ac:chgData name="(FA21-RCS-015) LAIBA SABIR" userId="cdfba985-6cea-425f-a12a-4b4fa79fe82d" providerId="ADAL" clId="{7320BE86-EFA2-49E6-8ACF-1DEA3F7814CD}" dt="2025-06-16T03:55:17.735" v="86" actId="14100"/>
          <ac:picMkLst>
            <pc:docMk/>
            <pc:sldMk cId="828740670" sldId="264"/>
            <ac:picMk id="7" creationId="{94218A96-807A-0E57-A9BF-664BDEF17ECD}"/>
          </ac:picMkLst>
        </pc:picChg>
        <pc:picChg chg="add mod">
          <ac:chgData name="(FA21-RCS-015) LAIBA SABIR" userId="cdfba985-6cea-425f-a12a-4b4fa79fe82d" providerId="ADAL" clId="{7320BE86-EFA2-49E6-8ACF-1DEA3F7814CD}" dt="2025-06-16T04:53:20.370" v="730"/>
          <ac:picMkLst>
            <pc:docMk/>
            <pc:sldMk cId="828740670" sldId="264"/>
            <ac:picMk id="8" creationId="{AF8CEEE5-3BE8-EFB7-6905-E1BF1C16EB9D}"/>
          </ac:picMkLst>
        </pc:picChg>
      </pc:sldChg>
      <pc:sldChg chg="addSp delSp modSp new mod">
        <pc:chgData name="(FA21-RCS-015) LAIBA SABIR" userId="cdfba985-6cea-425f-a12a-4b4fa79fe82d" providerId="ADAL" clId="{7320BE86-EFA2-49E6-8ACF-1DEA3F7814CD}" dt="2025-06-16T04:53:21.978" v="731"/>
        <pc:sldMkLst>
          <pc:docMk/>
          <pc:sldMk cId="979956423" sldId="265"/>
        </pc:sldMkLst>
        <pc:spChg chg="del">
          <ac:chgData name="(FA21-RCS-015) LAIBA SABIR" userId="cdfba985-6cea-425f-a12a-4b4fa79fe82d" providerId="ADAL" clId="{7320BE86-EFA2-49E6-8ACF-1DEA3F7814CD}" dt="2025-06-16T03:56:20.927" v="104" actId="478"/>
          <ac:spMkLst>
            <pc:docMk/>
            <pc:sldMk cId="979956423" sldId="265"/>
            <ac:spMk id="2" creationId="{F877BC37-C627-712B-85E7-0FC2086522EF}"/>
          </ac:spMkLst>
        </pc:spChg>
        <pc:spChg chg="mod">
          <ac:chgData name="(FA21-RCS-015) LAIBA SABIR" userId="cdfba985-6cea-425f-a12a-4b4fa79fe82d" providerId="ADAL" clId="{7320BE86-EFA2-49E6-8ACF-1DEA3F7814CD}" dt="2025-06-16T04:05:01.702" v="158" actId="1076"/>
          <ac:spMkLst>
            <pc:docMk/>
            <pc:sldMk cId="979956423" sldId="265"/>
            <ac:spMk id="3" creationId="{0DAE96D5-74C7-24DE-92B2-850925EEF1A9}"/>
          </ac:spMkLst>
        </pc:spChg>
        <pc:picChg chg="add mod">
          <ac:chgData name="(FA21-RCS-015) LAIBA SABIR" userId="cdfba985-6cea-425f-a12a-4b4fa79fe82d" providerId="ADAL" clId="{7320BE86-EFA2-49E6-8ACF-1DEA3F7814CD}" dt="2025-06-16T04:05:10.650" v="162" actId="14100"/>
          <ac:picMkLst>
            <pc:docMk/>
            <pc:sldMk cId="979956423" sldId="265"/>
            <ac:picMk id="5" creationId="{905D3516-D463-3E12-EE65-7AEB003DB8DF}"/>
          </ac:picMkLst>
        </pc:picChg>
        <pc:picChg chg="add mod">
          <ac:chgData name="(FA21-RCS-015) LAIBA SABIR" userId="cdfba985-6cea-425f-a12a-4b4fa79fe82d" providerId="ADAL" clId="{7320BE86-EFA2-49E6-8ACF-1DEA3F7814CD}" dt="2025-06-16T04:53:21.978" v="731"/>
          <ac:picMkLst>
            <pc:docMk/>
            <pc:sldMk cId="979956423" sldId="265"/>
            <ac:picMk id="6" creationId="{416A865E-A62B-A363-89FD-79B4F15200AA}"/>
          </ac:picMkLst>
        </pc:picChg>
      </pc:sldChg>
      <pc:sldChg chg="addSp delSp modSp new mod">
        <pc:chgData name="(FA21-RCS-015) LAIBA SABIR" userId="cdfba985-6cea-425f-a12a-4b4fa79fe82d" providerId="ADAL" clId="{7320BE86-EFA2-49E6-8ACF-1DEA3F7814CD}" dt="2025-06-16T04:53:23.521" v="732"/>
        <pc:sldMkLst>
          <pc:docMk/>
          <pc:sldMk cId="3556456712" sldId="266"/>
        </pc:sldMkLst>
        <pc:spChg chg="del">
          <ac:chgData name="(FA21-RCS-015) LAIBA SABIR" userId="cdfba985-6cea-425f-a12a-4b4fa79fe82d" providerId="ADAL" clId="{7320BE86-EFA2-49E6-8ACF-1DEA3F7814CD}" dt="2025-06-16T04:00:54.016" v="122" actId="478"/>
          <ac:spMkLst>
            <pc:docMk/>
            <pc:sldMk cId="3556456712" sldId="266"/>
            <ac:spMk id="2" creationId="{D4F34C03-E17F-D320-5116-D8074AFEE079}"/>
          </ac:spMkLst>
        </pc:spChg>
        <pc:spChg chg="mod">
          <ac:chgData name="(FA21-RCS-015) LAIBA SABIR" userId="cdfba985-6cea-425f-a12a-4b4fa79fe82d" providerId="ADAL" clId="{7320BE86-EFA2-49E6-8ACF-1DEA3F7814CD}" dt="2025-06-16T04:04:47.628" v="154" actId="1076"/>
          <ac:spMkLst>
            <pc:docMk/>
            <pc:sldMk cId="3556456712" sldId="266"/>
            <ac:spMk id="3" creationId="{37BAC302-561A-7967-EFAD-7E64B2BDCBDE}"/>
          </ac:spMkLst>
        </pc:spChg>
        <pc:picChg chg="add mod">
          <ac:chgData name="(FA21-RCS-015) LAIBA SABIR" userId="cdfba985-6cea-425f-a12a-4b4fa79fe82d" providerId="ADAL" clId="{7320BE86-EFA2-49E6-8ACF-1DEA3F7814CD}" dt="2025-06-16T04:04:55.926" v="157" actId="14100"/>
          <ac:picMkLst>
            <pc:docMk/>
            <pc:sldMk cId="3556456712" sldId="266"/>
            <ac:picMk id="5" creationId="{539CACC4-66E1-7C74-F6E0-980C0FF97891}"/>
          </ac:picMkLst>
        </pc:picChg>
        <pc:picChg chg="add mod">
          <ac:chgData name="(FA21-RCS-015) LAIBA SABIR" userId="cdfba985-6cea-425f-a12a-4b4fa79fe82d" providerId="ADAL" clId="{7320BE86-EFA2-49E6-8ACF-1DEA3F7814CD}" dt="2025-06-16T04:53:23.521" v="732"/>
          <ac:picMkLst>
            <pc:docMk/>
            <pc:sldMk cId="3556456712" sldId="266"/>
            <ac:picMk id="6" creationId="{5C9774ED-725D-3F9F-560A-BA50157E8EDB}"/>
          </ac:picMkLst>
        </pc:picChg>
      </pc:sldChg>
      <pc:sldChg chg="addSp delSp modSp new mod">
        <pc:chgData name="(FA21-RCS-015) LAIBA SABIR" userId="cdfba985-6cea-425f-a12a-4b4fa79fe82d" providerId="ADAL" clId="{7320BE86-EFA2-49E6-8ACF-1DEA3F7814CD}" dt="2025-06-16T04:53:25.082" v="733"/>
        <pc:sldMkLst>
          <pc:docMk/>
          <pc:sldMk cId="2567926257" sldId="267"/>
        </pc:sldMkLst>
        <pc:spChg chg="del">
          <ac:chgData name="(FA21-RCS-015) LAIBA SABIR" userId="cdfba985-6cea-425f-a12a-4b4fa79fe82d" providerId="ADAL" clId="{7320BE86-EFA2-49E6-8ACF-1DEA3F7814CD}" dt="2025-06-16T04:02:46.901" v="134" actId="478"/>
          <ac:spMkLst>
            <pc:docMk/>
            <pc:sldMk cId="2567926257" sldId="267"/>
            <ac:spMk id="2" creationId="{37C59D37-8AB3-58FF-5B76-9A82B68DC800}"/>
          </ac:spMkLst>
        </pc:spChg>
        <pc:spChg chg="mod">
          <ac:chgData name="(FA21-RCS-015) LAIBA SABIR" userId="cdfba985-6cea-425f-a12a-4b4fa79fe82d" providerId="ADAL" clId="{7320BE86-EFA2-49E6-8ACF-1DEA3F7814CD}" dt="2025-06-16T04:04:41.364" v="153" actId="20577"/>
          <ac:spMkLst>
            <pc:docMk/>
            <pc:sldMk cId="2567926257" sldId="267"/>
            <ac:spMk id="3" creationId="{1D5EF853-AE78-2AAE-4604-B9BB949F7661}"/>
          </ac:spMkLst>
        </pc:spChg>
        <pc:picChg chg="add mod">
          <ac:chgData name="(FA21-RCS-015) LAIBA SABIR" userId="cdfba985-6cea-425f-a12a-4b4fa79fe82d" providerId="ADAL" clId="{7320BE86-EFA2-49E6-8ACF-1DEA3F7814CD}" dt="2025-06-16T04:53:25.082" v="733"/>
          <ac:picMkLst>
            <pc:docMk/>
            <pc:sldMk cId="2567926257" sldId="267"/>
            <ac:picMk id="4" creationId="{ECEF6391-61BE-92CB-C116-8DF7D61FAB9B}"/>
          </ac:picMkLst>
        </pc:picChg>
      </pc:sldChg>
      <pc:sldChg chg="addSp modSp new mod">
        <pc:chgData name="(FA21-RCS-015) LAIBA SABIR" userId="cdfba985-6cea-425f-a12a-4b4fa79fe82d" providerId="ADAL" clId="{7320BE86-EFA2-49E6-8ACF-1DEA3F7814CD}" dt="2025-06-16T04:53:36.301" v="734"/>
        <pc:sldMkLst>
          <pc:docMk/>
          <pc:sldMk cId="1259011607" sldId="268"/>
        </pc:sldMkLst>
        <pc:spChg chg="mod">
          <ac:chgData name="(FA21-RCS-015) LAIBA SABIR" userId="cdfba985-6cea-425f-a12a-4b4fa79fe82d" providerId="ADAL" clId="{7320BE86-EFA2-49E6-8ACF-1DEA3F7814CD}" dt="2025-06-16T04:06:34.935" v="168" actId="113"/>
          <ac:spMkLst>
            <pc:docMk/>
            <pc:sldMk cId="1259011607" sldId="268"/>
            <ac:spMk id="2" creationId="{D48223F1-7BEA-BE23-A0A5-E264704B1A06}"/>
          </ac:spMkLst>
        </pc:spChg>
        <pc:spChg chg="mod">
          <ac:chgData name="(FA21-RCS-015) LAIBA SABIR" userId="cdfba985-6cea-425f-a12a-4b4fa79fe82d" providerId="ADAL" clId="{7320BE86-EFA2-49E6-8ACF-1DEA3F7814CD}" dt="2025-06-16T04:07:20.677" v="174" actId="113"/>
          <ac:spMkLst>
            <pc:docMk/>
            <pc:sldMk cId="1259011607" sldId="268"/>
            <ac:spMk id="3" creationId="{CABB1C63-A81A-3AED-17D9-1D622703DB67}"/>
          </ac:spMkLst>
        </pc:spChg>
        <pc:picChg chg="add mod">
          <ac:chgData name="(FA21-RCS-015) LAIBA SABIR" userId="cdfba985-6cea-425f-a12a-4b4fa79fe82d" providerId="ADAL" clId="{7320BE86-EFA2-49E6-8ACF-1DEA3F7814CD}" dt="2025-06-16T04:53:36.301" v="734"/>
          <ac:picMkLst>
            <pc:docMk/>
            <pc:sldMk cId="1259011607" sldId="268"/>
            <ac:picMk id="4" creationId="{6587D5E7-87F1-905D-D55C-CC107B639CEE}"/>
          </ac:picMkLst>
        </pc:picChg>
      </pc:sldChg>
      <pc:sldChg chg="addSp delSp modSp new mod">
        <pc:chgData name="(FA21-RCS-015) LAIBA SABIR" userId="cdfba985-6cea-425f-a12a-4b4fa79fe82d" providerId="ADAL" clId="{7320BE86-EFA2-49E6-8ACF-1DEA3F7814CD}" dt="2025-06-16T04:53:39.597" v="735"/>
        <pc:sldMkLst>
          <pc:docMk/>
          <pc:sldMk cId="245370258" sldId="269"/>
        </pc:sldMkLst>
        <pc:spChg chg="mod">
          <ac:chgData name="(FA21-RCS-015) LAIBA SABIR" userId="cdfba985-6cea-425f-a12a-4b4fa79fe82d" providerId="ADAL" clId="{7320BE86-EFA2-49E6-8ACF-1DEA3F7814CD}" dt="2025-06-16T04:07:44.256" v="180" actId="113"/>
          <ac:spMkLst>
            <pc:docMk/>
            <pc:sldMk cId="245370258" sldId="269"/>
            <ac:spMk id="2" creationId="{528AB8A2-E741-93A1-D904-822CE7D37DDB}"/>
          </ac:spMkLst>
        </pc:spChg>
        <pc:spChg chg="del">
          <ac:chgData name="(FA21-RCS-015) LAIBA SABIR" userId="cdfba985-6cea-425f-a12a-4b4fa79fe82d" providerId="ADAL" clId="{7320BE86-EFA2-49E6-8ACF-1DEA3F7814CD}" dt="2025-06-16T04:07:54.809" v="181"/>
          <ac:spMkLst>
            <pc:docMk/>
            <pc:sldMk cId="245370258" sldId="269"/>
            <ac:spMk id="3" creationId="{771CBC9B-C527-6888-672E-666DDF8257C4}"/>
          </ac:spMkLst>
        </pc:spChg>
        <pc:spChg chg="add mod">
          <ac:chgData name="(FA21-RCS-015) LAIBA SABIR" userId="cdfba985-6cea-425f-a12a-4b4fa79fe82d" providerId="ADAL" clId="{7320BE86-EFA2-49E6-8ACF-1DEA3F7814CD}" dt="2025-06-16T04:08:44.724" v="207" actId="1076"/>
          <ac:spMkLst>
            <pc:docMk/>
            <pc:sldMk cId="245370258" sldId="269"/>
            <ac:spMk id="4" creationId="{2BB6BCC9-2B50-EDAD-6137-184BE3681449}"/>
          </ac:spMkLst>
        </pc:spChg>
        <pc:picChg chg="add mod">
          <ac:chgData name="(FA21-RCS-015) LAIBA SABIR" userId="cdfba985-6cea-425f-a12a-4b4fa79fe82d" providerId="ADAL" clId="{7320BE86-EFA2-49E6-8ACF-1DEA3F7814CD}" dt="2025-06-16T04:53:39.597" v="735"/>
          <ac:picMkLst>
            <pc:docMk/>
            <pc:sldMk cId="245370258" sldId="269"/>
            <ac:picMk id="5" creationId="{633CDD23-D999-3BD1-826A-01F61BA28426}"/>
          </ac:picMkLst>
        </pc:picChg>
      </pc:sldChg>
      <pc:sldChg chg="addSp modSp new mod">
        <pc:chgData name="(FA21-RCS-015) LAIBA SABIR" userId="cdfba985-6cea-425f-a12a-4b4fa79fe82d" providerId="ADAL" clId="{7320BE86-EFA2-49E6-8ACF-1DEA3F7814CD}" dt="2025-06-16T04:53:41.277" v="736"/>
        <pc:sldMkLst>
          <pc:docMk/>
          <pc:sldMk cId="3629840693" sldId="270"/>
        </pc:sldMkLst>
        <pc:spChg chg="mod">
          <ac:chgData name="(FA21-RCS-015) LAIBA SABIR" userId="cdfba985-6cea-425f-a12a-4b4fa79fe82d" providerId="ADAL" clId="{7320BE86-EFA2-49E6-8ACF-1DEA3F7814CD}" dt="2025-06-16T04:10:12.388" v="221" actId="403"/>
          <ac:spMkLst>
            <pc:docMk/>
            <pc:sldMk cId="3629840693" sldId="270"/>
            <ac:spMk id="2" creationId="{BA199056-957D-2F6C-D717-C09575DEDCB0}"/>
          </ac:spMkLst>
        </pc:spChg>
        <pc:spChg chg="mod">
          <ac:chgData name="(FA21-RCS-015) LAIBA SABIR" userId="cdfba985-6cea-425f-a12a-4b4fa79fe82d" providerId="ADAL" clId="{7320BE86-EFA2-49E6-8ACF-1DEA3F7814CD}" dt="2025-06-16T04:10:30.298" v="227" actId="20577"/>
          <ac:spMkLst>
            <pc:docMk/>
            <pc:sldMk cId="3629840693" sldId="270"/>
            <ac:spMk id="3" creationId="{1661E0BE-36AB-5161-9C21-885E46869AE5}"/>
          </ac:spMkLst>
        </pc:spChg>
        <pc:picChg chg="add mod">
          <ac:chgData name="(FA21-RCS-015) LAIBA SABIR" userId="cdfba985-6cea-425f-a12a-4b4fa79fe82d" providerId="ADAL" clId="{7320BE86-EFA2-49E6-8ACF-1DEA3F7814CD}" dt="2025-06-16T04:53:41.277" v="736"/>
          <ac:picMkLst>
            <pc:docMk/>
            <pc:sldMk cId="3629840693" sldId="270"/>
            <ac:picMk id="4" creationId="{CCCBBA31-8D9C-32E0-9A7F-4EF374A4661E}"/>
          </ac:picMkLst>
        </pc:picChg>
      </pc:sldChg>
      <pc:sldChg chg="addSp delSp modSp new mod">
        <pc:chgData name="(FA21-RCS-015) LAIBA SABIR" userId="cdfba985-6cea-425f-a12a-4b4fa79fe82d" providerId="ADAL" clId="{7320BE86-EFA2-49E6-8ACF-1DEA3F7814CD}" dt="2025-06-16T04:53:42.910" v="737"/>
        <pc:sldMkLst>
          <pc:docMk/>
          <pc:sldMk cId="2063123407" sldId="271"/>
        </pc:sldMkLst>
        <pc:spChg chg="mod">
          <ac:chgData name="(FA21-RCS-015) LAIBA SABIR" userId="cdfba985-6cea-425f-a12a-4b4fa79fe82d" providerId="ADAL" clId="{7320BE86-EFA2-49E6-8ACF-1DEA3F7814CD}" dt="2025-06-16T04:13:40.601" v="247" actId="14100"/>
          <ac:spMkLst>
            <pc:docMk/>
            <pc:sldMk cId="2063123407" sldId="271"/>
            <ac:spMk id="2" creationId="{DD9DB362-FA67-8E73-F8B3-EC013CE6FD75}"/>
          </ac:spMkLst>
        </pc:spChg>
        <pc:spChg chg="del">
          <ac:chgData name="(FA21-RCS-015) LAIBA SABIR" userId="cdfba985-6cea-425f-a12a-4b4fa79fe82d" providerId="ADAL" clId="{7320BE86-EFA2-49E6-8ACF-1DEA3F7814CD}" dt="2025-06-16T04:12:57.608" v="229"/>
          <ac:spMkLst>
            <pc:docMk/>
            <pc:sldMk cId="2063123407" sldId="271"/>
            <ac:spMk id="3" creationId="{E478E1F0-3A24-60B6-B96D-0FB256DF0A3C}"/>
          </ac:spMkLst>
        </pc:spChg>
        <pc:spChg chg="add mod">
          <ac:chgData name="(FA21-RCS-015) LAIBA SABIR" userId="cdfba985-6cea-425f-a12a-4b4fa79fe82d" providerId="ADAL" clId="{7320BE86-EFA2-49E6-8ACF-1DEA3F7814CD}" dt="2025-06-16T04:15:02.766" v="272" actId="20577"/>
          <ac:spMkLst>
            <pc:docMk/>
            <pc:sldMk cId="2063123407" sldId="271"/>
            <ac:spMk id="6" creationId="{B6E1EABC-78FB-8FFB-6EEC-B3481F5747FD}"/>
          </ac:spMkLst>
        </pc:spChg>
        <pc:graphicFrameChg chg="add mod modGraphic">
          <ac:chgData name="(FA21-RCS-015) LAIBA SABIR" userId="cdfba985-6cea-425f-a12a-4b4fa79fe82d" providerId="ADAL" clId="{7320BE86-EFA2-49E6-8ACF-1DEA3F7814CD}" dt="2025-06-16T04:15:38.677" v="280" actId="122"/>
          <ac:graphicFrameMkLst>
            <pc:docMk/>
            <pc:sldMk cId="2063123407" sldId="271"/>
            <ac:graphicFrameMk id="4" creationId="{F58E97D3-02B8-6B4A-9A0E-26FD08A181B7}"/>
          </ac:graphicFrameMkLst>
        </pc:graphicFrameChg>
        <pc:picChg chg="add mod">
          <ac:chgData name="(FA21-RCS-015) LAIBA SABIR" userId="cdfba985-6cea-425f-a12a-4b4fa79fe82d" providerId="ADAL" clId="{7320BE86-EFA2-49E6-8ACF-1DEA3F7814CD}" dt="2025-06-16T04:53:42.910" v="737"/>
          <ac:picMkLst>
            <pc:docMk/>
            <pc:sldMk cId="2063123407" sldId="271"/>
            <ac:picMk id="7" creationId="{3DB81174-396D-B980-14F1-1AFE22EC09A7}"/>
          </ac:picMkLst>
        </pc:picChg>
      </pc:sldChg>
      <pc:sldChg chg="addSp delSp modSp new mod">
        <pc:chgData name="(FA21-RCS-015) LAIBA SABIR" userId="cdfba985-6cea-425f-a12a-4b4fa79fe82d" providerId="ADAL" clId="{7320BE86-EFA2-49E6-8ACF-1DEA3F7814CD}" dt="2025-06-16T04:53:44.858" v="738"/>
        <pc:sldMkLst>
          <pc:docMk/>
          <pc:sldMk cId="1449218586" sldId="272"/>
        </pc:sldMkLst>
        <pc:spChg chg="del">
          <ac:chgData name="(FA21-RCS-015) LAIBA SABIR" userId="cdfba985-6cea-425f-a12a-4b4fa79fe82d" providerId="ADAL" clId="{7320BE86-EFA2-49E6-8ACF-1DEA3F7814CD}" dt="2025-06-16T04:16:22.935" v="282" actId="478"/>
          <ac:spMkLst>
            <pc:docMk/>
            <pc:sldMk cId="1449218586" sldId="272"/>
            <ac:spMk id="2" creationId="{F28E020D-6EE5-C573-3238-D159DAF1C0D3}"/>
          </ac:spMkLst>
        </pc:spChg>
        <pc:spChg chg="mod">
          <ac:chgData name="(FA21-RCS-015) LAIBA SABIR" userId="cdfba985-6cea-425f-a12a-4b4fa79fe82d" providerId="ADAL" clId="{7320BE86-EFA2-49E6-8ACF-1DEA3F7814CD}" dt="2025-06-16T04:18:31.415" v="303" actId="20577"/>
          <ac:spMkLst>
            <pc:docMk/>
            <pc:sldMk cId="1449218586" sldId="272"/>
            <ac:spMk id="3" creationId="{C1A1A15C-CD73-3EFB-2EDA-128FEB9B0976}"/>
          </ac:spMkLst>
        </pc:spChg>
        <pc:graphicFrameChg chg="add mod modGraphic">
          <ac:chgData name="(FA21-RCS-015) LAIBA SABIR" userId="cdfba985-6cea-425f-a12a-4b4fa79fe82d" providerId="ADAL" clId="{7320BE86-EFA2-49E6-8ACF-1DEA3F7814CD}" dt="2025-06-16T04:18:52.795" v="307" actId="1076"/>
          <ac:graphicFrameMkLst>
            <pc:docMk/>
            <pc:sldMk cId="1449218586" sldId="272"/>
            <ac:graphicFrameMk id="4" creationId="{A3852752-1C2C-D6F6-EC4C-95F2803D02D3}"/>
          </ac:graphicFrameMkLst>
        </pc:graphicFrameChg>
        <pc:picChg chg="add mod">
          <ac:chgData name="(FA21-RCS-015) LAIBA SABIR" userId="cdfba985-6cea-425f-a12a-4b4fa79fe82d" providerId="ADAL" clId="{7320BE86-EFA2-49E6-8ACF-1DEA3F7814CD}" dt="2025-06-16T04:18:43.753" v="306" actId="1076"/>
          <ac:picMkLst>
            <pc:docMk/>
            <pc:sldMk cId="1449218586" sldId="272"/>
            <ac:picMk id="6" creationId="{BF762A44-DA1C-7DBC-296C-49137A9A351E}"/>
          </ac:picMkLst>
        </pc:picChg>
        <pc:picChg chg="add mod">
          <ac:chgData name="(FA21-RCS-015) LAIBA SABIR" userId="cdfba985-6cea-425f-a12a-4b4fa79fe82d" providerId="ADAL" clId="{7320BE86-EFA2-49E6-8ACF-1DEA3F7814CD}" dt="2025-06-16T04:19:21.142" v="309" actId="1076"/>
          <ac:picMkLst>
            <pc:docMk/>
            <pc:sldMk cId="1449218586" sldId="272"/>
            <ac:picMk id="8" creationId="{78E36993-10F8-1C45-546A-298E1699B5BD}"/>
          </ac:picMkLst>
        </pc:picChg>
        <pc:picChg chg="add mod">
          <ac:chgData name="(FA21-RCS-015) LAIBA SABIR" userId="cdfba985-6cea-425f-a12a-4b4fa79fe82d" providerId="ADAL" clId="{7320BE86-EFA2-49E6-8ACF-1DEA3F7814CD}" dt="2025-06-16T04:20:15.644" v="313" actId="14100"/>
          <ac:picMkLst>
            <pc:docMk/>
            <pc:sldMk cId="1449218586" sldId="272"/>
            <ac:picMk id="10" creationId="{EB0AA49C-1C28-10AF-3B69-D9802ADAACD3}"/>
          </ac:picMkLst>
        </pc:picChg>
        <pc:picChg chg="add mod">
          <ac:chgData name="(FA21-RCS-015) LAIBA SABIR" userId="cdfba985-6cea-425f-a12a-4b4fa79fe82d" providerId="ADAL" clId="{7320BE86-EFA2-49E6-8ACF-1DEA3F7814CD}" dt="2025-06-16T04:53:44.858" v="738"/>
          <ac:picMkLst>
            <pc:docMk/>
            <pc:sldMk cId="1449218586" sldId="272"/>
            <ac:picMk id="11" creationId="{FFC15CB2-6701-73E5-3DD6-611BF51A905A}"/>
          </ac:picMkLst>
        </pc:picChg>
      </pc:sldChg>
      <pc:sldChg chg="addSp delSp modSp new mod">
        <pc:chgData name="(FA21-RCS-015) LAIBA SABIR" userId="cdfba985-6cea-425f-a12a-4b4fa79fe82d" providerId="ADAL" clId="{7320BE86-EFA2-49E6-8ACF-1DEA3F7814CD}" dt="2025-06-16T04:52:55.415" v="721"/>
        <pc:sldMkLst>
          <pc:docMk/>
          <pc:sldMk cId="2543871172" sldId="273"/>
        </pc:sldMkLst>
        <pc:spChg chg="del">
          <ac:chgData name="(FA21-RCS-015) LAIBA SABIR" userId="cdfba985-6cea-425f-a12a-4b4fa79fe82d" providerId="ADAL" clId="{7320BE86-EFA2-49E6-8ACF-1DEA3F7814CD}" dt="2025-06-16T04:21:41.434" v="315" actId="478"/>
          <ac:spMkLst>
            <pc:docMk/>
            <pc:sldMk cId="2543871172" sldId="273"/>
            <ac:spMk id="2" creationId="{2ED90B1E-494D-C728-A707-5275142EE1B8}"/>
          </ac:spMkLst>
        </pc:spChg>
        <pc:spChg chg="mod">
          <ac:chgData name="(FA21-RCS-015) LAIBA SABIR" userId="cdfba985-6cea-425f-a12a-4b4fa79fe82d" providerId="ADAL" clId="{7320BE86-EFA2-49E6-8ACF-1DEA3F7814CD}" dt="2025-06-16T04:26:12.929" v="366" actId="404"/>
          <ac:spMkLst>
            <pc:docMk/>
            <pc:sldMk cId="2543871172" sldId="273"/>
            <ac:spMk id="3" creationId="{D75A6CEF-209D-3B9D-BEE3-593C030FDC5A}"/>
          </ac:spMkLst>
        </pc:spChg>
        <pc:spChg chg="add mod">
          <ac:chgData name="(FA21-RCS-015) LAIBA SABIR" userId="cdfba985-6cea-425f-a12a-4b4fa79fe82d" providerId="ADAL" clId="{7320BE86-EFA2-49E6-8ACF-1DEA3F7814CD}" dt="2025-06-16T04:26:46.110" v="374" actId="403"/>
          <ac:spMkLst>
            <pc:docMk/>
            <pc:sldMk cId="2543871172" sldId="273"/>
            <ac:spMk id="6" creationId="{C6479BBA-C990-CE11-E9D4-8A4A32EDBC02}"/>
          </ac:spMkLst>
        </pc:spChg>
        <pc:graphicFrameChg chg="add mod modGraphic">
          <ac:chgData name="(FA21-RCS-015) LAIBA SABIR" userId="cdfba985-6cea-425f-a12a-4b4fa79fe82d" providerId="ADAL" clId="{7320BE86-EFA2-49E6-8ACF-1DEA3F7814CD}" dt="2025-06-16T04:26:19.745" v="367" actId="1076"/>
          <ac:graphicFrameMkLst>
            <pc:docMk/>
            <pc:sldMk cId="2543871172" sldId="273"/>
            <ac:graphicFrameMk id="4" creationId="{64628314-FF93-D50F-CC26-EB24DFEC01F3}"/>
          </ac:graphicFrameMkLst>
        </pc:graphicFrameChg>
        <pc:picChg chg="add mod">
          <ac:chgData name="(FA21-RCS-015) LAIBA SABIR" userId="cdfba985-6cea-425f-a12a-4b4fa79fe82d" providerId="ADAL" clId="{7320BE86-EFA2-49E6-8ACF-1DEA3F7814CD}" dt="2025-06-16T04:52:55.415" v="721"/>
          <ac:picMkLst>
            <pc:docMk/>
            <pc:sldMk cId="2543871172" sldId="273"/>
            <ac:picMk id="7" creationId="{B8CB3D82-5C26-8E57-0C58-33EF44E33B5F}"/>
          </ac:picMkLst>
        </pc:picChg>
      </pc:sldChg>
      <pc:sldChg chg="addSp delSp modSp new mod">
        <pc:chgData name="(FA21-RCS-015) LAIBA SABIR" userId="cdfba985-6cea-425f-a12a-4b4fa79fe82d" providerId="ADAL" clId="{7320BE86-EFA2-49E6-8ACF-1DEA3F7814CD}" dt="2025-06-16T04:52:53.819" v="720"/>
        <pc:sldMkLst>
          <pc:docMk/>
          <pc:sldMk cId="764003157" sldId="274"/>
        </pc:sldMkLst>
        <pc:spChg chg="del">
          <ac:chgData name="(FA21-RCS-015) LAIBA SABIR" userId="cdfba985-6cea-425f-a12a-4b4fa79fe82d" providerId="ADAL" clId="{7320BE86-EFA2-49E6-8ACF-1DEA3F7814CD}" dt="2025-06-16T04:27:03.098" v="376" actId="478"/>
          <ac:spMkLst>
            <pc:docMk/>
            <pc:sldMk cId="764003157" sldId="274"/>
            <ac:spMk id="2" creationId="{5AE41379-E869-F707-FB87-845B2414B1B2}"/>
          </ac:spMkLst>
        </pc:spChg>
        <pc:spChg chg="mod">
          <ac:chgData name="(FA21-RCS-015) LAIBA SABIR" userId="cdfba985-6cea-425f-a12a-4b4fa79fe82d" providerId="ADAL" clId="{7320BE86-EFA2-49E6-8ACF-1DEA3F7814CD}" dt="2025-06-16T04:28:54.364" v="411" actId="404"/>
          <ac:spMkLst>
            <pc:docMk/>
            <pc:sldMk cId="764003157" sldId="274"/>
            <ac:spMk id="3" creationId="{C1CA99F2-3B6B-F7D9-18A1-3A160D1F1543}"/>
          </ac:spMkLst>
        </pc:spChg>
        <pc:spChg chg="add mod">
          <ac:chgData name="(FA21-RCS-015) LAIBA SABIR" userId="cdfba985-6cea-425f-a12a-4b4fa79fe82d" providerId="ADAL" clId="{7320BE86-EFA2-49E6-8ACF-1DEA3F7814CD}" dt="2025-06-16T04:30:12.472" v="426" actId="1076"/>
          <ac:spMkLst>
            <pc:docMk/>
            <pc:sldMk cId="764003157" sldId="274"/>
            <ac:spMk id="5" creationId="{3ECA633D-28DD-0F24-F088-B57CDFD24D70}"/>
          </ac:spMkLst>
        </pc:spChg>
        <pc:graphicFrameChg chg="add mod modGraphic">
          <ac:chgData name="(FA21-RCS-015) LAIBA SABIR" userId="cdfba985-6cea-425f-a12a-4b4fa79fe82d" providerId="ADAL" clId="{7320BE86-EFA2-49E6-8ACF-1DEA3F7814CD}" dt="2025-06-16T04:30:02.455" v="424" actId="1076"/>
          <ac:graphicFrameMkLst>
            <pc:docMk/>
            <pc:sldMk cId="764003157" sldId="274"/>
            <ac:graphicFrameMk id="4" creationId="{AE4DD1F4-87D3-249C-4E68-4DDD074F3A70}"/>
          </ac:graphicFrameMkLst>
        </pc:graphicFrameChg>
        <pc:picChg chg="add mod">
          <ac:chgData name="(FA21-RCS-015) LAIBA SABIR" userId="cdfba985-6cea-425f-a12a-4b4fa79fe82d" providerId="ADAL" clId="{7320BE86-EFA2-49E6-8ACF-1DEA3F7814CD}" dt="2025-06-16T04:52:53.819" v="720"/>
          <ac:picMkLst>
            <pc:docMk/>
            <pc:sldMk cId="764003157" sldId="274"/>
            <ac:picMk id="6" creationId="{12692C6B-F88E-A2BD-70F4-04479B122A66}"/>
          </ac:picMkLst>
        </pc:picChg>
      </pc:sldChg>
      <pc:sldChg chg="addSp delSp modSp new mod">
        <pc:chgData name="(FA21-RCS-015) LAIBA SABIR" userId="cdfba985-6cea-425f-a12a-4b4fa79fe82d" providerId="ADAL" clId="{7320BE86-EFA2-49E6-8ACF-1DEA3F7814CD}" dt="2025-06-16T04:52:52.065" v="719"/>
        <pc:sldMkLst>
          <pc:docMk/>
          <pc:sldMk cId="1021087661" sldId="275"/>
        </pc:sldMkLst>
        <pc:spChg chg="del">
          <ac:chgData name="(FA21-RCS-015) LAIBA SABIR" userId="cdfba985-6cea-425f-a12a-4b4fa79fe82d" providerId="ADAL" clId="{7320BE86-EFA2-49E6-8ACF-1DEA3F7814CD}" dt="2025-06-16T04:30:43.556" v="428" actId="478"/>
          <ac:spMkLst>
            <pc:docMk/>
            <pc:sldMk cId="1021087661" sldId="275"/>
            <ac:spMk id="2" creationId="{8BE9D977-D940-CF68-0469-9AB722DBA0E3}"/>
          </ac:spMkLst>
        </pc:spChg>
        <pc:spChg chg="mod">
          <ac:chgData name="(FA21-RCS-015) LAIBA SABIR" userId="cdfba985-6cea-425f-a12a-4b4fa79fe82d" providerId="ADAL" clId="{7320BE86-EFA2-49E6-8ACF-1DEA3F7814CD}" dt="2025-06-16T04:32:01.742" v="455" actId="2711"/>
          <ac:spMkLst>
            <pc:docMk/>
            <pc:sldMk cId="1021087661" sldId="275"/>
            <ac:spMk id="3" creationId="{1FC89680-36A0-573B-4428-3CCA30AD6227}"/>
          </ac:spMkLst>
        </pc:spChg>
        <pc:spChg chg="add mod">
          <ac:chgData name="(FA21-RCS-015) LAIBA SABIR" userId="cdfba985-6cea-425f-a12a-4b4fa79fe82d" providerId="ADAL" clId="{7320BE86-EFA2-49E6-8ACF-1DEA3F7814CD}" dt="2025-06-16T04:33:04.454" v="474" actId="20577"/>
          <ac:spMkLst>
            <pc:docMk/>
            <pc:sldMk cId="1021087661" sldId="275"/>
            <ac:spMk id="5" creationId="{4EF9EC3F-FAF8-96C3-0423-E5A66010E44F}"/>
          </ac:spMkLst>
        </pc:spChg>
        <pc:graphicFrameChg chg="add mod modGraphic">
          <ac:chgData name="(FA21-RCS-015) LAIBA SABIR" userId="cdfba985-6cea-425f-a12a-4b4fa79fe82d" providerId="ADAL" clId="{7320BE86-EFA2-49E6-8ACF-1DEA3F7814CD}" dt="2025-06-16T04:32:49.119" v="464" actId="1076"/>
          <ac:graphicFrameMkLst>
            <pc:docMk/>
            <pc:sldMk cId="1021087661" sldId="275"/>
            <ac:graphicFrameMk id="4" creationId="{2DBCA244-A7FF-E31B-D1E3-EB264EB30514}"/>
          </ac:graphicFrameMkLst>
        </pc:graphicFrameChg>
        <pc:picChg chg="add mod">
          <ac:chgData name="(FA21-RCS-015) LAIBA SABIR" userId="cdfba985-6cea-425f-a12a-4b4fa79fe82d" providerId="ADAL" clId="{7320BE86-EFA2-49E6-8ACF-1DEA3F7814CD}" dt="2025-06-16T04:52:52.065" v="719"/>
          <ac:picMkLst>
            <pc:docMk/>
            <pc:sldMk cId="1021087661" sldId="275"/>
            <ac:picMk id="6" creationId="{96920351-22F4-E06C-6D44-40CD7869FE38}"/>
          </ac:picMkLst>
        </pc:picChg>
      </pc:sldChg>
      <pc:sldChg chg="addSp delSp modSp new mod modAnim">
        <pc:chgData name="(FA21-RCS-015) LAIBA SABIR" userId="cdfba985-6cea-425f-a12a-4b4fa79fe82d" providerId="ADAL" clId="{7320BE86-EFA2-49E6-8ACF-1DEA3F7814CD}" dt="2025-06-16T04:52:49.901" v="718"/>
        <pc:sldMkLst>
          <pc:docMk/>
          <pc:sldMk cId="3452955114" sldId="276"/>
        </pc:sldMkLst>
        <pc:spChg chg="del">
          <ac:chgData name="(FA21-RCS-015) LAIBA SABIR" userId="cdfba985-6cea-425f-a12a-4b4fa79fe82d" providerId="ADAL" clId="{7320BE86-EFA2-49E6-8ACF-1DEA3F7814CD}" dt="2025-06-16T04:33:24.880" v="476" actId="478"/>
          <ac:spMkLst>
            <pc:docMk/>
            <pc:sldMk cId="3452955114" sldId="276"/>
            <ac:spMk id="2" creationId="{261C8595-FA52-F9A2-8771-F12BDB23EC56}"/>
          </ac:spMkLst>
        </pc:spChg>
        <pc:spChg chg="mod">
          <ac:chgData name="(FA21-RCS-015) LAIBA SABIR" userId="cdfba985-6cea-425f-a12a-4b4fa79fe82d" providerId="ADAL" clId="{7320BE86-EFA2-49E6-8ACF-1DEA3F7814CD}" dt="2025-06-16T04:47:48.145" v="678" actId="6549"/>
          <ac:spMkLst>
            <pc:docMk/>
            <pc:sldMk cId="3452955114" sldId="276"/>
            <ac:spMk id="3" creationId="{AFE6A488-1B66-18B4-E93E-9826EEAA40CC}"/>
          </ac:spMkLst>
        </pc:spChg>
        <pc:spChg chg="add mod">
          <ac:chgData name="(FA21-RCS-015) LAIBA SABIR" userId="cdfba985-6cea-425f-a12a-4b4fa79fe82d" providerId="ADAL" clId="{7320BE86-EFA2-49E6-8ACF-1DEA3F7814CD}" dt="2025-06-16T04:46:41.779" v="666" actId="1076"/>
          <ac:spMkLst>
            <pc:docMk/>
            <pc:sldMk cId="3452955114" sldId="276"/>
            <ac:spMk id="10" creationId="{61B22FC4-5550-37B8-0288-9E1513B80384}"/>
          </ac:spMkLst>
        </pc:spChg>
        <pc:spChg chg="add mod">
          <ac:chgData name="(FA21-RCS-015) LAIBA SABIR" userId="cdfba985-6cea-425f-a12a-4b4fa79fe82d" providerId="ADAL" clId="{7320BE86-EFA2-49E6-8ACF-1DEA3F7814CD}" dt="2025-06-16T04:41:51.297" v="621" actId="164"/>
          <ac:spMkLst>
            <pc:docMk/>
            <pc:sldMk cId="3452955114" sldId="276"/>
            <ac:spMk id="12" creationId="{1130F93B-2E34-20B6-E403-A9A736BB7422}"/>
          </ac:spMkLst>
        </pc:spChg>
        <pc:spChg chg="add mod">
          <ac:chgData name="(FA21-RCS-015) LAIBA SABIR" userId="cdfba985-6cea-425f-a12a-4b4fa79fe82d" providerId="ADAL" clId="{7320BE86-EFA2-49E6-8ACF-1DEA3F7814CD}" dt="2025-06-16T04:42:44.868" v="631" actId="164"/>
          <ac:spMkLst>
            <pc:docMk/>
            <pc:sldMk cId="3452955114" sldId="276"/>
            <ac:spMk id="13" creationId="{66902060-B254-D83D-6397-6C6DD66AFD86}"/>
          </ac:spMkLst>
        </pc:spChg>
        <pc:spChg chg="add mod ord">
          <ac:chgData name="(FA21-RCS-015) LAIBA SABIR" userId="cdfba985-6cea-425f-a12a-4b4fa79fe82d" providerId="ADAL" clId="{7320BE86-EFA2-49E6-8ACF-1DEA3F7814CD}" dt="2025-06-16T04:43:34.510" v="641" actId="164"/>
          <ac:spMkLst>
            <pc:docMk/>
            <pc:sldMk cId="3452955114" sldId="276"/>
            <ac:spMk id="14" creationId="{17ADE293-5EBC-2692-8444-85EC5CE2353C}"/>
          </ac:spMkLst>
        </pc:spChg>
        <pc:spChg chg="add mod ord">
          <ac:chgData name="(FA21-RCS-015) LAIBA SABIR" userId="cdfba985-6cea-425f-a12a-4b4fa79fe82d" providerId="ADAL" clId="{7320BE86-EFA2-49E6-8ACF-1DEA3F7814CD}" dt="2025-06-16T04:46:07.444" v="661" actId="164"/>
          <ac:spMkLst>
            <pc:docMk/>
            <pc:sldMk cId="3452955114" sldId="276"/>
            <ac:spMk id="15" creationId="{491BF2BD-5EEC-D06C-E296-EE413BEC3702}"/>
          </ac:spMkLst>
        </pc:spChg>
        <pc:spChg chg="add mod">
          <ac:chgData name="(FA21-RCS-015) LAIBA SABIR" userId="cdfba985-6cea-425f-a12a-4b4fa79fe82d" providerId="ADAL" clId="{7320BE86-EFA2-49E6-8ACF-1DEA3F7814CD}" dt="2025-06-16T04:41:45.175" v="620" actId="164"/>
          <ac:spMkLst>
            <pc:docMk/>
            <pc:sldMk cId="3452955114" sldId="276"/>
            <ac:spMk id="16" creationId="{4475A19B-AE78-E62F-4855-D4859930F162}"/>
          </ac:spMkLst>
        </pc:spChg>
        <pc:spChg chg="add mod">
          <ac:chgData name="(FA21-RCS-015) LAIBA SABIR" userId="cdfba985-6cea-425f-a12a-4b4fa79fe82d" providerId="ADAL" clId="{7320BE86-EFA2-49E6-8ACF-1DEA3F7814CD}" dt="2025-06-16T04:42:39.341" v="630" actId="164"/>
          <ac:spMkLst>
            <pc:docMk/>
            <pc:sldMk cId="3452955114" sldId="276"/>
            <ac:spMk id="22" creationId="{43131927-BCE7-B7A4-C8D3-33AB179C767A}"/>
          </ac:spMkLst>
        </pc:spChg>
        <pc:spChg chg="add mod">
          <ac:chgData name="(FA21-RCS-015) LAIBA SABIR" userId="cdfba985-6cea-425f-a12a-4b4fa79fe82d" providerId="ADAL" clId="{7320BE86-EFA2-49E6-8ACF-1DEA3F7814CD}" dt="2025-06-16T04:43:29.469" v="640" actId="164"/>
          <ac:spMkLst>
            <pc:docMk/>
            <pc:sldMk cId="3452955114" sldId="276"/>
            <ac:spMk id="27" creationId="{6A5FF952-C1B8-2462-F92A-D2B477520076}"/>
          </ac:spMkLst>
        </pc:spChg>
        <pc:spChg chg="add mod">
          <ac:chgData name="(FA21-RCS-015) LAIBA SABIR" userId="cdfba985-6cea-425f-a12a-4b4fa79fe82d" providerId="ADAL" clId="{7320BE86-EFA2-49E6-8ACF-1DEA3F7814CD}" dt="2025-06-16T04:46:07.444" v="661" actId="164"/>
          <ac:spMkLst>
            <pc:docMk/>
            <pc:sldMk cId="3452955114" sldId="276"/>
            <ac:spMk id="32" creationId="{2C878CB7-9401-9FE1-2438-27AA5C63C5EA}"/>
          </ac:spMkLst>
        </pc:spChg>
        <pc:spChg chg="add mod">
          <ac:chgData name="(FA21-RCS-015) LAIBA SABIR" userId="cdfba985-6cea-425f-a12a-4b4fa79fe82d" providerId="ADAL" clId="{7320BE86-EFA2-49E6-8ACF-1DEA3F7814CD}" dt="2025-06-16T04:49:19.175" v="688" actId="1076"/>
          <ac:spMkLst>
            <pc:docMk/>
            <pc:sldMk cId="3452955114" sldId="276"/>
            <ac:spMk id="37" creationId="{0CD130F6-974C-531E-8D4E-CC65E96F6DBF}"/>
          </ac:spMkLst>
        </pc:spChg>
        <pc:spChg chg="add mod">
          <ac:chgData name="(FA21-RCS-015) LAIBA SABIR" userId="cdfba985-6cea-425f-a12a-4b4fa79fe82d" providerId="ADAL" clId="{7320BE86-EFA2-49E6-8ACF-1DEA3F7814CD}" dt="2025-06-16T04:49:15.020" v="687" actId="1076"/>
          <ac:spMkLst>
            <pc:docMk/>
            <pc:sldMk cId="3452955114" sldId="276"/>
            <ac:spMk id="39" creationId="{0BA81894-603A-736D-9F17-002EC236C91A}"/>
          </ac:spMkLst>
        </pc:spChg>
        <pc:grpChg chg="add mod">
          <ac:chgData name="(FA21-RCS-015) LAIBA SABIR" userId="cdfba985-6cea-425f-a12a-4b4fa79fe82d" providerId="ADAL" clId="{7320BE86-EFA2-49E6-8ACF-1DEA3F7814CD}" dt="2025-06-16T04:46:41.779" v="666" actId="1076"/>
          <ac:grpSpMkLst>
            <pc:docMk/>
            <pc:sldMk cId="3452955114" sldId="276"/>
            <ac:grpSpMk id="9" creationId="{5372CFAC-AE41-000F-636B-6DA629F73995}"/>
          </ac:grpSpMkLst>
        </pc:grpChg>
        <pc:grpChg chg="add mod">
          <ac:chgData name="(FA21-RCS-015) LAIBA SABIR" userId="cdfba985-6cea-425f-a12a-4b4fa79fe82d" providerId="ADAL" clId="{7320BE86-EFA2-49E6-8ACF-1DEA3F7814CD}" dt="2025-06-16T04:41:51.297" v="621" actId="164"/>
          <ac:grpSpMkLst>
            <pc:docMk/>
            <pc:sldMk cId="3452955114" sldId="276"/>
            <ac:grpSpMk id="20" creationId="{6BFFF913-B395-80D3-1D7E-A69A9FED0946}"/>
          </ac:grpSpMkLst>
        </pc:grpChg>
        <pc:grpChg chg="add mod">
          <ac:chgData name="(FA21-RCS-015) LAIBA SABIR" userId="cdfba985-6cea-425f-a12a-4b4fa79fe82d" providerId="ADAL" clId="{7320BE86-EFA2-49E6-8ACF-1DEA3F7814CD}" dt="2025-06-16T04:46:41.779" v="666" actId="1076"/>
          <ac:grpSpMkLst>
            <pc:docMk/>
            <pc:sldMk cId="3452955114" sldId="276"/>
            <ac:grpSpMk id="21" creationId="{BF79200B-C491-9D6E-E2BD-0411295B8646}"/>
          </ac:grpSpMkLst>
        </pc:grpChg>
        <pc:grpChg chg="add mod">
          <ac:chgData name="(FA21-RCS-015) LAIBA SABIR" userId="cdfba985-6cea-425f-a12a-4b4fa79fe82d" providerId="ADAL" clId="{7320BE86-EFA2-49E6-8ACF-1DEA3F7814CD}" dt="2025-06-16T04:42:44.868" v="631" actId="164"/>
          <ac:grpSpMkLst>
            <pc:docMk/>
            <pc:sldMk cId="3452955114" sldId="276"/>
            <ac:grpSpMk id="25" creationId="{EDBD2FEA-AC44-7B58-1315-02BBF82BDC2E}"/>
          </ac:grpSpMkLst>
        </pc:grpChg>
        <pc:grpChg chg="add mod">
          <ac:chgData name="(FA21-RCS-015) LAIBA SABIR" userId="cdfba985-6cea-425f-a12a-4b4fa79fe82d" providerId="ADAL" clId="{7320BE86-EFA2-49E6-8ACF-1DEA3F7814CD}" dt="2025-06-16T04:46:41.779" v="666" actId="1076"/>
          <ac:grpSpMkLst>
            <pc:docMk/>
            <pc:sldMk cId="3452955114" sldId="276"/>
            <ac:grpSpMk id="26" creationId="{84003D4C-EC96-7A83-FF5B-EA652D2858B5}"/>
          </ac:grpSpMkLst>
        </pc:grpChg>
        <pc:grpChg chg="add mod">
          <ac:chgData name="(FA21-RCS-015) LAIBA SABIR" userId="cdfba985-6cea-425f-a12a-4b4fa79fe82d" providerId="ADAL" clId="{7320BE86-EFA2-49E6-8ACF-1DEA3F7814CD}" dt="2025-06-16T04:43:34.510" v="641" actId="164"/>
          <ac:grpSpMkLst>
            <pc:docMk/>
            <pc:sldMk cId="3452955114" sldId="276"/>
            <ac:grpSpMk id="30" creationId="{D50BBF0F-0FBF-87C8-41BA-A9ECFDF5FC04}"/>
          </ac:grpSpMkLst>
        </pc:grpChg>
        <pc:grpChg chg="add mod ord">
          <ac:chgData name="(FA21-RCS-015) LAIBA SABIR" userId="cdfba985-6cea-425f-a12a-4b4fa79fe82d" providerId="ADAL" clId="{7320BE86-EFA2-49E6-8ACF-1DEA3F7814CD}" dt="2025-06-16T04:46:41.779" v="666" actId="1076"/>
          <ac:grpSpMkLst>
            <pc:docMk/>
            <pc:sldMk cId="3452955114" sldId="276"/>
            <ac:grpSpMk id="31" creationId="{548ED5EB-B1D5-C37A-C2F7-5ED2A86080E1}"/>
          </ac:grpSpMkLst>
        </pc:grpChg>
        <pc:grpChg chg="add mod">
          <ac:chgData name="(FA21-RCS-015) LAIBA SABIR" userId="cdfba985-6cea-425f-a12a-4b4fa79fe82d" providerId="ADAL" clId="{7320BE86-EFA2-49E6-8ACF-1DEA3F7814CD}" dt="2025-06-16T04:46:07.444" v="661" actId="164"/>
          <ac:grpSpMkLst>
            <pc:docMk/>
            <pc:sldMk cId="3452955114" sldId="276"/>
            <ac:grpSpMk id="34" creationId="{05459609-792D-AD39-90A4-CF562E171581}"/>
          </ac:grpSpMkLst>
        </pc:grpChg>
        <pc:grpChg chg="add mod ord">
          <ac:chgData name="(FA21-RCS-015) LAIBA SABIR" userId="cdfba985-6cea-425f-a12a-4b4fa79fe82d" providerId="ADAL" clId="{7320BE86-EFA2-49E6-8ACF-1DEA3F7814CD}" dt="2025-06-16T04:46:41.779" v="666" actId="1076"/>
          <ac:grpSpMkLst>
            <pc:docMk/>
            <pc:sldMk cId="3452955114" sldId="276"/>
            <ac:grpSpMk id="35" creationId="{B262A4D7-8A24-EA17-F1A1-24C44729AD63}"/>
          </ac:grpSpMkLst>
        </pc:grpChg>
        <pc:grpChg chg="add mod">
          <ac:chgData name="(FA21-RCS-015) LAIBA SABIR" userId="cdfba985-6cea-425f-a12a-4b4fa79fe82d" providerId="ADAL" clId="{7320BE86-EFA2-49E6-8ACF-1DEA3F7814CD}" dt="2025-06-16T04:46:07.444" v="661" actId="164"/>
          <ac:grpSpMkLst>
            <pc:docMk/>
            <pc:sldMk cId="3452955114" sldId="276"/>
            <ac:grpSpMk id="38" creationId="{166ED613-17E3-BCC1-6AD7-DE403428641D}"/>
          </ac:grpSpMkLst>
        </pc:grpChg>
        <pc:picChg chg="add mod">
          <ac:chgData name="(FA21-RCS-015) LAIBA SABIR" userId="cdfba985-6cea-425f-a12a-4b4fa79fe82d" providerId="ADAL" clId="{7320BE86-EFA2-49E6-8ACF-1DEA3F7814CD}" dt="2025-06-16T04:52:49.901" v="718"/>
          <ac:picMkLst>
            <pc:docMk/>
            <pc:sldMk cId="3452955114" sldId="276"/>
            <ac:picMk id="40" creationId="{5051FE82-3377-A42A-3C96-4DD2E43C129F}"/>
          </ac:picMkLst>
        </pc:picChg>
        <pc:cxnChg chg="add mod">
          <ac:chgData name="(FA21-RCS-015) LAIBA SABIR" userId="cdfba985-6cea-425f-a12a-4b4fa79fe82d" providerId="ADAL" clId="{7320BE86-EFA2-49E6-8ACF-1DEA3F7814CD}" dt="2025-06-16T04:46:07.444" v="661" actId="164"/>
          <ac:cxnSpMkLst>
            <pc:docMk/>
            <pc:sldMk cId="3452955114" sldId="276"/>
            <ac:cxnSpMk id="5" creationId="{470A8976-197E-0443-9C5D-012B31B7E1FA}"/>
          </ac:cxnSpMkLst>
        </pc:cxnChg>
        <pc:cxnChg chg="add mod">
          <ac:chgData name="(FA21-RCS-015) LAIBA SABIR" userId="cdfba985-6cea-425f-a12a-4b4fa79fe82d" providerId="ADAL" clId="{7320BE86-EFA2-49E6-8ACF-1DEA3F7814CD}" dt="2025-06-16T04:46:07.444" v="661" actId="164"/>
          <ac:cxnSpMkLst>
            <pc:docMk/>
            <pc:sldMk cId="3452955114" sldId="276"/>
            <ac:cxnSpMk id="7" creationId="{84B765D9-81A0-61E3-BEDE-3AFD6AF2CDD9}"/>
          </ac:cxnSpMkLst>
        </pc:cxnChg>
        <pc:cxnChg chg="add mod">
          <ac:chgData name="(FA21-RCS-015) LAIBA SABIR" userId="cdfba985-6cea-425f-a12a-4b4fa79fe82d" providerId="ADAL" clId="{7320BE86-EFA2-49E6-8ACF-1DEA3F7814CD}" dt="2025-06-16T04:41:45.175" v="620" actId="164"/>
          <ac:cxnSpMkLst>
            <pc:docMk/>
            <pc:sldMk cId="3452955114" sldId="276"/>
            <ac:cxnSpMk id="18" creationId="{0892D9BC-9021-A27B-9294-4EA4723231F3}"/>
          </ac:cxnSpMkLst>
        </pc:cxnChg>
        <pc:cxnChg chg="add mod">
          <ac:chgData name="(FA21-RCS-015) LAIBA SABIR" userId="cdfba985-6cea-425f-a12a-4b4fa79fe82d" providerId="ADAL" clId="{7320BE86-EFA2-49E6-8ACF-1DEA3F7814CD}" dt="2025-06-16T04:42:39.341" v="630" actId="164"/>
          <ac:cxnSpMkLst>
            <pc:docMk/>
            <pc:sldMk cId="3452955114" sldId="276"/>
            <ac:cxnSpMk id="23" creationId="{30227FCF-FB96-7BB9-4A90-D5AC9D1DAED0}"/>
          </ac:cxnSpMkLst>
        </pc:cxnChg>
        <pc:cxnChg chg="add mod">
          <ac:chgData name="(FA21-RCS-015) LAIBA SABIR" userId="cdfba985-6cea-425f-a12a-4b4fa79fe82d" providerId="ADAL" clId="{7320BE86-EFA2-49E6-8ACF-1DEA3F7814CD}" dt="2025-06-16T04:43:29.469" v="640" actId="164"/>
          <ac:cxnSpMkLst>
            <pc:docMk/>
            <pc:sldMk cId="3452955114" sldId="276"/>
            <ac:cxnSpMk id="28" creationId="{A70D35BC-6420-5C70-5AFB-B9BD2EEDF3A9}"/>
          </ac:cxnSpMkLst>
        </pc:cxnChg>
        <pc:cxnChg chg="add mod">
          <ac:chgData name="(FA21-RCS-015) LAIBA SABIR" userId="cdfba985-6cea-425f-a12a-4b4fa79fe82d" providerId="ADAL" clId="{7320BE86-EFA2-49E6-8ACF-1DEA3F7814CD}" dt="2025-06-16T04:46:07.444" v="661" actId="164"/>
          <ac:cxnSpMkLst>
            <pc:docMk/>
            <pc:sldMk cId="3452955114" sldId="276"/>
            <ac:cxnSpMk id="33" creationId="{E17F5FDC-4192-9F44-16D0-71FCB3795C12}"/>
          </ac:cxnSpMkLst>
        </pc:cxnChg>
      </pc:sldChg>
      <pc:sldChg chg="addSp modSp new mod">
        <pc:chgData name="(FA21-RCS-015) LAIBA SABIR" userId="cdfba985-6cea-425f-a12a-4b4fa79fe82d" providerId="ADAL" clId="{7320BE86-EFA2-49E6-8ACF-1DEA3F7814CD}" dt="2025-06-16T04:52:46.908" v="717"/>
        <pc:sldMkLst>
          <pc:docMk/>
          <pc:sldMk cId="2461313798" sldId="277"/>
        </pc:sldMkLst>
        <pc:spChg chg="mod">
          <ac:chgData name="(FA21-RCS-015) LAIBA SABIR" userId="cdfba985-6cea-425f-a12a-4b4fa79fe82d" providerId="ADAL" clId="{7320BE86-EFA2-49E6-8ACF-1DEA3F7814CD}" dt="2025-06-16T04:50:52.406" v="701" actId="404"/>
          <ac:spMkLst>
            <pc:docMk/>
            <pc:sldMk cId="2461313798" sldId="277"/>
            <ac:spMk id="2" creationId="{912D4041-D856-3286-E147-CCE2467AEDE5}"/>
          </ac:spMkLst>
        </pc:spChg>
        <pc:spChg chg="mod">
          <ac:chgData name="(FA21-RCS-015) LAIBA SABIR" userId="cdfba985-6cea-425f-a12a-4b4fa79fe82d" providerId="ADAL" clId="{7320BE86-EFA2-49E6-8ACF-1DEA3F7814CD}" dt="2025-06-16T04:51:16.980" v="707" actId="15"/>
          <ac:spMkLst>
            <pc:docMk/>
            <pc:sldMk cId="2461313798" sldId="277"/>
            <ac:spMk id="3" creationId="{08EA7ACB-CCEF-EB9E-F1A8-E6C8219E3E41}"/>
          </ac:spMkLst>
        </pc:spChg>
        <pc:graphicFrameChg chg="add mod modGraphic">
          <ac:chgData name="(FA21-RCS-015) LAIBA SABIR" userId="cdfba985-6cea-425f-a12a-4b4fa79fe82d" providerId="ADAL" clId="{7320BE86-EFA2-49E6-8ACF-1DEA3F7814CD}" dt="2025-06-16T04:52:05.047" v="716" actId="122"/>
          <ac:graphicFrameMkLst>
            <pc:docMk/>
            <pc:sldMk cId="2461313798" sldId="277"/>
            <ac:graphicFrameMk id="4" creationId="{7389561A-6239-B3F8-2528-8F6F56C483DD}"/>
          </ac:graphicFrameMkLst>
        </pc:graphicFrameChg>
        <pc:picChg chg="add mod">
          <ac:chgData name="(FA21-RCS-015) LAIBA SABIR" userId="cdfba985-6cea-425f-a12a-4b4fa79fe82d" providerId="ADAL" clId="{7320BE86-EFA2-49E6-8ACF-1DEA3F7814CD}" dt="2025-06-16T04:52:46.908" v="717"/>
          <ac:picMkLst>
            <pc:docMk/>
            <pc:sldMk cId="2461313798" sldId="277"/>
            <ac:picMk id="5" creationId="{EAFC7F5E-DD4F-6E6C-8E58-1CE83D4240D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3080-7DE0-5188-70C5-23EDFDB58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B03D6-425D-236E-1D04-4113C2641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D9D93-1598-D6FB-3444-08496A6D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DA211-78B0-8CCD-C386-FC903232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3ECEA-3C25-0140-36BE-28E4C685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2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906F-22DA-4AA0-AE91-DF6FF935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41323-127A-7FFA-A22B-08176015E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6BE36-EC3E-81CD-6C8A-4EBD272C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07F64-9BB0-AA09-8755-70DACC6E4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C147A-D70A-A2FA-8BBA-BCA5E966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39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62CE-E28C-FE17-E69D-84BA92449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9F5EE-5A20-2A7D-221E-6240FA348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74904-AB77-6EA7-113B-01AFBF76C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C9198-EF08-640C-B9F0-53FAFE48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391DA-1318-D790-F297-5FBC55A17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6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FB9B5-8393-E7EF-FB72-C79732FCF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62158-AB24-9326-5500-1F3FAB4BC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1029F-98E9-2B63-51C0-2024B9ACF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29D0A-0A75-A707-8711-336311EEF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6681E-90BA-1430-D665-5E0764E8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9ECC4-6B63-C985-D2A3-18785628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6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F046-BCFE-D15E-8698-C665CE74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6DA50-CF48-F5E2-322C-D56D78DF3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62495-C655-8663-035A-D441392E5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A29C9-719B-7B78-6CBB-29E42516A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6A400A-B0B9-5EE3-DF85-B1EF1C0C8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8F625-F30A-29B5-8AEE-CC3A7AC6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2C4D1-4618-0A6D-312E-598B8BE1F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F4773D-B90F-0735-A093-AF18F638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96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EF13-05FE-D739-9C86-B45577FC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CC910-EB65-B4F9-032B-9F772588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44E35B-2AA2-6BA0-F196-EC05E3B0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624C6-8AA9-C002-1552-DC715896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7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7FEA8-10F0-E73B-3DA9-C4FF247FB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E6012-D9AC-461D-225A-B9F0ACB7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955AA-C37D-2591-37C5-56CA2525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12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6853B-889A-2449-7E17-FD153C99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A8A67-57C6-5740-9441-F579C084A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D20CF-A96F-16A8-823C-A3117173B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08798-E377-0ABF-B56E-6836F685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D0FFC-6BF1-1B3E-FADB-358EA40EF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69391-0C1B-1CDD-79E8-F2565625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37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18B82-251C-9132-8C73-FEE43EFD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60CABF-BDB0-4677-6FB4-75C14C878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D08A1-2CF7-C86C-104E-16134F963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C090E-4757-FDDD-5220-767C3A3E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A5782-E25C-0EC4-85A1-8820BEA7E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458E4-CF1E-326A-3E2F-D7C31980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2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FB06-F8DC-8D8F-E274-8176669A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0EC89-E21E-2FA2-D7E6-A295B5FB8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FA285-65FF-806D-876A-1C57B9B1D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50B61-A40E-D158-71BD-9F61B8FD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12BFE-CF62-E9C8-878B-6BAB3530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9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8ED10E-C801-59B9-95E2-9CA1C874C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CBC62-179D-8797-AFB0-B52105045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72A2C-2620-1380-D4E4-A0AC4E71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035FB-B1E1-C69E-92F4-793D1F12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CB894-D7F3-5D98-2BF0-AE5A8F54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7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F75CB9-1B3E-37FD-9D8A-0FE312BB3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A1F82-5E8F-81A0-B60C-171E147A9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71E44-A272-A458-B203-488700586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D8293-6929-40F4-B20D-24182D292D49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AFB2B-D28F-8D43-A6C4-1D95E56C1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3E4BC-AB46-E11B-2EF8-C8BD95A8C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AB6B2-E17E-4A41-A0C8-6622CF17F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6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D9B9-309D-B890-639F-C6251AD699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283D0-0EB3-26E7-80B6-B819DCA1F4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Agglomerative Clustering </a:t>
            </a:r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80EFC607-5B7E-C171-4EC3-04E47449C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81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0A2C-8BD8-BC35-FE45-3066CAE75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085D4-FB0D-B5F9-9C90-2597C0F98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there are two main types of learning: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train with data that already has labels (like "Pass" or "Fail").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train with unlabeled data, and the algorithm figures out patterns on its own.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has no labels (no "Pass"/"Fail", "Spam"/"Not Spam", etc.)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find hidden patterns or structures in the data.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similar data points together (e.g., customers with similar buying habits).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2" descr="Iqra University - IU">
            <a:extLst>
              <a:ext uri="{FF2B5EF4-FFF2-40B4-BE49-F238E27FC236}">
                <a16:creationId xmlns:a16="http://schemas.microsoft.com/office/drawing/2014/main" id="{0FAE5E68-890B-A26F-9E0F-A798D9025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444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72998-E516-9FDD-B94F-7985FED7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B7C88-4BB4-05F2-171B-D8DF808A1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means grouping data so that: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in the same group (cluster) are similar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in different groups are different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is a clustering algorithm that: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data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groups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group has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 (centroid)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point belongs to the group with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closest center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C40DDFDA-7CDC-FEC4-DBEA-696D4DE6A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31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C92A-88F4-F4DD-FBEF-D9582A1F7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45DFC-A224-5DBB-FA25-4CA5BD5C2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Steps: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K = number of clusters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pick K data points as starting centroids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each point to the closest centroid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Recalculate the centroid of each cluster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3–4 until points stop moving between clusters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 descr="Iqra University - IU">
            <a:extLst>
              <a:ext uri="{FF2B5EF4-FFF2-40B4-BE49-F238E27FC236}">
                <a16:creationId xmlns:a16="http://schemas.microsoft.com/office/drawing/2014/main" id="{6B2C75FD-0FA3-178F-9342-D7411ABFC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303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973F-B050-CD15-9A11-61F7E601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Segmenting Grocery Store Customers using K-Means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327494-4F4E-6F6A-617C-D179B0108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134418"/>
              </p:ext>
            </p:extLst>
          </p:nvPr>
        </p:nvGraphicFramePr>
        <p:xfrm>
          <a:off x="1091119" y="2983779"/>
          <a:ext cx="4599563" cy="3319743"/>
        </p:xfrm>
        <a:graphic>
          <a:graphicData uri="http://schemas.openxmlformats.org/drawingml/2006/table">
            <a:tbl>
              <a:tblPr/>
              <a:tblGrid>
                <a:gridCol w="1648160">
                  <a:extLst>
                    <a:ext uri="{9D8B030D-6E8A-4147-A177-3AD203B41FA5}">
                      <a16:colId xmlns:a16="http://schemas.microsoft.com/office/drawing/2014/main" val="2648675445"/>
                    </a:ext>
                  </a:extLst>
                </a:gridCol>
                <a:gridCol w="1313571">
                  <a:extLst>
                    <a:ext uri="{9D8B030D-6E8A-4147-A177-3AD203B41FA5}">
                      <a16:colId xmlns:a16="http://schemas.microsoft.com/office/drawing/2014/main" val="2967290645"/>
                    </a:ext>
                  </a:extLst>
                </a:gridCol>
                <a:gridCol w="1637832">
                  <a:extLst>
                    <a:ext uri="{9D8B030D-6E8A-4147-A177-3AD203B41FA5}">
                      <a16:colId xmlns:a16="http://schemas.microsoft.com/office/drawing/2014/main" val="1899075115"/>
                    </a:ext>
                  </a:extLst>
                </a:gridCol>
              </a:tblGrid>
              <a:tr h="47424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886452"/>
                  </a:ext>
                </a:extLst>
              </a:tr>
              <a:tr h="47424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266775"/>
                  </a:ext>
                </a:extLst>
              </a:tr>
              <a:tr h="47424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357331"/>
                  </a:ext>
                </a:extLst>
              </a:tr>
              <a:tr h="47424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093386"/>
                  </a:ext>
                </a:extLst>
              </a:tr>
              <a:tr h="47424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080927"/>
                  </a:ext>
                </a:extLst>
              </a:tr>
              <a:tr h="47424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4950"/>
                  </a:ext>
                </a:extLst>
              </a:tr>
              <a:tr h="47424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6715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1F88CAB-9A45-85B3-D9CE-7E5465A30D18}"/>
              </a:ext>
            </a:extLst>
          </p:cNvPr>
          <p:cNvSpPr txBox="1"/>
          <p:nvPr/>
        </p:nvSpPr>
        <p:spPr>
          <a:xfrm>
            <a:off x="963038" y="1838528"/>
            <a:ext cx="10204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you're the owner of a supermarket. You have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saying what kind of customer each person is. But you do have this data:</a:t>
            </a:r>
          </a:p>
        </p:txBody>
      </p:sp>
      <p:pic>
        <p:nvPicPr>
          <p:cNvPr id="6" name="Picture 2" descr="Iqra University - IU">
            <a:extLst>
              <a:ext uri="{FF2B5EF4-FFF2-40B4-BE49-F238E27FC236}">
                <a16:creationId xmlns:a16="http://schemas.microsoft.com/office/drawing/2014/main" id="{90E44EBF-FE3C-5DF0-0791-2760FF8AA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598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32856-6498-D1F9-B718-9942B20B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021" y="590213"/>
            <a:ext cx="10515600" cy="5907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cluster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clusters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Choose Initial Centroids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choose: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Centroid 1 (C1)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(22, 2000)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Centroid 2 (C2)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(40, 6000)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Calculate Distance of Each Point to Both Centroids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Euclidean Distance Formula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x=Age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y=Spend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4DAAA-6BFA-4CE8-57EC-2E724BA6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958" y="4675659"/>
            <a:ext cx="4206526" cy="820468"/>
          </a:xfrm>
          <a:prstGeom prst="rect">
            <a:avLst/>
          </a:prstGeom>
        </p:spPr>
      </p:pic>
      <p:pic>
        <p:nvPicPr>
          <p:cNvPr id="7" name="Picture 2" descr="Iqra University - IU">
            <a:extLst>
              <a:ext uri="{FF2B5EF4-FFF2-40B4-BE49-F238E27FC236}">
                <a16:creationId xmlns:a16="http://schemas.microsoft.com/office/drawing/2014/main" id="{89151A32-5BA3-E70A-2477-43084C11A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96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CCBD7-B1D1-E304-C2C2-6DC8D68F9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5386"/>
            <a:ext cx="10515600" cy="572303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to (C1) = (22, 2000):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to (C2) = (40, 6000):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736FD-4D8B-914D-0F0A-980A5A4C5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198" y="961364"/>
            <a:ext cx="7807358" cy="2637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C65ED0-4412-D273-9AAD-65D36A438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198" y="4340596"/>
            <a:ext cx="6460939" cy="2412458"/>
          </a:xfrm>
          <a:prstGeom prst="rect">
            <a:avLst/>
          </a:prstGeom>
        </p:spPr>
      </p:pic>
      <p:pic>
        <p:nvPicPr>
          <p:cNvPr id="8" name="Picture 2" descr="Iqra University - IU">
            <a:extLst>
              <a:ext uri="{FF2B5EF4-FFF2-40B4-BE49-F238E27FC236}">
                <a16:creationId xmlns:a16="http://schemas.microsoft.com/office/drawing/2014/main" id="{A1BEFB70-3769-68EC-E115-CD8C80070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522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CA3E8-A894-9E51-486C-68532F0D3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212"/>
            <a:ext cx="10515600" cy="5995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Assign Each Customer to the Closest Centroid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E510F9-A62C-FBBC-CF65-E186A4292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695920"/>
              </p:ext>
            </p:extLst>
          </p:nvPr>
        </p:nvGraphicFramePr>
        <p:xfrm>
          <a:off x="1877439" y="1359262"/>
          <a:ext cx="7754566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799">
                  <a:extLst>
                    <a:ext uri="{9D8B030D-6E8A-4147-A177-3AD203B41FA5}">
                      <a16:colId xmlns:a16="http://schemas.microsoft.com/office/drawing/2014/main" val="2028278460"/>
                    </a:ext>
                  </a:extLst>
                </a:gridCol>
                <a:gridCol w="1906622">
                  <a:extLst>
                    <a:ext uri="{9D8B030D-6E8A-4147-A177-3AD203B41FA5}">
                      <a16:colId xmlns:a16="http://schemas.microsoft.com/office/drawing/2014/main" val="1177272263"/>
                    </a:ext>
                  </a:extLst>
                </a:gridCol>
                <a:gridCol w="2071992">
                  <a:extLst>
                    <a:ext uri="{9D8B030D-6E8A-4147-A177-3AD203B41FA5}">
                      <a16:colId xmlns:a16="http://schemas.microsoft.com/office/drawing/2014/main" val="2401869943"/>
                    </a:ext>
                  </a:extLst>
                </a:gridCol>
                <a:gridCol w="1947153">
                  <a:extLst>
                    <a:ext uri="{9D8B030D-6E8A-4147-A177-3AD203B41FA5}">
                      <a16:colId xmlns:a16="http://schemas.microsoft.com/office/drawing/2014/main" val="2069109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Customer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Distance to C1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Distance to C4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Assigned Cluster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5807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4000.04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Cluster 1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134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C2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200.02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3794.78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Cluster 1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231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200.00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4200.01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Cluster 1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797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4000.04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Cluster 2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0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3794.79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200.01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Cluster 2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982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C6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4200.01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200.00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Cluster 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7363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575461C-8125-C348-4737-CE0B605B245F}"/>
              </a:ext>
            </a:extLst>
          </p:cNvPr>
          <p:cNvSpPr txBox="1"/>
          <p:nvPr/>
        </p:nvSpPr>
        <p:spPr>
          <a:xfrm>
            <a:off x="994653" y="4426484"/>
            <a:ext cx="6094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now have: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C1, C2, C3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C4, C5, C6</a:t>
            </a:r>
          </a:p>
        </p:txBody>
      </p:sp>
      <p:pic>
        <p:nvPicPr>
          <p:cNvPr id="7" name="Picture 2" descr="Iqra University - IU">
            <a:extLst>
              <a:ext uri="{FF2B5EF4-FFF2-40B4-BE49-F238E27FC236}">
                <a16:creationId xmlns:a16="http://schemas.microsoft.com/office/drawing/2014/main" id="{A7DC4A56-E35B-BEC0-530D-EC0B5185D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26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79AE2-F795-DF26-8085-53A2C56C8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2663"/>
            <a:ext cx="10515600" cy="5586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Recalculate the Centroids of Each Cluster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 (C1, C2, C3):</a:t>
            </a:r>
          </a:p>
          <a:p>
            <a:pPr marL="914400" lvl="1" indent="-457200"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Centroid 1 = (23.33, 2000)</a:t>
            </a:r>
          </a:p>
          <a:p>
            <a:pPr marL="457200" lvl="1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Cluster 2 (C4, C5, C6):</a:t>
            </a:r>
          </a:p>
          <a:p>
            <a:pPr marL="457200" lvl="1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Centroid 2 = (40.33, 6000)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C71D3-0B3D-1D4E-42CF-8540DD759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463" y="1856464"/>
            <a:ext cx="4298410" cy="993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218A96-807A-0E57-A9BF-664BDEF17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463" y="4274090"/>
            <a:ext cx="4298410" cy="993741"/>
          </a:xfrm>
          <a:prstGeom prst="rect">
            <a:avLst/>
          </a:prstGeom>
        </p:spPr>
      </p:pic>
      <p:pic>
        <p:nvPicPr>
          <p:cNvPr id="8" name="Picture 2" descr="Iqra University - IU">
            <a:extLst>
              <a:ext uri="{FF2B5EF4-FFF2-40B4-BE49-F238E27FC236}">
                <a16:creationId xmlns:a16="http://schemas.microsoft.com/office/drawing/2014/main" id="{AF8CEEE5-3BE8-EFB7-6905-E1BF1C16E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740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E96D5-74C7-24DE-92B2-850925EEF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476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Recalculate Distances to New Centroids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Centroid 1 = (23.33, 2000)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D3516-D463-3E12-EE65-7AEB003DB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907" y="2358652"/>
            <a:ext cx="9170144" cy="3507127"/>
          </a:xfrm>
          <a:prstGeom prst="rect">
            <a:avLst/>
          </a:prstGeom>
        </p:spPr>
      </p:pic>
      <p:pic>
        <p:nvPicPr>
          <p:cNvPr id="6" name="Picture 2" descr="Iqra University - IU">
            <a:extLst>
              <a:ext uri="{FF2B5EF4-FFF2-40B4-BE49-F238E27FC236}">
                <a16:creationId xmlns:a16="http://schemas.microsoft.com/office/drawing/2014/main" id="{416A865E-A62B-A363-89FD-79B4F1520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956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AC302-561A-7967-EFAD-7E64B2BDC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Centroid 2 = (40.33, 6000)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9CACC4-66E1-7C74-F6E0-980C0FF97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406" y="1833562"/>
            <a:ext cx="8635628" cy="3555561"/>
          </a:xfrm>
          <a:prstGeom prst="rect">
            <a:avLst/>
          </a:prstGeom>
        </p:spPr>
      </p:pic>
      <p:pic>
        <p:nvPicPr>
          <p:cNvPr id="6" name="Picture 2" descr="Iqra University - IU">
            <a:extLst>
              <a:ext uri="{FF2B5EF4-FFF2-40B4-BE49-F238E27FC236}">
                <a16:creationId xmlns:a16="http://schemas.microsoft.com/office/drawing/2014/main" id="{5C9774ED-725D-3F9F-560A-BA50157E8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456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EF853-AE78-2AAE-4604-B9BB949F7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9047"/>
            <a:ext cx="10515600" cy="4983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Reassign Clusters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distances: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→ closer to Centroid 1 (1.33 vs. 4000.03)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 → Centroid 1 (200.01 vs. 3794.73)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 → Centroid 1 (200.00 vs. 4200.03)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 → Centroid 2 (4000.03 vs. 0.33)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C5 → Centroid 2 (3794.72 vs. 200.01)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C6 → Centroid 2 (4200.03 vs. 200.01)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changes → K-Means has converged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ECEF6391-61BE-92CB-C116-8DF7D61FA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926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223F1-7BEA-BE23-A0A5-E264704B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Agglomerative Clustering (Hierarchical Clustering)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B1C63-A81A-3AED-17D9-1D622703D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Agglomerative clustering is a type of Hierarchical Clustering. It uses a bottom-up approach: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each data point as its own cluster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by step, merge the closest clusters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merging until all points are in one big cluster or until we reach a desired number of clusters</a:t>
            </a:r>
          </a:p>
          <a:p>
            <a:endParaRPr lang="en-US" dirty="0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6587D5E7-87F1-905D-D55C-CC107B639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011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B8A2-E741-93A1-D904-822CE7D3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of Agglomerative Clustering: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B6BCC9-2B50-EDAD-6137-184BE36814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706475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distances between all data points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 the two closest points (clusters)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the distance matrix (based on linkage method)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2–3 until: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dendrogram (tree structure) is formed, or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reach the desired number of clusters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2" descr="Iqra University - IU">
            <a:extLst>
              <a:ext uri="{FF2B5EF4-FFF2-40B4-BE49-F238E27FC236}">
                <a16:creationId xmlns:a16="http://schemas.microsoft.com/office/drawing/2014/main" id="{633CDD23-D999-3BD1-826A-01F61BA28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7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9056-957D-2F6C-D717-C09575DED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Linkage (How to measure distance between clusters)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1E0BE-36AB-5161-9C21-885E46869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Linkage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Min distance between any two points (closest pair)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Linkage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Max distance between any two points (farthest pair)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Linkage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Average of all pairwise distances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We’ll use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Linkage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this example.</a:t>
            </a:r>
          </a:p>
          <a:p>
            <a:endParaRPr lang="en-US" dirty="0"/>
          </a:p>
        </p:txBody>
      </p:sp>
      <p:pic>
        <p:nvPicPr>
          <p:cNvPr id="4" name="Picture 2" descr="Iqra University - IU">
            <a:extLst>
              <a:ext uri="{FF2B5EF4-FFF2-40B4-BE49-F238E27FC236}">
                <a16:creationId xmlns:a16="http://schemas.microsoft.com/office/drawing/2014/main" id="{CCCBBA31-8D9C-32E0-9A7F-4EF374A46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840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B362-FA67-8E73-F8B3-EC013CE6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83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97D3-02B8-6B4A-9A0E-26FD08A18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3875750"/>
              </p:ext>
            </p:extLst>
          </p:nvPr>
        </p:nvGraphicFramePr>
        <p:xfrm>
          <a:off x="1011676" y="3881336"/>
          <a:ext cx="6906638" cy="25207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5791">
                  <a:extLst>
                    <a:ext uri="{9D8B030D-6E8A-4147-A177-3AD203B41FA5}">
                      <a16:colId xmlns:a16="http://schemas.microsoft.com/office/drawing/2014/main" val="606502229"/>
                    </a:ext>
                  </a:extLst>
                </a:gridCol>
                <a:gridCol w="1964652">
                  <a:extLst>
                    <a:ext uri="{9D8B030D-6E8A-4147-A177-3AD203B41FA5}">
                      <a16:colId xmlns:a16="http://schemas.microsoft.com/office/drawing/2014/main" val="2314396573"/>
                    </a:ext>
                  </a:extLst>
                </a:gridCol>
                <a:gridCol w="2636195">
                  <a:extLst>
                    <a:ext uri="{9D8B030D-6E8A-4147-A177-3AD203B41FA5}">
                      <a16:colId xmlns:a16="http://schemas.microsoft.com/office/drawing/2014/main" val="2296014174"/>
                    </a:ext>
                  </a:extLst>
                </a:gridCol>
              </a:tblGrid>
              <a:tr h="420124">
                <a:tc>
                  <a:txBody>
                    <a:bodyPr/>
                    <a:lstStyle/>
                    <a:p>
                      <a:r>
                        <a:rPr lang="en-US"/>
                        <a:t>Customer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Age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Monthly Spend (Rs.)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2959197"/>
                  </a:ext>
                </a:extLst>
              </a:tr>
              <a:tr h="42012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316410"/>
                  </a:ext>
                </a:extLst>
              </a:tr>
              <a:tr h="42012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C2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27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2200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4886679"/>
                  </a:ext>
                </a:extLst>
              </a:tr>
              <a:tr h="42012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6000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99866"/>
                  </a:ext>
                </a:extLst>
              </a:tr>
              <a:tr h="42012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46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6100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496358"/>
                  </a:ext>
                </a:extLst>
              </a:tr>
              <a:tr h="4201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49037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6E1EABC-78FB-8FFB-6EEC-B3481F5747FD}"/>
              </a:ext>
            </a:extLst>
          </p:cNvPr>
          <p:cNvSpPr txBox="1"/>
          <p:nvPr/>
        </p:nvSpPr>
        <p:spPr>
          <a:xfrm>
            <a:off x="838200" y="1540161"/>
            <a:ext cx="1019296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own a small retail shop, and you have 5 customers. You tracked: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each customer spends per month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you want to group them based on similarity, but you don’t know in advance how many groups there are.</a:t>
            </a:r>
          </a:p>
        </p:txBody>
      </p:sp>
      <p:pic>
        <p:nvPicPr>
          <p:cNvPr id="7" name="Picture 2" descr="Iqra University - IU">
            <a:extLst>
              <a:ext uri="{FF2B5EF4-FFF2-40B4-BE49-F238E27FC236}">
                <a16:creationId xmlns:a16="http://schemas.microsoft.com/office/drawing/2014/main" id="{3DB81174-396D-B980-14F1-1AFE22EC0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123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A15C-CD73-3EFB-2EDA-128FEB9B0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639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Calculate All Pairwise Distances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852752-1C2C-D6F6-EC4C-95F2803D0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847361"/>
              </p:ext>
            </p:extLst>
          </p:nvPr>
        </p:nvGraphicFramePr>
        <p:xfrm>
          <a:off x="945204" y="2086891"/>
          <a:ext cx="6995809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77047">
                  <a:extLst>
                    <a:ext uri="{9D8B030D-6E8A-4147-A177-3AD203B41FA5}">
                      <a16:colId xmlns:a16="http://schemas.microsoft.com/office/drawing/2014/main" val="1748945760"/>
                    </a:ext>
                  </a:extLst>
                </a:gridCol>
                <a:gridCol w="1274324">
                  <a:extLst>
                    <a:ext uri="{9D8B030D-6E8A-4147-A177-3AD203B41FA5}">
                      <a16:colId xmlns:a16="http://schemas.microsoft.com/office/drawing/2014/main" val="1435473737"/>
                    </a:ext>
                  </a:extLst>
                </a:gridCol>
                <a:gridCol w="1284051">
                  <a:extLst>
                    <a:ext uri="{9D8B030D-6E8A-4147-A177-3AD203B41FA5}">
                      <a16:colId xmlns:a16="http://schemas.microsoft.com/office/drawing/2014/main" val="836549234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072894234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38679362"/>
                    </a:ext>
                  </a:extLst>
                </a:gridCol>
                <a:gridCol w="1042481">
                  <a:extLst>
                    <a:ext uri="{9D8B030D-6E8A-4147-A177-3AD203B41FA5}">
                      <a16:colId xmlns:a16="http://schemas.microsoft.com/office/drawing/2014/main" val="3965208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595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4000.05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4100.05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4300.07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714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3800.04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3900.05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4100.06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7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4000.05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3800.04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300.04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84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4100.05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3900.05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675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4300.07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4100.06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300.04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60592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F762A44-DA1C-7DBC-296C-49137A9A3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362" y="1151106"/>
            <a:ext cx="3143250" cy="76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E36993-10F8-1C45-546A-298E1699B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03718"/>
            <a:ext cx="7915275" cy="1038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0AA49C-1C28-10AF-3B69-D9802ADAA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74" y="5706894"/>
            <a:ext cx="8448675" cy="1038225"/>
          </a:xfrm>
          <a:prstGeom prst="rect">
            <a:avLst/>
          </a:prstGeom>
        </p:spPr>
      </p:pic>
      <p:pic>
        <p:nvPicPr>
          <p:cNvPr id="11" name="Picture 2" descr="Iqra University - IU">
            <a:extLst>
              <a:ext uri="{FF2B5EF4-FFF2-40B4-BE49-F238E27FC236}">
                <a16:creationId xmlns:a16="http://schemas.microsoft.com/office/drawing/2014/main" id="{FFC15CB2-6701-73E5-3DD6-611BF51A9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218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A6CEF-209D-3B9D-BEE3-593C030FD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5311"/>
            <a:ext cx="10515600" cy="5616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First Merge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distance = 100.00 (between C3 and C4)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Cluster: (C3C4)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Update Distance Matrix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Clusters: C1, C2, C3C4, C5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from (C3C4) to others (single linkage = minimum):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C1–C3 = 4000.05, C1–C4 = 4100.05 → min = 4000.05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C2–C3 = 3800.04, C2–C4 = 3900.05 → min = 3800.04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C5–C3 = 300.04, C5–C4 = 200.02 → min = 200.02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628314-FF93-D50F-CC26-EB24DFEC0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354091"/>
              </p:ext>
            </p:extLst>
          </p:nvPr>
        </p:nvGraphicFramePr>
        <p:xfrm>
          <a:off x="7120646" y="4559030"/>
          <a:ext cx="4602805" cy="1676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9302">
                  <a:extLst>
                    <a:ext uri="{9D8B030D-6E8A-4147-A177-3AD203B41FA5}">
                      <a16:colId xmlns:a16="http://schemas.microsoft.com/office/drawing/2014/main" val="3156106267"/>
                    </a:ext>
                  </a:extLst>
                </a:gridCol>
                <a:gridCol w="982494">
                  <a:extLst>
                    <a:ext uri="{9D8B030D-6E8A-4147-A177-3AD203B41FA5}">
                      <a16:colId xmlns:a16="http://schemas.microsoft.com/office/drawing/2014/main" val="2853257618"/>
                    </a:ext>
                  </a:extLst>
                </a:gridCol>
                <a:gridCol w="972766">
                  <a:extLst>
                    <a:ext uri="{9D8B030D-6E8A-4147-A177-3AD203B41FA5}">
                      <a16:colId xmlns:a16="http://schemas.microsoft.com/office/drawing/2014/main" val="3344340292"/>
                    </a:ext>
                  </a:extLst>
                </a:gridCol>
                <a:gridCol w="972766">
                  <a:extLst>
                    <a:ext uri="{9D8B030D-6E8A-4147-A177-3AD203B41FA5}">
                      <a16:colId xmlns:a16="http://schemas.microsoft.com/office/drawing/2014/main" val="667396744"/>
                    </a:ext>
                  </a:extLst>
                </a:gridCol>
                <a:gridCol w="935477">
                  <a:extLst>
                    <a:ext uri="{9D8B030D-6E8A-4147-A177-3AD203B41FA5}">
                      <a16:colId xmlns:a16="http://schemas.microsoft.com/office/drawing/2014/main" val="3724537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C3C4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382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4000.05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4300.07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354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3800.04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4100.06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64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C3C4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4000.05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3800.04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58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4300.07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4100.06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4076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6479BBA-C990-CE11-E9D4-8A4A32EDBC02}"/>
              </a:ext>
            </a:extLst>
          </p:cNvPr>
          <p:cNvSpPr txBox="1"/>
          <p:nvPr/>
        </p:nvSpPr>
        <p:spPr>
          <a:xfrm>
            <a:off x="7025801" y="4043783"/>
            <a:ext cx="22057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Matrix</a:t>
            </a:r>
          </a:p>
        </p:txBody>
      </p:sp>
      <p:pic>
        <p:nvPicPr>
          <p:cNvPr id="7" name="Picture 2" descr="Iqra University - IU">
            <a:extLst>
              <a:ext uri="{FF2B5EF4-FFF2-40B4-BE49-F238E27FC236}">
                <a16:creationId xmlns:a16="http://schemas.microsoft.com/office/drawing/2014/main" id="{B8CB3D82-5C26-8E57-0C58-33EF44E33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871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A99F2-3B6B-F7D9-18A1-3A160D1F1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0408"/>
            <a:ext cx="10515600" cy="51101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Second Merge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distance = 200.01 (C1 and C2)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→ New Cluster: (C1C2)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Update Distance Matrix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Clusters: C1C2, C3C4, C5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from (C1C2) to others: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C1–C3C4 = 4000.05, C2–C3C4 = 3800.04 → min = 3800.04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C1–C5 = 4300.07, C2–C5 = 4100.06 → min = 4100.06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4DD1F4-87D3-249C-4E68-4DDD074F3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492936"/>
              </p:ext>
            </p:extLst>
          </p:nvPr>
        </p:nvGraphicFramePr>
        <p:xfrm>
          <a:off x="6945548" y="5079118"/>
          <a:ext cx="4729264" cy="1341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96502">
                  <a:extLst>
                    <a:ext uri="{9D8B030D-6E8A-4147-A177-3AD203B41FA5}">
                      <a16:colId xmlns:a16="http://schemas.microsoft.com/office/drawing/2014/main" val="2469711904"/>
                    </a:ext>
                  </a:extLst>
                </a:gridCol>
                <a:gridCol w="1225685">
                  <a:extLst>
                    <a:ext uri="{9D8B030D-6E8A-4147-A177-3AD203B41FA5}">
                      <a16:colId xmlns:a16="http://schemas.microsoft.com/office/drawing/2014/main" val="1680653913"/>
                    </a:ext>
                  </a:extLst>
                </a:gridCol>
                <a:gridCol w="1215958">
                  <a:extLst>
                    <a:ext uri="{9D8B030D-6E8A-4147-A177-3AD203B41FA5}">
                      <a16:colId xmlns:a16="http://schemas.microsoft.com/office/drawing/2014/main" val="2306835810"/>
                    </a:ext>
                  </a:extLst>
                </a:gridCol>
                <a:gridCol w="1091119">
                  <a:extLst>
                    <a:ext uri="{9D8B030D-6E8A-4147-A177-3AD203B41FA5}">
                      <a16:colId xmlns:a16="http://schemas.microsoft.com/office/drawing/2014/main" val="898278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C1C2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C3C4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C5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2975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C1C2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3800.04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4100.06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008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C3C4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3800.04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200.02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791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C5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4100.06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200.02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2260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ECA633D-28DD-0F24-F088-B57CDFD24D70}"/>
              </a:ext>
            </a:extLst>
          </p:cNvPr>
          <p:cNvSpPr txBox="1"/>
          <p:nvPr/>
        </p:nvSpPr>
        <p:spPr>
          <a:xfrm>
            <a:off x="6831247" y="4578804"/>
            <a:ext cx="22057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Matrix</a:t>
            </a:r>
          </a:p>
        </p:txBody>
      </p:sp>
      <p:pic>
        <p:nvPicPr>
          <p:cNvPr id="6" name="Picture 2" descr="Iqra University - IU">
            <a:extLst>
              <a:ext uri="{FF2B5EF4-FFF2-40B4-BE49-F238E27FC236}">
                <a16:creationId xmlns:a16="http://schemas.microsoft.com/office/drawing/2014/main" id="{12692C6B-F88E-A2BD-70F4-04479B122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003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89680-36A0-573B-4428-3CCA30AD6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4766"/>
            <a:ext cx="10515600" cy="5440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Third Merge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distance = 200.02 (C3C4 and C5)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→ New Cluster: (C3C4C5)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Update Distance Matrix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Clusters: C1C2, C3C4C5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C1C2–C3C4C5 = min(3800.04, 4100.06) =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3800.04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BCA244-A7FF-E31B-D1E3-EB264EB30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906813"/>
              </p:ext>
            </p:extLst>
          </p:nvPr>
        </p:nvGraphicFramePr>
        <p:xfrm>
          <a:off x="838200" y="5438019"/>
          <a:ext cx="4700081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17515">
                  <a:extLst>
                    <a:ext uri="{9D8B030D-6E8A-4147-A177-3AD203B41FA5}">
                      <a16:colId xmlns:a16="http://schemas.microsoft.com/office/drawing/2014/main" val="2310140874"/>
                    </a:ext>
                  </a:extLst>
                </a:gridCol>
                <a:gridCol w="1721796">
                  <a:extLst>
                    <a:ext uri="{9D8B030D-6E8A-4147-A177-3AD203B41FA5}">
                      <a16:colId xmlns:a16="http://schemas.microsoft.com/office/drawing/2014/main" val="744376179"/>
                    </a:ext>
                  </a:extLst>
                </a:gridCol>
                <a:gridCol w="1460770">
                  <a:extLst>
                    <a:ext uri="{9D8B030D-6E8A-4147-A177-3AD203B41FA5}">
                      <a16:colId xmlns:a16="http://schemas.microsoft.com/office/drawing/2014/main" val="1873284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C3C4C5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71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3800.04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487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C3C4C5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3800.04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0919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F9EC3F-FAF8-96C3-0423-E5A66010E44F}"/>
              </a:ext>
            </a:extLst>
          </p:cNvPr>
          <p:cNvSpPr txBox="1"/>
          <p:nvPr/>
        </p:nvSpPr>
        <p:spPr>
          <a:xfrm>
            <a:off x="751459" y="4928367"/>
            <a:ext cx="22057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Matrix</a:t>
            </a:r>
          </a:p>
        </p:txBody>
      </p:sp>
      <p:pic>
        <p:nvPicPr>
          <p:cNvPr id="6" name="Picture 2" descr="Iqra University - IU">
            <a:extLst>
              <a:ext uri="{FF2B5EF4-FFF2-40B4-BE49-F238E27FC236}">
                <a16:creationId xmlns:a16="http://schemas.microsoft.com/office/drawing/2014/main" id="{96920351-22F4-E06C-6D44-40CD7869F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087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B262A4D7-8A24-EA17-F1A1-24C44729AD63}"/>
              </a:ext>
            </a:extLst>
          </p:cNvPr>
          <p:cNvGrpSpPr/>
          <p:nvPr/>
        </p:nvGrpSpPr>
        <p:grpSpPr>
          <a:xfrm>
            <a:off x="1973903" y="3185335"/>
            <a:ext cx="4864641" cy="2683780"/>
            <a:chOff x="4016712" y="3036405"/>
            <a:chExt cx="4864641" cy="268378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91BF2BD-5EEC-D06C-E296-EE413BEC3702}"/>
                </a:ext>
              </a:extLst>
            </p:cNvPr>
            <p:cNvSpPr/>
            <p:nvPr/>
          </p:nvSpPr>
          <p:spPr>
            <a:xfrm>
              <a:off x="4016712" y="3073937"/>
              <a:ext cx="1993361" cy="264624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5459609-792D-AD39-90A4-CF562E171581}"/>
                </a:ext>
              </a:extLst>
            </p:cNvPr>
            <p:cNvGrpSpPr/>
            <p:nvPr/>
          </p:nvGrpSpPr>
          <p:grpSpPr>
            <a:xfrm>
              <a:off x="6010072" y="3036405"/>
              <a:ext cx="2871281" cy="369332"/>
              <a:chOff x="6010072" y="3036405"/>
              <a:chExt cx="2871281" cy="36933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C878CB7-9401-9FE1-2438-27AA5C63C5EA}"/>
                  </a:ext>
                </a:extLst>
              </p:cNvPr>
              <p:cNvSpPr txBox="1"/>
              <p:nvPr/>
            </p:nvSpPr>
            <p:spPr>
              <a:xfrm>
                <a:off x="7266562" y="3036405"/>
                <a:ext cx="16147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4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17F5FDC-4192-9F44-16D0-71FCB3795C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072" y="3221071"/>
                <a:ext cx="12564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8ED5EB-B1D5-C37A-C2F7-5ED2A86080E1}"/>
              </a:ext>
            </a:extLst>
          </p:cNvPr>
          <p:cNvGrpSpPr/>
          <p:nvPr/>
        </p:nvGrpSpPr>
        <p:grpSpPr>
          <a:xfrm>
            <a:off x="3515331" y="3889059"/>
            <a:ext cx="3323213" cy="1989622"/>
            <a:chOff x="5558140" y="3740129"/>
            <a:chExt cx="3323213" cy="198962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7ADE293-5EBC-2692-8444-85EC5CE2353C}"/>
                </a:ext>
              </a:extLst>
            </p:cNvPr>
            <p:cNvSpPr/>
            <p:nvPr/>
          </p:nvSpPr>
          <p:spPr>
            <a:xfrm>
              <a:off x="5558140" y="3784064"/>
              <a:ext cx="1098011" cy="19456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50BBF0F-0FBF-87C8-41BA-A9ECFDF5FC04}"/>
                </a:ext>
              </a:extLst>
            </p:cNvPr>
            <p:cNvGrpSpPr/>
            <p:nvPr/>
          </p:nvGrpSpPr>
          <p:grpSpPr>
            <a:xfrm>
              <a:off x="6656151" y="3740129"/>
              <a:ext cx="2225202" cy="369332"/>
              <a:chOff x="6656151" y="3740129"/>
              <a:chExt cx="2225202" cy="36933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A5FF952-C1B8-2462-F92A-D2B477520076}"/>
                  </a:ext>
                </a:extLst>
              </p:cNvPr>
              <p:cNvSpPr txBox="1"/>
              <p:nvPr/>
            </p:nvSpPr>
            <p:spPr>
              <a:xfrm>
                <a:off x="7266562" y="3740129"/>
                <a:ext cx="16147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3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70D35BC-6420-5C70-5AFB-B9BD2EEDF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56151" y="3924795"/>
                <a:ext cx="639999" cy="60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6A488-1B66-18B4-E93E-9826EEAA4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4221"/>
            <a:ext cx="10515600" cy="528529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Final Merge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1 distance left = 3800.04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→ All customers now in one cluster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Dendrogram (Cluster Tree)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72CFAC-AE41-000F-636B-6DA629F73995}"/>
              </a:ext>
            </a:extLst>
          </p:cNvPr>
          <p:cNvGrpSpPr/>
          <p:nvPr/>
        </p:nvGrpSpPr>
        <p:grpSpPr>
          <a:xfrm>
            <a:off x="924127" y="3261782"/>
            <a:ext cx="4679004" cy="2626467"/>
            <a:chOff x="2966936" y="3112852"/>
            <a:chExt cx="4679004" cy="262646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70A8976-197E-0443-9C5D-012B31B7E1FA}"/>
                </a:ext>
              </a:extLst>
            </p:cNvPr>
            <p:cNvCxnSpPr>
              <a:cxnSpLocks/>
            </p:cNvCxnSpPr>
            <p:nvPr/>
          </p:nvCxnSpPr>
          <p:spPr>
            <a:xfrm>
              <a:off x="2966936" y="5739319"/>
              <a:ext cx="467900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B765D9-81A0-61E3-BEDE-3AFD6AF2CD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86392" y="3112852"/>
              <a:ext cx="9727" cy="262646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1B22FC4-5550-37B8-0288-9E1513B80384}"/>
              </a:ext>
            </a:extLst>
          </p:cNvPr>
          <p:cNvSpPr txBox="1"/>
          <p:nvPr/>
        </p:nvSpPr>
        <p:spPr>
          <a:xfrm>
            <a:off x="953310" y="5869114"/>
            <a:ext cx="4893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C1          C2          C3          C4          C5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F79200B-C491-9D6E-E2BD-0411295B8646}"/>
              </a:ext>
            </a:extLst>
          </p:cNvPr>
          <p:cNvGrpSpPr/>
          <p:nvPr/>
        </p:nvGrpSpPr>
        <p:grpSpPr>
          <a:xfrm>
            <a:off x="3101502" y="5197266"/>
            <a:ext cx="3766630" cy="671848"/>
            <a:chOff x="5144311" y="5048336"/>
            <a:chExt cx="3766630" cy="67184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30F93B-2E34-20B6-E403-A9A736BB7422}"/>
                </a:ext>
              </a:extLst>
            </p:cNvPr>
            <p:cNvSpPr/>
            <p:nvPr/>
          </p:nvSpPr>
          <p:spPr>
            <a:xfrm>
              <a:off x="5144311" y="5077842"/>
              <a:ext cx="865762" cy="6423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BFFF913-B395-80D3-1D7E-A69A9FED0946}"/>
                </a:ext>
              </a:extLst>
            </p:cNvPr>
            <p:cNvGrpSpPr/>
            <p:nvPr/>
          </p:nvGrpSpPr>
          <p:grpSpPr>
            <a:xfrm>
              <a:off x="6010073" y="5048336"/>
              <a:ext cx="2900868" cy="369332"/>
              <a:chOff x="6010073" y="5048336"/>
              <a:chExt cx="2900868" cy="369332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75A19B-AE78-E62F-4855-D4859930F162}"/>
                  </a:ext>
                </a:extLst>
              </p:cNvPr>
              <p:cNvSpPr txBox="1"/>
              <p:nvPr/>
            </p:nvSpPr>
            <p:spPr>
              <a:xfrm>
                <a:off x="7296150" y="5048336"/>
                <a:ext cx="16147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1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0892D9BC-9021-A27B-9294-4EA4723231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073" y="5252457"/>
                <a:ext cx="12564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4003D4C-EC96-7A83-FF5B-EA652D2858B5}"/>
              </a:ext>
            </a:extLst>
          </p:cNvPr>
          <p:cNvGrpSpPr/>
          <p:nvPr/>
        </p:nvGrpSpPr>
        <p:grpSpPr>
          <a:xfrm>
            <a:off x="1589662" y="4563849"/>
            <a:ext cx="5278470" cy="1324399"/>
            <a:chOff x="3632471" y="4414919"/>
            <a:chExt cx="5278470" cy="132439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6902060-B254-D83D-6397-6C6DD66AFD86}"/>
                </a:ext>
              </a:extLst>
            </p:cNvPr>
            <p:cNvSpPr/>
            <p:nvPr/>
          </p:nvSpPr>
          <p:spPr>
            <a:xfrm>
              <a:off x="3632471" y="4474726"/>
              <a:ext cx="865762" cy="126459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DBD2FEA-AC44-7B58-1315-02BBF82BDC2E}"/>
                </a:ext>
              </a:extLst>
            </p:cNvPr>
            <p:cNvGrpSpPr/>
            <p:nvPr/>
          </p:nvGrpSpPr>
          <p:grpSpPr>
            <a:xfrm>
              <a:off x="4498233" y="4414919"/>
              <a:ext cx="4412708" cy="369332"/>
              <a:chOff x="4498233" y="4414919"/>
              <a:chExt cx="4412708" cy="36933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131927-BCE7-B7A4-C8D3-33AB179C767A}"/>
                  </a:ext>
                </a:extLst>
              </p:cNvPr>
              <p:cNvSpPr txBox="1"/>
              <p:nvPr/>
            </p:nvSpPr>
            <p:spPr>
              <a:xfrm>
                <a:off x="7296150" y="4414919"/>
                <a:ext cx="16147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2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30227FCF-FB96-7BB9-4A90-D5AC9D1DAED0}"/>
                  </a:ext>
                </a:extLst>
              </p:cNvPr>
              <p:cNvCxnSpPr>
                <a:cxnSpLocks/>
                <a:endCxn id="22" idx="1"/>
              </p:cNvCxnSpPr>
              <p:nvPr/>
            </p:nvCxnSpPr>
            <p:spPr>
              <a:xfrm>
                <a:off x="4498233" y="4599585"/>
                <a:ext cx="279791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CD130F6-974C-531E-8D4E-CC65E96F6DBF}"/>
              </a:ext>
            </a:extLst>
          </p:cNvPr>
          <p:cNvSpPr txBox="1"/>
          <p:nvPr/>
        </p:nvSpPr>
        <p:spPr>
          <a:xfrm>
            <a:off x="7032287" y="1383341"/>
            <a:ext cx="46692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Clustering Options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we cut the dendrogram)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A81894-603A-736D-9F17-002EC236C91A}"/>
              </a:ext>
            </a:extLst>
          </p:cNvPr>
          <p:cNvSpPr txBox="1"/>
          <p:nvPr/>
        </p:nvSpPr>
        <p:spPr>
          <a:xfrm>
            <a:off x="7032287" y="2214338"/>
            <a:ext cx="439852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Clusters: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1: C1, C2 (young, low spend)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2: C3, C4, C5 (older, premium)</a:t>
            </a:r>
          </a:p>
          <a:p>
            <a:endParaRPr lang="en-US" dirty="0"/>
          </a:p>
        </p:txBody>
      </p:sp>
      <p:pic>
        <p:nvPicPr>
          <p:cNvPr id="40" name="Picture 2" descr="Iqra University - IU">
            <a:extLst>
              <a:ext uri="{FF2B5EF4-FFF2-40B4-BE49-F238E27FC236}">
                <a16:creationId xmlns:a16="http://schemas.microsoft.com/office/drawing/2014/main" id="{5051FE82-3377-A42A-3C96-4DD2E43C1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95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4041-D856-3286-E147-CCE2467AE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Practice: Employee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A7ACB-CCEF-EB9E-F1A8-E6C8219E3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You’re analyzing employees at a company based on: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 of Experience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Performance Score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89561A-6239-B3F8-2528-8F6F56C48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04071"/>
              </p:ext>
            </p:extLst>
          </p:nvPr>
        </p:nvGraphicFramePr>
        <p:xfrm>
          <a:off x="2052536" y="3201035"/>
          <a:ext cx="5964677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82886">
                  <a:extLst>
                    <a:ext uri="{9D8B030D-6E8A-4147-A177-3AD203B41FA5}">
                      <a16:colId xmlns:a16="http://schemas.microsoft.com/office/drawing/2014/main" val="3378036524"/>
                    </a:ext>
                  </a:extLst>
                </a:gridCol>
                <a:gridCol w="2062263">
                  <a:extLst>
                    <a:ext uri="{9D8B030D-6E8A-4147-A177-3AD203B41FA5}">
                      <a16:colId xmlns:a16="http://schemas.microsoft.com/office/drawing/2014/main" val="2943306489"/>
                    </a:ext>
                  </a:extLst>
                </a:gridCol>
                <a:gridCol w="2219528">
                  <a:extLst>
                    <a:ext uri="{9D8B030D-6E8A-4147-A177-3AD203B41FA5}">
                      <a16:colId xmlns:a16="http://schemas.microsoft.com/office/drawing/2014/main" val="2703245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Experience (Years)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1342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89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714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565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763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753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704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162210"/>
                  </a:ext>
                </a:extLst>
              </a:tr>
            </a:tbl>
          </a:graphicData>
        </a:graphic>
      </p:graphicFrame>
      <p:pic>
        <p:nvPicPr>
          <p:cNvPr id="5" name="Picture 2" descr="Iqra University - IU">
            <a:extLst>
              <a:ext uri="{FF2B5EF4-FFF2-40B4-BE49-F238E27FC236}">
                <a16:creationId xmlns:a16="http://schemas.microsoft.com/office/drawing/2014/main" id="{EAFC7F5E-DD4F-6E6C-8E58-1CE83D424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18" y="11445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31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1244</Words>
  <Application>Microsoft Office PowerPoint</Application>
  <PresentationFormat>Widescreen</PresentationFormat>
  <Paragraphs>332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Office Theme</vt:lpstr>
      <vt:lpstr>Unsupervised Learning</vt:lpstr>
      <vt:lpstr>Types of ML</vt:lpstr>
      <vt:lpstr>K-Means Clustering</vt:lpstr>
      <vt:lpstr>K-Means Clustering</vt:lpstr>
      <vt:lpstr>Example: Segmenting Grocery Store Customers using K-Means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Agglomerative Clustering (Hierarchical Clustering)</vt:lpstr>
      <vt:lpstr>Steps of Agglomerative Clustering:</vt:lpstr>
      <vt:lpstr>Types of Linkage (How to measure distance between clusters)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Practice: Employee Segmentation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(FA21-RCS-015) LAIBA SABIR</dc:creator>
  <cp:lastModifiedBy>(FA21-RCS-015) LAIBA SABIR</cp:lastModifiedBy>
  <cp:revision>1</cp:revision>
  <dcterms:created xsi:type="dcterms:W3CDTF">2025-06-16T03:32:16Z</dcterms:created>
  <dcterms:modified xsi:type="dcterms:W3CDTF">2025-06-16T04:54:38Z</dcterms:modified>
</cp:coreProperties>
</file>