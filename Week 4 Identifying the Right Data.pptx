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8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9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79" r:id="rId3"/>
    <p:sldId id="260" r:id="rId4"/>
    <p:sldId id="280" r:id="rId5"/>
    <p:sldId id="261" r:id="rId6"/>
    <p:sldId id="281" r:id="rId7"/>
    <p:sldId id="282" r:id="rId8"/>
    <p:sldId id="283" r:id="rId9"/>
    <p:sldId id="296" r:id="rId10"/>
    <p:sldId id="304" r:id="rId11"/>
    <p:sldId id="299" r:id="rId12"/>
    <p:sldId id="307" r:id="rId13"/>
    <p:sldId id="267" r:id="rId14"/>
    <p:sldId id="287" r:id="rId15"/>
    <p:sldId id="269" r:id="rId16"/>
    <p:sldId id="270" r:id="rId17"/>
    <p:sldId id="298" r:id="rId18"/>
    <p:sldId id="295" r:id="rId19"/>
    <p:sldId id="271" r:id="rId20"/>
    <p:sldId id="289" r:id="rId21"/>
    <p:sldId id="290" r:id="rId22"/>
    <p:sldId id="297" r:id="rId23"/>
    <p:sldId id="291" r:id="rId24"/>
    <p:sldId id="274" r:id="rId25"/>
    <p:sldId id="306" r:id="rId26"/>
    <p:sldId id="301" r:id="rId27"/>
    <p:sldId id="276" r:id="rId28"/>
    <p:sldId id="308" r:id="rId2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5" roundtripDataSignature="AMtx7miSIKUKdiHVpR28nFfK5dN0zUp8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DCD"/>
    <a:srgbClr val="FF575B"/>
    <a:srgbClr val="FF4343"/>
    <a:srgbClr val="EE9CEE"/>
    <a:srgbClr val="4DC58D"/>
    <a:srgbClr val="70AD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52C81A-85CC-4423-97E3-02E4FF0185A0}" v="8" dt="2025-04-07T04:13:24.158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677" autoAdjust="0"/>
  </p:normalViewPr>
  <p:slideViewPr>
    <p:cSldViewPr snapToGrid="0">
      <p:cViewPr varScale="1">
        <p:scale>
          <a:sx n="71" d="100"/>
          <a:sy n="71" d="100"/>
        </p:scale>
        <p:origin x="110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customschemas.google.com/relationships/presentationmetadata" Target="meta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(FA21-RCS-015) LAIBA SABIR" userId="cdfba985-6cea-425f-a12a-4b4fa79fe82d" providerId="ADAL" clId="{0DAF0C03-978C-44BC-BDFD-05432F0D0FFE}"/>
    <pc:docChg chg="delSld modSld">
      <pc:chgData name="(FA21-RCS-015) LAIBA SABIR" userId="cdfba985-6cea-425f-a12a-4b4fa79fe82d" providerId="ADAL" clId="{0DAF0C03-978C-44BC-BDFD-05432F0D0FFE}" dt="2025-03-18T03:27:25.731" v="30" actId="1076"/>
      <pc:docMkLst>
        <pc:docMk/>
      </pc:docMkLst>
      <pc:sldChg chg="modSp mod">
        <pc:chgData name="(FA21-RCS-015) LAIBA SABIR" userId="cdfba985-6cea-425f-a12a-4b4fa79fe82d" providerId="ADAL" clId="{0DAF0C03-978C-44BC-BDFD-05432F0D0FFE}" dt="2025-03-18T03:27:25.731" v="30" actId="1076"/>
        <pc:sldMkLst>
          <pc:docMk/>
          <pc:sldMk cId="0" sldId="256"/>
        </pc:sldMkLst>
        <pc:spChg chg="mod">
          <ac:chgData name="(FA21-RCS-015) LAIBA SABIR" userId="cdfba985-6cea-425f-a12a-4b4fa79fe82d" providerId="ADAL" clId="{0DAF0C03-978C-44BC-BDFD-05432F0D0FFE}" dt="2025-03-18T03:27:25.731" v="30" actId="1076"/>
          <ac:spMkLst>
            <pc:docMk/>
            <pc:sldMk cId="0" sldId="256"/>
            <ac:spMk id="2" creationId="{55FAD0C8-EBCF-C224-8E58-83F7094D66FB}"/>
          </ac:spMkLst>
        </pc:spChg>
        <pc:picChg chg="mod">
          <ac:chgData name="(FA21-RCS-015) LAIBA SABIR" userId="cdfba985-6cea-425f-a12a-4b4fa79fe82d" providerId="ADAL" clId="{0DAF0C03-978C-44BC-BDFD-05432F0D0FFE}" dt="2025-03-18T03:26:30.819" v="26" actId="1076"/>
          <ac:picMkLst>
            <pc:docMk/>
            <pc:sldMk cId="0" sldId="256"/>
            <ac:picMk id="3" creationId="{1D579867-A21D-0ECB-8613-4B985D02D05E}"/>
          </ac:picMkLst>
        </pc:picChg>
      </pc:sldChg>
      <pc:sldChg chg="modSp mod">
        <pc:chgData name="(FA21-RCS-015) LAIBA SABIR" userId="cdfba985-6cea-425f-a12a-4b4fa79fe82d" providerId="ADAL" clId="{0DAF0C03-978C-44BC-BDFD-05432F0D0FFE}" dt="2025-03-18T03:26:21.088" v="24" actId="1076"/>
        <pc:sldMkLst>
          <pc:docMk/>
          <pc:sldMk cId="1843991093" sldId="260"/>
        </pc:sldMkLst>
        <pc:spChg chg="mod">
          <ac:chgData name="(FA21-RCS-015) LAIBA SABIR" userId="cdfba985-6cea-425f-a12a-4b4fa79fe82d" providerId="ADAL" clId="{0DAF0C03-978C-44BC-BDFD-05432F0D0FFE}" dt="2025-03-18T03:26:21.088" v="24" actId="1076"/>
          <ac:spMkLst>
            <pc:docMk/>
            <pc:sldMk cId="1843991093" sldId="260"/>
            <ac:spMk id="8" creationId="{B579F70C-E44E-7531-D091-8ADD1272B812}"/>
          </ac:spMkLst>
        </pc:spChg>
      </pc:sldChg>
      <pc:sldChg chg="modSp mod">
        <pc:chgData name="(FA21-RCS-015) LAIBA SABIR" userId="cdfba985-6cea-425f-a12a-4b4fa79fe82d" providerId="ADAL" clId="{0DAF0C03-978C-44BC-BDFD-05432F0D0FFE}" dt="2025-03-18T03:26:03.604" v="21" actId="1076"/>
        <pc:sldMkLst>
          <pc:docMk/>
          <pc:sldMk cId="2452804727" sldId="261"/>
        </pc:sldMkLst>
        <pc:spChg chg="mod">
          <ac:chgData name="(FA21-RCS-015) LAIBA SABIR" userId="cdfba985-6cea-425f-a12a-4b4fa79fe82d" providerId="ADAL" clId="{0DAF0C03-978C-44BC-BDFD-05432F0D0FFE}" dt="2025-03-18T03:26:03.604" v="21" actId="1076"/>
          <ac:spMkLst>
            <pc:docMk/>
            <pc:sldMk cId="2452804727" sldId="261"/>
            <ac:spMk id="3" creationId="{AA0A2CAF-64E2-7765-8CFB-4BD3453C79A7}"/>
          </ac:spMkLst>
        </pc:spChg>
      </pc:sldChg>
      <pc:sldChg chg="modSp mod">
        <pc:chgData name="(FA21-RCS-015) LAIBA SABIR" userId="cdfba985-6cea-425f-a12a-4b4fa79fe82d" providerId="ADAL" clId="{0DAF0C03-978C-44BC-BDFD-05432F0D0FFE}" dt="2025-03-18T03:25:22.474" v="14" actId="1076"/>
        <pc:sldMkLst>
          <pc:docMk/>
          <pc:sldMk cId="227331350" sldId="267"/>
        </pc:sldMkLst>
        <pc:spChg chg="mod">
          <ac:chgData name="(FA21-RCS-015) LAIBA SABIR" userId="cdfba985-6cea-425f-a12a-4b4fa79fe82d" providerId="ADAL" clId="{0DAF0C03-978C-44BC-BDFD-05432F0D0FFE}" dt="2025-03-18T03:25:22.474" v="14" actId="1076"/>
          <ac:spMkLst>
            <pc:docMk/>
            <pc:sldMk cId="227331350" sldId="267"/>
            <ac:spMk id="2" creationId="{3C54856C-03F6-2886-3814-458D292ABE06}"/>
          </ac:spMkLst>
        </pc:spChg>
      </pc:sldChg>
      <pc:sldChg chg="modSp mod">
        <pc:chgData name="(FA21-RCS-015) LAIBA SABIR" userId="cdfba985-6cea-425f-a12a-4b4fa79fe82d" providerId="ADAL" clId="{0DAF0C03-978C-44BC-BDFD-05432F0D0FFE}" dt="2025-03-18T03:25:11.973" v="12" actId="1076"/>
        <pc:sldMkLst>
          <pc:docMk/>
          <pc:sldMk cId="3552306792" sldId="269"/>
        </pc:sldMkLst>
        <pc:spChg chg="mod">
          <ac:chgData name="(FA21-RCS-015) LAIBA SABIR" userId="cdfba985-6cea-425f-a12a-4b4fa79fe82d" providerId="ADAL" clId="{0DAF0C03-978C-44BC-BDFD-05432F0D0FFE}" dt="2025-03-18T03:25:11.973" v="12" actId="1076"/>
          <ac:spMkLst>
            <pc:docMk/>
            <pc:sldMk cId="3552306792" sldId="269"/>
            <ac:spMk id="2" creationId="{BADBD14B-B0C6-432A-9002-3FA7761B63F8}"/>
          </ac:spMkLst>
        </pc:spChg>
      </pc:sldChg>
      <pc:sldChg chg="modSp mod">
        <pc:chgData name="(FA21-RCS-015) LAIBA SABIR" userId="cdfba985-6cea-425f-a12a-4b4fa79fe82d" providerId="ADAL" clId="{0DAF0C03-978C-44BC-BDFD-05432F0D0FFE}" dt="2025-03-18T03:25:07.426" v="11" actId="1076"/>
        <pc:sldMkLst>
          <pc:docMk/>
          <pc:sldMk cId="1952061419" sldId="270"/>
        </pc:sldMkLst>
        <pc:spChg chg="mod">
          <ac:chgData name="(FA21-RCS-015) LAIBA SABIR" userId="cdfba985-6cea-425f-a12a-4b4fa79fe82d" providerId="ADAL" clId="{0DAF0C03-978C-44BC-BDFD-05432F0D0FFE}" dt="2025-03-18T03:25:07.426" v="11" actId="1076"/>
          <ac:spMkLst>
            <pc:docMk/>
            <pc:sldMk cId="1952061419" sldId="270"/>
            <ac:spMk id="5" creationId="{91D7FEF4-2C00-895C-4B6D-ABCD7FE007DA}"/>
          </ac:spMkLst>
        </pc:spChg>
      </pc:sldChg>
      <pc:sldChg chg="modSp mod">
        <pc:chgData name="(FA21-RCS-015) LAIBA SABIR" userId="cdfba985-6cea-425f-a12a-4b4fa79fe82d" providerId="ADAL" clId="{0DAF0C03-978C-44BC-BDFD-05432F0D0FFE}" dt="2025-03-18T03:24:44.172" v="8" actId="1076"/>
        <pc:sldMkLst>
          <pc:docMk/>
          <pc:sldMk cId="2867336282" sldId="271"/>
        </pc:sldMkLst>
        <pc:spChg chg="mod">
          <ac:chgData name="(FA21-RCS-015) LAIBA SABIR" userId="cdfba985-6cea-425f-a12a-4b4fa79fe82d" providerId="ADAL" clId="{0DAF0C03-978C-44BC-BDFD-05432F0D0FFE}" dt="2025-03-18T03:24:44.172" v="8" actId="1076"/>
          <ac:spMkLst>
            <pc:docMk/>
            <pc:sldMk cId="2867336282" sldId="271"/>
            <ac:spMk id="3" creationId="{649AA52C-D592-F71D-7FEB-CD9EDEF1A87B}"/>
          </ac:spMkLst>
        </pc:spChg>
      </pc:sldChg>
      <pc:sldChg chg="modSp mod">
        <pc:chgData name="(FA21-RCS-015) LAIBA SABIR" userId="cdfba985-6cea-425f-a12a-4b4fa79fe82d" providerId="ADAL" clId="{0DAF0C03-978C-44BC-BDFD-05432F0D0FFE}" dt="2025-03-18T03:24:18.900" v="4" actId="1076"/>
        <pc:sldMkLst>
          <pc:docMk/>
          <pc:sldMk cId="3635464693" sldId="274"/>
        </pc:sldMkLst>
        <pc:spChg chg="mod">
          <ac:chgData name="(FA21-RCS-015) LAIBA SABIR" userId="cdfba985-6cea-425f-a12a-4b4fa79fe82d" providerId="ADAL" clId="{0DAF0C03-978C-44BC-BDFD-05432F0D0FFE}" dt="2025-03-18T03:24:18.900" v="4" actId="1076"/>
          <ac:spMkLst>
            <pc:docMk/>
            <pc:sldMk cId="3635464693" sldId="274"/>
            <ac:spMk id="2" creationId="{E90AD79E-3731-8E17-6319-571E667A4071}"/>
          </ac:spMkLst>
        </pc:spChg>
      </pc:sldChg>
      <pc:sldChg chg="addSp modSp">
        <pc:chgData name="(FA21-RCS-015) LAIBA SABIR" userId="cdfba985-6cea-425f-a12a-4b4fa79fe82d" providerId="ADAL" clId="{0DAF0C03-978C-44BC-BDFD-05432F0D0FFE}" dt="2025-03-18T03:23:57.066" v="2"/>
        <pc:sldMkLst>
          <pc:docMk/>
          <pc:sldMk cId="2502050328" sldId="276"/>
        </pc:sldMkLst>
        <pc:picChg chg="add mod">
          <ac:chgData name="(FA21-RCS-015) LAIBA SABIR" userId="cdfba985-6cea-425f-a12a-4b4fa79fe82d" providerId="ADAL" clId="{0DAF0C03-978C-44BC-BDFD-05432F0D0FFE}" dt="2025-03-18T03:23:57.066" v="2"/>
          <ac:picMkLst>
            <pc:docMk/>
            <pc:sldMk cId="2502050328" sldId="276"/>
            <ac:picMk id="4" creationId="{11AA2088-D30C-7DDB-2B59-10BE5657BC9E}"/>
          </ac:picMkLst>
        </pc:picChg>
      </pc:sldChg>
      <pc:sldChg chg="modSp mod">
        <pc:chgData name="(FA21-RCS-015) LAIBA SABIR" userId="cdfba985-6cea-425f-a12a-4b4fa79fe82d" providerId="ADAL" clId="{0DAF0C03-978C-44BC-BDFD-05432F0D0FFE}" dt="2025-03-18T03:26:25.522" v="25" actId="1076"/>
        <pc:sldMkLst>
          <pc:docMk/>
          <pc:sldMk cId="1521932625" sldId="279"/>
        </pc:sldMkLst>
        <pc:spChg chg="mod">
          <ac:chgData name="(FA21-RCS-015) LAIBA SABIR" userId="cdfba985-6cea-425f-a12a-4b4fa79fe82d" providerId="ADAL" clId="{0DAF0C03-978C-44BC-BDFD-05432F0D0FFE}" dt="2025-03-18T03:26:25.522" v="25" actId="1076"/>
          <ac:spMkLst>
            <pc:docMk/>
            <pc:sldMk cId="1521932625" sldId="279"/>
            <ac:spMk id="3" creationId="{AC4AB625-C760-AFE0-D480-1B6B0169C00E}"/>
          </ac:spMkLst>
        </pc:spChg>
      </pc:sldChg>
      <pc:sldChg chg="modSp mod">
        <pc:chgData name="(FA21-RCS-015) LAIBA SABIR" userId="cdfba985-6cea-425f-a12a-4b4fa79fe82d" providerId="ADAL" clId="{0DAF0C03-978C-44BC-BDFD-05432F0D0FFE}" dt="2025-03-18T03:26:15.726" v="23" actId="1076"/>
        <pc:sldMkLst>
          <pc:docMk/>
          <pc:sldMk cId="4151848595" sldId="280"/>
        </pc:sldMkLst>
        <pc:spChg chg="mod">
          <ac:chgData name="(FA21-RCS-015) LAIBA SABIR" userId="cdfba985-6cea-425f-a12a-4b4fa79fe82d" providerId="ADAL" clId="{0DAF0C03-978C-44BC-BDFD-05432F0D0FFE}" dt="2025-03-18T03:26:15.726" v="23" actId="1076"/>
          <ac:spMkLst>
            <pc:docMk/>
            <pc:sldMk cId="4151848595" sldId="280"/>
            <ac:spMk id="5" creationId="{4890B3E0-02B3-D261-C8D5-0B606C97BE03}"/>
          </ac:spMkLst>
        </pc:spChg>
      </pc:sldChg>
      <pc:sldChg chg="modSp mod">
        <pc:chgData name="(FA21-RCS-015) LAIBA SABIR" userId="cdfba985-6cea-425f-a12a-4b4fa79fe82d" providerId="ADAL" clId="{0DAF0C03-978C-44BC-BDFD-05432F0D0FFE}" dt="2025-03-18T03:25:55.346" v="20" actId="1076"/>
        <pc:sldMkLst>
          <pc:docMk/>
          <pc:sldMk cId="283813555" sldId="281"/>
        </pc:sldMkLst>
        <pc:spChg chg="mod">
          <ac:chgData name="(FA21-RCS-015) LAIBA SABIR" userId="cdfba985-6cea-425f-a12a-4b4fa79fe82d" providerId="ADAL" clId="{0DAF0C03-978C-44BC-BDFD-05432F0D0FFE}" dt="2025-03-18T03:25:55.346" v="20" actId="1076"/>
          <ac:spMkLst>
            <pc:docMk/>
            <pc:sldMk cId="283813555" sldId="281"/>
            <ac:spMk id="2" creationId="{3CB3B5C0-2CD0-54F2-22CF-DC7545DF2D09}"/>
          </ac:spMkLst>
        </pc:spChg>
      </pc:sldChg>
      <pc:sldChg chg="modSp mod">
        <pc:chgData name="(FA21-RCS-015) LAIBA SABIR" userId="cdfba985-6cea-425f-a12a-4b4fa79fe82d" providerId="ADAL" clId="{0DAF0C03-978C-44BC-BDFD-05432F0D0FFE}" dt="2025-03-18T03:25:50.009" v="19" actId="1035"/>
        <pc:sldMkLst>
          <pc:docMk/>
          <pc:sldMk cId="1534456213" sldId="282"/>
        </pc:sldMkLst>
        <pc:spChg chg="mod">
          <ac:chgData name="(FA21-RCS-015) LAIBA SABIR" userId="cdfba985-6cea-425f-a12a-4b4fa79fe82d" providerId="ADAL" clId="{0DAF0C03-978C-44BC-BDFD-05432F0D0FFE}" dt="2025-03-18T03:25:47.971" v="18" actId="1076"/>
          <ac:spMkLst>
            <pc:docMk/>
            <pc:sldMk cId="1534456213" sldId="282"/>
            <ac:spMk id="2" creationId="{B1173CD8-7651-3D18-6CEB-2EC1A568A0AA}"/>
          </ac:spMkLst>
        </pc:spChg>
        <pc:spChg chg="mod">
          <ac:chgData name="(FA21-RCS-015) LAIBA SABIR" userId="cdfba985-6cea-425f-a12a-4b4fa79fe82d" providerId="ADAL" clId="{0DAF0C03-978C-44BC-BDFD-05432F0D0FFE}" dt="2025-03-18T03:25:50.009" v="19" actId="1035"/>
          <ac:spMkLst>
            <pc:docMk/>
            <pc:sldMk cId="1534456213" sldId="282"/>
            <ac:spMk id="63" creationId="{00000000-0000-0000-0000-000000000000}"/>
          </ac:spMkLst>
        </pc:spChg>
      </pc:sldChg>
      <pc:sldChg chg="modSp mod">
        <pc:chgData name="(FA21-RCS-015) LAIBA SABIR" userId="cdfba985-6cea-425f-a12a-4b4fa79fe82d" providerId="ADAL" clId="{0DAF0C03-978C-44BC-BDFD-05432F0D0FFE}" dt="2025-03-18T03:25:18.166" v="13" actId="1076"/>
        <pc:sldMkLst>
          <pc:docMk/>
          <pc:sldMk cId="971033292" sldId="287"/>
        </pc:sldMkLst>
        <pc:spChg chg="mod">
          <ac:chgData name="(FA21-RCS-015) LAIBA SABIR" userId="cdfba985-6cea-425f-a12a-4b4fa79fe82d" providerId="ADAL" clId="{0DAF0C03-978C-44BC-BDFD-05432F0D0FFE}" dt="2025-03-18T03:25:18.166" v="13" actId="1076"/>
          <ac:spMkLst>
            <pc:docMk/>
            <pc:sldMk cId="971033292" sldId="287"/>
            <ac:spMk id="3" creationId="{14E8BA9B-11FB-9090-0872-4F0346E1007D}"/>
          </ac:spMkLst>
        </pc:spChg>
      </pc:sldChg>
      <pc:sldChg chg="modSp mod">
        <pc:chgData name="(FA21-RCS-015) LAIBA SABIR" userId="cdfba985-6cea-425f-a12a-4b4fa79fe82d" providerId="ADAL" clId="{0DAF0C03-978C-44BC-BDFD-05432F0D0FFE}" dt="2025-03-18T03:24:39.852" v="7" actId="1076"/>
        <pc:sldMkLst>
          <pc:docMk/>
          <pc:sldMk cId="875640215" sldId="289"/>
        </pc:sldMkLst>
        <pc:spChg chg="mod">
          <ac:chgData name="(FA21-RCS-015) LAIBA SABIR" userId="cdfba985-6cea-425f-a12a-4b4fa79fe82d" providerId="ADAL" clId="{0DAF0C03-978C-44BC-BDFD-05432F0D0FFE}" dt="2025-03-18T03:24:39.852" v="7" actId="1076"/>
          <ac:spMkLst>
            <pc:docMk/>
            <pc:sldMk cId="875640215" sldId="289"/>
            <ac:spMk id="2" creationId="{238D039F-A34B-4B32-724C-B34BDE904B14}"/>
          </ac:spMkLst>
        </pc:spChg>
      </pc:sldChg>
      <pc:sldChg chg="modSp mod">
        <pc:chgData name="(FA21-RCS-015) LAIBA SABIR" userId="cdfba985-6cea-425f-a12a-4b4fa79fe82d" providerId="ADAL" clId="{0DAF0C03-978C-44BC-BDFD-05432F0D0FFE}" dt="2025-03-18T03:24:34.473" v="6" actId="1076"/>
        <pc:sldMkLst>
          <pc:docMk/>
          <pc:sldMk cId="2483889119" sldId="290"/>
        </pc:sldMkLst>
        <pc:spChg chg="mod">
          <ac:chgData name="(FA21-RCS-015) LAIBA SABIR" userId="cdfba985-6cea-425f-a12a-4b4fa79fe82d" providerId="ADAL" clId="{0DAF0C03-978C-44BC-BDFD-05432F0D0FFE}" dt="2025-03-18T03:24:34.473" v="6" actId="1076"/>
          <ac:spMkLst>
            <pc:docMk/>
            <pc:sldMk cId="2483889119" sldId="290"/>
            <ac:spMk id="3" creationId="{64EF3B56-387B-B4CA-352D-AAE5E274551F}"/>
          </ac:spMkLst>
        </pc:spChg>
      </pc:sldChg>
      <pc:sldChg chg="modSp mod">
        <pc:chgData name="(FA21-RCS-015) LAIBA SABIR" userId="cdfba985-6cea-425f-a12a-4b4fa79fe82d" providerId="ADAL" clId="{0DAF0C03-978C-44BC-BDFD-05432F0D0FFE}" dt="2025-03-18T03:24:24.266" v="5" actId="1076"/>
        <pc:sldMkLst>
          <pc:docMk/>
          <pc:sldMk cId="2538734288" sldId="291"/>
        </pc:sldMkLst>
        <pc:spChg chg="mod">
          <ac:chgData name="(FA21-RCS-015) LAIBA SABIR" userId="cdfba985-6cea-425f-a12a-4b4fa79fe82d" providerId="ADAL" clId="{0DAF0C03-978C-44BC-BDFD-05432F0D0FFE}" dt="2025-03-18T03:24:24.266" v="5" actId="1076"/>
          <ac:spMkLst>
            <pc:docMk/>
            <pc:sldMk cId="2538734288" sldId="291"/>
            <ac:spMk id="3" creationId="{AD185634-71C3-6199-4C4C-5690F574EA73}"/>
          </ac:spMkLst>
        </pc:spChg>
      </pc:sldChg>
      <pc:sldChg chg="del">
        <pc:chgData name="(FA21-RCS-015) LAIBA SABIR" userId="cdfba985-6cea-425f-a12a-4b4fa79fe82d" providerId="ADAL" clId="{0DAF0C03-978C-44BC-BDFD-05432F0D0FFE}" dt="2025-03-18T03:23:30.656" v="0" actId="47"/>
        <pc:sldMkLst>
          <pc:docMk/>
          <pc:sldMk cId="2052096224" sldId="293"/>
        </pc:sldMkLst>
      </pc:sldChg>
      <pc:sldChg chg="addSp modSp mod">
        <pc:chgData name="(FA21-RCS-015) LAIBA SABIR" userId="cdfba985-6cea-425f-a12a-4b4fa79fe82d" providerId="ADAL" clId="{0DAF0C03-978C-44BC-BDFD-05432F0D0FFE}" dt="2025-03-18T03:24:59.766" v="10"/>
        <pc:sldMkLst>
          <pc:docMk/>
          <pc:sldMk cId="3988542181" sldId="298"/>
        </pc:sldMkLst>
        <pc:spChg chg="mod">
          <ac:chgData name="(FA21-RCS-015) LAIBA SABIR" userId="cdfba985-6cea-425f-a12a-4b4fa79fe82d" providerId="ADAL" clId="{0DAF0C03-978C-44BC-BDFD-05432F0D0FFE}" dt="2025-03-18T03:24:52.300" v="9" actId="1076"/>
          <ac:spMkLst>
            <pc:docMk/>
            <pc:sldMk cId="3988542181" sldId="298"/>
            <ac:spMk id="3" creationId="{973C3B7F-9B56-6AB9-FC16-1DB7200E28FB}"/>
          </ac:spMkLst>
        </pc:spChg>
        <pc:picChg chg="add mod">
          <ac:chgData name="(FA21-RCS-015) LAIBA SABIR" userId="cdfba985-6cea-425f-a12a-4b4fa79fe82d" providerId="ADAL" clId="{0DAF0C03-978C-44BC-BDFD-05432F0D0FFE}" dt="2025-03-18T03:24:59.766" v="10"/>
          <ac:picMkLst>
            <pc:docMk/>
            <pc:sldMk cId="3988542181" sldId="298"/>
            <ac:picMk id="4" creationId="{2564B96B-4D3F-380C-3FDD-E39204799D52}"/>
          </ac:picMkLst>
        </pc:picChg>
      </pc:sldChg>
      <pc:sldChg chg="modSp mod">
        <pc:chgData name="(FA21-RCS-015) LAIBA SABIR" userId="cdfba985-6cea-425f-a12a-4b4fa79fe82d" providerId="ADAL" clId="{0DAF0C03-978C-44BC-BDFD-05432F0D0FFE}" dt="2025-03-18T03:25:26.821" v="15" actId="1076"/>
        <pc:sldMkLst>
          <pc:docMk/>
          <pc:sldMk cId="2278043909" sldId="299"/>
        </pc:sldMkLst>
        <pc:spChg chg="mod">
          <ac:chgData name="(FA21-RCS-015) LAIBA SABIR" userId="cdfba985-6cea-425f-a12a-4b4fa79fe82d" providerId="ADAL" clId="{0DAF0C03-978C-44BC-BDFD-05432F0D0FFE}" dt="2025-03-18T03:25:26.821" v="15" actId="1076"/>
          <ac:spMkLst>
            <pc:docMk/>
            <pc:sldMk cId="2278043909" sldId="299"/>
            <ac:spMk id="3" creationId="{A18D1D6F-6C57-DE38-44FD-B24787C9BCEC}"/>
          </ac:spMkLst>
        </pc:spChg>
      </pc:sldChg>
      <pc:sldChg chg="modSp">
        <pc:chgData name="(FA21-RCS-015) LAIBA SABIR" userId="cdfba985-6cea-425f-a12a-4b4fa79fe82d" providerId="ADAL" clId="{0DAF0C03-978C-44BC-BDFD-05432F0D0FFE}" dt="2025-03-18T03:23:52.639" v="1" actId="1076"/>
        <pc:sldMkLst>
          <pc:docMk/>
          <pc:sldMk cId="1808131237" sldId="301"/>
        </pc:sldMkLst>
        <pc:picChg chg="mod">
          <ac:chgData name="(FA21-RCS-015) LAIBA SABIR" userId="cdfba985-6cea-425f-a12a-4b4fa79fe82d" providerId="ADAL" clId="{0DAF0C03-978C-44BC-BDFD-05432F0D0FFE}" dt="2025-03-18T03:23:52.639" v="1" actId="1076"/>
          <ac:picMkLst>
            <pc:docMk/>
            <pc:sldMk cId="1808131237" sldId="301"/>
            <ac:picMk id="3" creationId="{329DB0FD-1C20-AFE7-E78F-9CFD4A45E4E8}"/>
          </ac:picMkLst>
        </pc:picChg>
      </pc:sldChg>
      <pc:sldChg chg="modSp mod">
        <pc:chgData name="(FA21-RCS-015) LAIBA SABIR" userId="cdfba985-6cea-425f-a12a-4b4fa79fe82d" providerId="ADAL" clId="{0DAF0C03-978C-44BC-BDFD-05432F0D0FFE}" dt="2025-03-18T03:25:39.603" v="17" actId="1076"/>
        <pc:sldMkLst>
          <pc:docMk/>
          <pc:sldMk cId="2197961774" sldId="304"/>
        </pc:sldMkLst>
        <pc:spChg chg="mod">
          <ac:chgData name="(FA21-RCS-015) LAIBA SABIR" userId="cdfba985-6cea-425f-a12a-4b4fa79fe82d" providerId="ADAL" clId="{0DAF0C03-978C-44BC-BDFD-05432F0D0FFE}" dt="2025-03-18T03:25:39.603" v="17" actId="1076"/>
          <ac:spMkLst>
            <pc:docMk/>
            <pc:sldMk cId="2197961774" sldId="304"/>
            <ac:spMk id="2" creationId="{9256B208-CEDC-3212-18DA-D83A58553945}"/>
          </ac:spMkLst>
        </pc:spChg>
      </pc:sldChg>
      <pc:sldChg chg="modSp mod">
        <pc:chgData name="(FA21-RCS-015) LAIBA SABIR" userId="cdfba985-6cea-425f-a12a-4b4fa79fe82d" providerId="ADAL" clId="{0DAF0C03-978C-44BC-BDFD-05432F0D0FFE}" dt="2025-03-18T03:24:11.712" v="3" actId="1076"/>
        <pc:sldMkLst>
          <pc:docMk/>
          <pc:sldMk cId="4152043011" sldId="306"/>
        </pc:sldMkLst>
        <pc:spChg chg="mod">
          <ac:chgData name="(FA21-RCS-015) LAIBA SABIR" userId="cdfba985-6cea-425f-a12a-4b4fa79fe82d" providerId="ADAL" clId="{0DAF0C03-978C-44BC-BDFD-05432F0D0FFE}" dt="2025-03-18T03:24:11.712" v="3" actId="1076"/>
          <ac:spMkLst>
            <pc:docMk/>
            <pc:sldMk cId="4152043011" sldId="306"/>
            <ac:spMk id="5" creationId="{81779CCE-52CC-CDBC-C6DE-B27FA328178A}"/>
          </ac:spMkLst>
        </pc:spChg>
      </pc:sldChg>
    </pc:docChg>
  </pc:docChgLst>
  <pc:docChgLst>
    <pc:chgData name="(FA21-RCS-015) LAIBA SABIR" userId="cdfba985-6cea-425f-a12a-4b4fa79fe82d" providerId="ADAL" clId="{F152C81A-85CC-4423-97E3-02E4FF0185A0}"/>
    <pc:docChg chg="undo custSel addSld delSld modSld sldOrd">
      <pc:chgData name="(FA21-RCS-015) LAIBA SABIR" userId="cdfba985-6cea-425f-a12a-4b4fa79fe82d" providerId="ADAL" clId="{F152C81A-85CC-4423-97E3-02E4FF0185A0}" dt="2025-04-07T05:07:41.456" v="56" actId="47"/>
      <pc:docMkLst>
        <pc:docMk/>
      </pc:docMkLst>
      <pc:sldChg chg="del ord">
        <pc:chgData name="(FA21-RCS-015) LAIBA SABIR" userId="cdfba985-6cea-425f-a12a-4b4fa79fe82d" providerId="ADAL" clId="{F152C81A-85CC-4423-97E3-02E4FF0185A0}" dt="2025-04-07T05:07:41.456" v="56" actId="47"/>
        <pc:sldMkLst>
          <pc:docMk/>
          <pc:sldMk cId="0" sldId="259"/>
        </pc:sldMkLst>
      </pc:sldChg>
      <pc:sldChg chg="modNotesTx">
        <pc:chgData name="(FA21-RCS-015) LAIBA SABIR" userId="cdfba985-6cea-425f-a12a-4b4fa79fe82d" providerId="ADAL" clId="{F152C81A-85CC-4423-97E3-02E4FF0185A0}" dt="2025-04-07T03:58:30.605" v="25"/>
        <pc:sldMkLst>
          <pc:docMk/>
          <pc:sldMk cId="227331350" sldId="267"/>
        </pc:sldMkLst>
      </pc:sldChg>
      <pc:sldChg chg="modSp mod">
        <pc:chgData name="(FA21-RCS-015) LAIBA SABIR" userId="cdfba985-6cea-425f-a12a-4b4fa79fe82d" providerId="ADAL" clId="{F152C81A-85CC-4423-97E3-02E4FF0185A0}" dt="2025-04-07T03:55:31.630" v="12" actId="20577"/>
        <pc:sldMkLst>
          <pc:docMk/>
          <pc:sldMk cId="2278043909" sldId="299"/>
        </pc:sldMkLst>
        <pc:spChg chg="mod">
          <ac:chgData name="(FA21-RCS-015) LAIBA SABIR" userId="cdfba985-6cea-425f-a12a-4b4fa79fe82d" providerId="ADAL" clId="{F152C81A-85CC-4423-97E3-02E4FF0185A0}" dt="2025-04-07T03:55:31.630" v="12" actId="20577"/>
          <ac:spMkLst>
            <pc:docMk/>
            <pc:sldMk cId="2278043909" sldId="299"/>
            <ac:spMk id="62" creationId="{00000000-0000-0000-0000-000000000000}"/>
          </ac:spMkLst>
        </pc:spChg>
      </pc:sldChg>
      <pc:sldChg chg="modSp mod">
        <pc:chgData name="(FA21-RCS-015) LAIBA SABIR" userId="cdfba985-6cea-425f-a12a-4b4fa79fe82d" providerId="ADAL" clId="{F152C81A-85CC-4423-97E3-02E4FF0185A0}" dt="2025-04-07T03:55:43.706" v="14" actId="20577"/>
        <pc:sldMkLst>
          <pc:docMk/>
          <pc:sldMk cId="2197961774" sldId="304"/>
        </pc:sldMkLst>
        <pc:spChg chg="mod">
          <ac:chgData name="(FA21-RCS-015) LAIBA SABIR" userId="cdfba985-6cea-425f-a12a-4b4fa79fe82d" providerId="ADAL" clId="{F152C81A-85CC-4423-97E3-02E4FF0185A0}" dt="2025-04-07T03:55:43.706" v="14" actId="20577"/>
          <ac:spMkLst>
            <pc:docMk/>
            <pc:sldMk cId="2197961774" sldId="304"/>
            <ac:spMk id="12" creationId="{00000000-0000-0000-0000-000000000000}"/>
          </ac:spMkLst>
        </pc:spChg>
      </pc:sldChg>
      <pc:sldChg chg="addSp delSp modSp new mod">
        <pc:chgData name="(FA21-RCS-015) LAIBA SABIR" userId="cdfba985-6cea-425f-a12a-4b4fa79fe82d" providerId="ADAL" clId="{F152C81A-85CC-4423-97E3-02E4FF0185A0}" dt="2025-04-07T03:56:06.771" v="20" actId="1076"/>
        <pc:sldMkLst>
          <pc:docMk/>
          <pc:sldMk cId="764738617" sldId="307"/>
        </pc:sldMkLst>
        <pc:spChg chg="del">
          <ac:chgData name="(FA21-RCS-015) LAIBA SABIR" userId="cdfba985-6cea-425f-a12a-4b4fa79fe82d" providerId="ADAL" clId="{F152C81A-85CC-4423-97E3-02E4FF0185A0}" dt="2025-04-07T03:55:51.735" v="15" actId="478"/>
          <ac:spMkLst>
            <pc:docMk/>
            <pc:sldMk cId="764738617" sldId="307"/>
            <ac:spMk id="2" creationId="{A687C3A5-BA0F-5E85-1C68-D283AADBB45D}"/>
          </ac:spMkLst>
        </pc:spChg>
        <pc:spChg chg="del">
          <ac:chgData name="(FA21-RCS-015) LAIBA SABIR" userId="cdfba985-6cea-425f-a12a-4b4fa79fe82d" providerId="ADAL" clId="{F152C81A-85CC-4423-97E3-02E4FF0185A0}" dt="2025-04-07T03:54:30.953" v="1" actId="478"/>
          <ac:spMkLst>
            <pc:docMk/>
            <pc:sldMk cId="764738617" sldId="307"/>
            <ac:spMk id="3" creationId="{E9CCCACE-4BB6-8F76-2530-C819C9D3929C}"/>
          </ac:spMkLst>
        </pc:spChg>
        <pc:spChg chg="add mod">
          <ac:chgData name="(FA21-RCS-015) LAIBA SABIR" userId="cdfba985-6cea-425f-a12a-4b4fa79fe82d" providerId="ADAL" clId="{F152C81A-85CC-4423-97E3-02E4FF0185A0}" dt="2025-04-07T03:55:55.892" v="18" actId="20577"/>
          <ac:spMkLst>
            <pc:docMk/>
            <pc:sldMk cId="764738617" sldId="307"/>
            <ac:spMk id="6" creationId="{F60D5A48-9B30-0833-2219-03C8C1300869}"/>
          </ac:spMkLst>
        </pc:spChg>
        <pc:graphicFrameChg chg="add mod modGraphic">
          <ac:chgData name="(FA21-RCS-015) LAIBA SABIR" userId="cdfba985-6cea-425f-a12a-4b4fa79fe82d" providerId="ADAL" clId="{F152C81A-85CC-4423-97E3-02E4FF0185A0}" dt="2025-04-07T03:55:21.508" v="10" actId="113"/>
          <ac:graphicFrameMkLst>
            <pc:docMk/>
            <pc:sldMk cId="764738617" sldId="307"/>
            <ac:graphicFrameMk id="5" creationId="{2DF24681-3D1D-564E-2079-3F77090FBA2A}"/>
          </ac:graphicFrameMkLst>
        </pc:graphicFrameChg>
        <pc:picChg chg="add mod">
          <ac:chgData name="(FA21-RCS-015) LAIBA SABIR" userId="cdfba985-6cea-425f-a12a-4b4fa79fe82d" providerId="ADAL" clId="{F152C81A-85CC-4423-97E3-02E4FF0185A0}" dt="2025-04-07T03:56:06.771" v="20" actId="1076"/>
          <ac:picMkLst>
            <pc:docMk/>
            <pc:sldMk cId="764738617" sldId="307"/>
            <ac:picMk id="7" creationId="{05E346D2-CA23-B9CB-2D12-9FBDC5EE7793}"/>
          </ac:picMkLst>
        </pc:picChg>
      </pc:sldChg>
      <pc:sldChg chg="addSp delSp modSp new mod">
        <pc:chgData name="(FA21-RCS-015) LAIBA SABIR" userId="cdfba985-6cea-425f-a12a-4b4fa79fe82d" providerId="ADAL" clId="{F152C81A-85CC-4423-97E3-02E4FF0185A0}" dt="2025-04-07T05:06:34.468" v="52" actId="207"/>
        <pc:sldMkLst>
          <pc:docMk/>
          <pc:sldMk cId="2314692171" sldId="308"/>
        </pc:sldMkLst>
        <pc:spChg chg="del mod">
          <ac:chgData name="(FA21-RCS-015) LAIBA SABIR" userId="cdfba985-6cea-425f-a12a-4b4fa79fe82d" providerId="ADAL" clId="{F152C81A-85CC-4423-97E3-02E4FF0185A0}" dt="2025-04-07T04:12:08.327" v="29" actId="478"/>
          <ac:spMkLst>
            <pc:docMk/>
            <pc:sldMk cId="2314692171" sldId="308"/>
            <ac:spMk id="2" creationId="{912060C3-EFA1-6559-0316-78839CE703EC}"/>
          </ac:spMkLst>
        </pc:spChg>
        <pc:spChg chg="del mod">
          <ac:chgData name="(FA21-RCS-015) LAIBA SABIR" userId="cdfba985-6cea-425f-a12a-4b4fa79fe82d" providerId="ADAL" clId="{F152C81A-85CC-4423-97E3-02E4FF0185A0}" dt="2025-04-07T04:12:06.177" v="28" actId="478"/>
          <ac:spMkLst>
            <pc:docMk/>
            <pc:sldMk cId="2314692171" sldId="308"/>
            <ac:spMk id="3" creationId="{454FDA75-A34D-4322-8AA9-760C76440616}"/>
          </ac:spMkLst>
        </pc:spChg>
        <pc:spChg chg="mod">
          <ac:chgData name="(FA21-RCS-015) LAIBA SABIR" userId="cdfba985-6cea-425f-a12a-4b4fa79fe82d" providerId="ADAL" clId="{F152C81A-85CC-4423-97E3-02E4FF0185A0}" dt="2025-04-07T04:11:23.596" v="27"/>
          <ac:spMkLst>
            <pc:docMk/>
            <pc:sldMk cId="2314692171" sldId="308"/>
            <ac:spMk id="4" creationId="{F13AECA4-F256-9A3E-CEEA-FDBB330D51FB}"/>
          </ac:spMkLst>
        </pc:spChg>
        <pc:spChg chg="add del mod">
          <ac:chgData name="(FA21-RCS-015) LAIBA SABIR" userId="cdfba985-6cea-425f-a12a-4b4fa79fe82d" providerId="ADAL" clId="{F152C81A-85CC-4423-97E3-02E4FF0185A0}" dt="2025-04-07T04:12:28.606" v="33" actId="478"/>
          <ac:spMkLst>
            <pc:docMk/>
            <pc:sldMk cId="2314692171" sldId="308"/>
            <ac:spMk id="5" creationId="{1EA8406F-E2D5-4FDE-57A0-7E2BD99C79AB}"/>
          </ac:spMkLst>
        </pc:spChg>
        <pc:spChg chg="add mod">
          <ac:chgData name="(FA21-RCS-015) LAIBA SABIR" userId="cdfba985-6cea-425f-a12a-4b4fa79fe82d" providerId="ADAL" clId="{F152C81A-85CC-4423-97E3-02E4FF0185A0}" dt="2025-04-07T04:13:16.802" v="48" actId="1076"/>
          <ac:spMkLst>
            <pc:docMk/>
            <pc:sldMk cId="2314692171" sldId="308"/>
            <ac:spMk id="7" creationId="{9734871F-7587-8534-2F41-0D6651D09194}"/>
          </ac:spMkLst>
        </pc:spChg>
        <pc:spChg chg="add mod">
          <ac:chgData name="(FA21-RCS-015) LAIBA SABIR" userId="cdfba985-6cea-425f-a12a-4b4fa79fe82d" providerId="ADAL" clId="{F152C81A-85CC-4423-97E3-02E4FF0185A0}" dt="2025-04-07T05:06:34.468" v="52" actId="207"/>
          <ac:spMkLst>
            <pc:docMk/>
            <pc:sldMk cId="2314692171" sldId="308"/>
            <ac:spMk id="8" creationId="{F4705D03-B16E-8AB1-DC07-55844CBFC5F2}"/>
          </ac:spMkLst>
        </pc:spChg>
        <pc:picChg chg="add mod">
          <ac:chgData name="(FA21-RCS-015) LAIBA SABIR" userId="cdfba985-6cea-425f-a12a-4b4fa79fe82d" providerId="ADAL" clId="{F152C81A-85CC-4423-97E3-02E4FF0185A0}" dt="2025-04-07T04:13:24.158" v="49"/>
          <ac:picMkLst>
            <pc:docMk/>
            <pc:sldMk cId="2314692171" sldId="308"/>
            <ac:picMk id="9" creationId="{946EAD67-6A8D-A027-9F03-3B4F1C0E019F}"/>
          </ac:picMkLst>
        </pc:pic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67E2E3C-E49C-4323-9E6C-93DDCDC157D9}" type="doc">
      <dgm:prSet loTypeId="urn:diagrams.loki3.com/Bracke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9E3A067-A843-4876-AEA8-1236E5A587AD}">
      <dgm:prSet phldrT="[Text]"/>
      <dgm:spPr/>
      <dgm:t>
        <a:bodyPr/>
        <a:lstStyle/>
        <a:p>
          <a:r>
            <a:rPr lang="en-US"/>
            <a:t>Relevance </a:t>
          </a:r>
        </a:p>
      </dgm:t>
    </dgm:pt>
    <dgm:pt modelId="{D66CAE41-CA49-430E-8424-34E340D66B4A}" type="parTrans" cxnId="{410A6B26-CD2A-4AD5-8B00-FAD539AAE674}">
      <dgm:prSet/>
      <dgm:spPr/>
      <dgm:t>
        <a:bodyPr/>
        <a:lstStyle/>
        <a:p>
          <a:endParaRPr lang="en-US"/>
        </a:p>
      </dgm:t>
    </dgm:pt>
    <dgm:pt modelId="{24F1CA54-5544-4BE3-93AC-91F01898E88C}" type="sibTrans" cxnId="{410A6B26-CD2A-4AD5-8B00-FAD539AAE674}">
      <dgm:prSet/>
      <dgm:spPr/>
      <dgm:t>
        <a:bodyPr/>
        <a:lstStyle/>
        <a:p>
          <a:endParaRPr lang="en-US"/>
        </a:p>
      </dgm:t>
    </dgm:pt>
    <dgm:pt modelId="{210941A7-5A32-4240-99FD-734E7BAF26E0}">
      <dgm:prSet/>
      <dgm:spPr/>
      <dgm:t>
        <a:bodyPr/>
        <a:lstStyle/>
        <a:p>
          <a:r>
            <a:rPr lang="en-US" dirty="0"/>
            <a:t>How is the data related to the research question or problem statement?</a:t>
          </a:r>
        </a:p>
      </dgm:t>
    </dgm:pt>
    <dgm:pt modelId="{6CD7313D-AB60-40C6-91D8-382727A339EC}" type="parTrans" cxnId="{7CC311CC-FC03-41DF-8E04-3334F1F284F8}">
      <dgm:prSet/>
      <dgm:spPr/>
      <dgm:t>
        <a:bodyPr/>
        <a:lstStyle/>
        <a:p>
          <a:endParaRPr lang="en-US"/>
        </a:p>
      </dgm:t>
    </dgm:pt>
    <dgm:pt modelId="{39FC9D1C-F404-415F-94F2-4598BD853A35}" type="sibTrans" cxnId="{7CC311CC-FC03-41DF-8E04-3334F1F284F8}">
      <dgm:prSet/>
      <dgm:spPr/>
      <dgm:t>
        <a:bodyPr/>
        <a:lstStyle/>
        <a:p>
          <a:endParaRPr lang="en-US"/>
        </a:p>
      </dgm:t>
    </dgm:pt>
    <dgm:pt modelId="{F019F1BC-003D-48C8-BA03-52538353B9EA}">
      <dgm:prSet/>
      <dgm:spPr/>
      <dgm:t>
        <a:bodyPr/>
        <a:lstStyle/>
        <a:p>
          <a:r>
            <a:rPr lang="en-US"/>
            <a:t>Accuracy</a:t>
          </a:r>
          <a:endParaRPr lang="en-US" dirty="0"/>
        </a:p>
      </dgm:t>
    </dgm:pt>
    <dgm:pt modelId="{A8DC5233-C90D-4C30-95A5-8E128A01B852}" type="parTrans" cxnId="{6C15A59E-D366-4856-99AF-3E0487812EE9}">
      <dgm:prSet/>
      <dgm:spPr/>
      <dgm:t>
        <a:bodyPr/>
        <a:lstStyle/>
        <a:p>
          <a:endParaRPr lang="en-US"/>
        </a:p>
      </dgm:t>
    </dgm:pt>
    <dgm:pt modelId="{6FF14BB7-E649-4729-81D4-6D306687219A}" type="sibTrans" cxnId="{6C15A59E-D366-4856-99AF-3E0487812EE9}">
      <dgm:prSet/>
      <dgm:spPr/>
      <dgm:t>
        <a:bodyPr/>
        <a:lstStyle/>
        <a:p>
          <a:endParaRPr lang="en-US"/>
        </a:p>
      </dgm:t>
    </dgm:pt>
    <dgm:pt modelId="{BB075B09-D50C-4FE7-969F-EB5163CE3CD0}">
      <dgm:prSet/>
      <dgm:spPr/>
      <dgm:t>
        <a:bodyPr/>
        <a:lstStyle/>
        <a:p>
          <a:r>
            <a:rPr lang="en-US" dirty="0"/>
            <a:t>Is the data free from errors, mistakes, or inconsistencies.</a:t>
          </a:r>
        </a:p>
      </dgm:t>
    </dgm:pt>
    <dgm:pt modelId="{5F429658-8CB6-4B95-841A-7C2F2E7B5417}" type="parTrans" cxnId="{83FDE6A3-29D7-4803-A0CF-914D03B8949D}">
      <dgm:prSet/>
      <dgm:spPr/>
      <dgm:t>
        <a:bodyPr/>
        <a:lstStyle/>
        <a:p>
          <a:endParaRPr lang="en-US"/>
        </a:p>
      </dgm:t>
    </dgm:pt>
    <dgm:pt modelId="{281156CE-7594-4566-90BC-C143B9200883}" type="sibTrans" cxnId="{83FDE6A3-29D7-4803-A0CF-914D03B8949D}">
      <dgm:prSet/>
      <dgm:spPr/>
      <dgm:t>
        <a:bodyPr/>
        <a:lstStyle/>
        <a:p>
          <a:endParaRPr lang="en-US"/>
        </a:p>
      </dgm:t>
    </dgm:pt>
    <dgm:pt modelId="{E339E751-5BF8-4000-93AE-0FBA629A462F}">
      <dgm:prSet/>
      <dgm:spPr/>
      <dgm:t>
        <a:bodyPr/>
        <a:lstStyle/>
        <a:p>
          <a:r>
            <a:rPr lang="en-US"/>
            <a:t>Completeness</a:t>
          </a:r>
          <a:endParaRPr lang="en-US" dirty="0"/>
        </a:p>
      </dgm:t>
    </dgm:pt>
    <dgm:pt modelId="{A1BA6309-A76F-45BE-9CDF-B39B4C26EDA8}" type="parTrans" cxnId="{98851FA2-217F-4042-A832-7F1F02BDB66E}">
      <dgm:prSet/>
      <dgm:spPr/>
      <dgm:t>
        <a:bodyPr/>
        <a:lstStyle/>
        <a:p>
          <a:endParaRPr lang="en-US"/>
        </a:p>
      </dgm:t>
    </dgm:pt>
    <dgm:pt modelId="{8FCF0E40-07F6-4E8D-B31C-D77E7A26EE29}" type="sibTrans" cxnId="{98851FA2-217F-4042-A832-7F1F02BDB66E}">
      <dgm:prSet/>
      <dgm:spPr/>
      <dgm:t>
        <a:bodyPr/>
        <a:lstStyle/>
        <a:p>
          <a:endParaRPr lang="en-US"/>
        </a:p>
      </dgm:t>
    </dgm:pt>
    <dgm:pt modelId="{0F65678D-D36C-4A15-A278-83E23D474CDB}">
      <dgm:prSet/>
      <dgm:spPr/>
      <dgm:t>
        <a:bodyPr/>
        <a:lstStyle/>
        <a:p>
          <a:r>
            <a:rPr lang="en-US" dirty="0"/>
            <a:t>Does the data include all relevant information without any missing values?</a:t>
          </a:r>
        </a:p>
      </dgm:t>
    </dgm:pt>
    <dgm:pt modelId="{AAFB6BDE-8895-45C9-991C-DC47BE684A5E}" type="parTrans" cxnId="{2C6D9B7C-ADB6-4239-AAA5-58BD82F830D8}">
      <dgm:prSet/>
      <dgm:spPr/>
      <dgm:t>
        <a:bodyPr/>
        <a:lstStyle/>
        <a:p>
          <a:endParaRPr lang="en-US"/>
        </a:p>
      </dgm:t>
    </dgm:pt>
    <dgm:pt modelId="{46A7BC60-3A04-483F-BC5C-C5326D795862}" type="sibTrans" cxnId="{2C6D9B7C-ADB6-4239-AAA5-58BD82F830D8}">
      <dgm:prSet/>
      <dgm:spPr/>
      <dgm:t>
        <a:bodyPr/>
        <a:lstStyle/>
        <a:p>
          <a:endParaRPr lang="en-US"/>
        </a:p>
      </dgm:t>
    </dgm:pt>
    <dgm:pt modelId="{3889E669-ACED-4024-A8B2-FFC88456E686}">
      <dgm:prSet/>
      <dgm:spPr/>
      <dgm:t>
        <a:bodyPr/>
        <a:lstStyle/>
        <a:p>
          <a:r>
            <a:rPr lang="en-US"/>
            <a:t>Consistency</a:t>
          </a:r>
          <a:endParaRPr lang="en-US" dirty="0"/>
        </a:p>
      </dgm:t>
    </dgm:pt>
    <dgm:pt modelId="{950553EF-447F-49F8-B21D-1C79A5476193}" type="parTrans" cxnId="{31ABAFE6-E8FE-4AC4-B7B3-2727BCBB87E7}">
      <dgm:prSet/>
      <dgm:spPr/>
      <dgm:t>
        <a:bodyPr/>
        <a:lstStyle/>
        <a:p>
          <a:endParaRPr lang="en-US"/>
        </a:p>
      </dgm:t>
    </dgm:pt>
    <dgm:pt modelId="{5C2D163E-2E80-4452-87B1-C3E8D8170EDE}" type="sibTrans" cxnId="{31ABAFE6-E8FE-4AC4-B7B3-2727BCBB87E7}">
      <dgm:prSet/>
      <dgm:spPr/>
      <dgm:t>
        <a:bodyPr/>
        <a:lstStyle/>
        <a:p>
          <a:endParaRPr lang="en-US"/>
        </a:p>
      </dgm:t>
    </dgm:pt>
    <dgm:pt modelId="{D6D1D53F-43B1-403A-9FCA-4109E425C454}">
      <dgm:prSet/>
      <dgm:spPr/>
      <dgm:t>
        <a:bodyPr/>
        <a:lstStyle/>
        <a:p>
          <a:r>
            <a:rPr lang="en-US" dirty="0"/>
            <a:t>Is the data uniform and follows a standardized format or structure?</a:t>
          </a:r>
        </a:p>
      </dgm:t>
    </dgm:pt>
    <dgm:pt modelId="{44AEB6A2-D434-4D6A-9CC3-29E5355B68A8}" type="parTrans" cxnId="{83ED0F8A-F527-46BB-A08B-7AF2AB5ED9C4}">
      <dgm:prSet/>
      <dgm:spPr/>
      <dgm:t>
        <a:bodyPr/>
        <a:lstStyle/>
        <a:p>
          <a:endParaRPr lang="en-US"/>
        </a:p>
      </dgm:t>
    </dgm:pt>
    <dgm:pt modelId="{25CEAB63-D760-46D8-9037-C751A8381D46}" type="sibTrans" cxnId="{83ED0F8A-F527-46BB-A08B-7AF2AB5ED9C4}">
      <dgm:prSet/>
      <dgm:spPr/>
      <dgm:t>
        <a:bodyPr/>
        <a:lstStyle/>
        <a:p>
          <a:endParaRPr lang="en-US"/>
        </a:p>
      </dgm:t>
    </dgm:pt>
    <dgm:pt modelId="{72626BA4-4BF8-4EC1-B703-DC70305B194B}">
      <dgm:prSet/>
      <dgm:spPr/>
      <dgm:t>
        <a:bodyPr/>
        <a:lstStyle/>
        <a:p>
          <a:r>
            <a:rPr lang="en-US"/>
            <a:t>Reliability</a:t>
          </a:r>
          <a:endParaRPr lang="en-US" dirty="0"/>
        </a:p>
      </dgm:t>
    </dgm:pt>
    <dgm:pt modelId="{862D49A8-55E1-43E6-AF6C-DA7FB7A41960}" type="parTrans" cxnId="{70BBFAB5-DC88-4E28-9468-E87BB13D8EA7}">
      <dgm:prSet/>
      <dgm:spPr/>
      <dgm:t>
        <a:bodyPr/>
        <a:lstStyle/>
        <a:p>
          <a:endParaRPr lang="en-US"/>
        </a:p>
      </dgm:t>
    </dgm:pt>
    <dgm:pt modelId="{15E1141A-E86F-4D6B-B61A-8F5BA1554E5F}" type="sibTrans" cxnId="{70BBFAB5-DC88-4E28-9468-E87BB13D8EA7}">
      <dgm:prSet/>
      <dgm:spPr/>
      <dgm:t>
        <a:bodyPr/>
        <a:lstStyle/>
        <a:p>
          <a:endParaRPr lang="en-US"/>
        </a:p>
      </dgm:t>
    </dgm:pt>
    <dgm:pt modelId="{C6F9A4BB-8632-43DA-8B3D-4303922383E5}">
      <dgm:prSet/>
      <dgm:spPr/>
      <dgm:t>
        <a:bodyPr/>
        <a:lstStyle/>
        <a:p>
          <a:r>
            <a:rPr lang="en-US" dirty="0"/>
            <a:t>Can the data be trusted and depended upon for analysis and decision-making?</a:t>
          </a:r>
        </a:p>
      </dgm:t>
    </dgm:pt>
    <dgm:pt modelId="{A56DF50E-744B-4C94-8F29-7DE4D682D97F}" type="parTrans" cxnId="{054E182C-B3DE-4A62-A1AC-CF335853A18D}">
      <dgm:prSet/>
      <dgm:spPr/>
      <dgm:t>
        <a:bodyPr/>
        <a:lstStyle/>
        <a:p>
          <a:endParaRPr lang="en-US"/>
        </a:p>
      </dgm:t>
    </dgm:pt>
    <dgm:pt modelId="{125C2316-DB17-4DE0-A942-9EE5F03CF5EB}" type="sibTrans" cxnId="{054E182C-B3DE-4A62-A1AC-CF335853A18D}">
      <dgm:prSet/>
      <dgm:spPr/>
      <dgm:t>
        <a:bodyPr/>
        <a:lstStyle/>
        <a:p>
          <a:endParaRPr lang="en-US"/>
        </a:p>
      </dgm:t>
    </dgm:pt>
    <dgm:pt modelId="{AEABE150-6360-45CC-A6C7-10F5106AF9D2}" type="pres">
      <dgm:prSet presAssocID="{667E2E3C-E49C-4323-9E6C-93DDCDC157D9}" presName="Name0" presStyleCnt="0">
        <dgm:presLayoutVars>
          <dgm:dir/>
          <dgm:animLvl val="lvl"/>
          <dgm:resizeHandles val="exact"/>
        </dgm:presLayoutVars>
      </dgm:prSet>
      <dgm:spPr/>
    </dgm:pt>
    <dgm:pt modelId="{9F87E0E0-FE87-4559-92F0-BA8D56CE53DA}" type="pres">
      <dgm:prSet presAssocID="{19E3A067-A843-4876-AEA8-1236E5A587AD}" presName="linNode" presStyleCnt="0"/>
      <dgm:spPr/>
    </dgm:pt>
    <dgm:pt modelId="{0081AFEC-480B-4026-92F9-3087C74F9CB3}" type="pres">
      <dgm:prSet presAssocID="{19E3A067-A843-4876-AEA8-1236E5A587AD}" presName="parTx" presStyleLbl="revTx" presStyleIdx="0" presStyleCnt="5">
        <dgm:presLayoutVars>
          <dgm:chMax val="1"/>
          <dgm:bulletEnabled val="1"/>
        </dgm:presLayoutVars>
      </dgm:prSet>
      <dgm:spPr/>
    </dgm:pt>
    <dgm:pt modelId="{4C6FFF5C-9921-484C-B11F-DF4F746E59FA}" type="pres">
      <dgm:prSet presAssocID="{19E3A067-A843-4876-AEA8-1236E5A587AD}" presName="bracket" presStyleLbl="parChTrans1D1" presStyleIdx="0" presStyleCnt="5"/>
      <dgm:spPr/>
    </dgm:pt>
    <dgm:pt modelId="{3C825B33-1ACF-45F8-9D90-35298C76829D}" type="pres">
      <dgm:prSet presAssocID="{19E3A067-A843-4876-AEA8-1236E5A587AD}" presName="spH" presStyleCnt="0"/>
      <dgm:spPr/>
    </dgm:pt>
    <dgm:pt modelId="{BF7DCB11-3D03-44ED-828F-6A7A21D65F0B}" type="pres">
      <dgm:prSet presAssocID="{19E3A067-A843-4876-AEA8-1236E5A587AD}" presName="desTx" presStyleLbl="node1" presStyleIdx="0" presStyleCnt="5">
        <dgm:presLayoutVars>
          <dgm:bulletEnabled val="1"/>
        </dgm:presLayoutVars>
      </dgm:prSet>
      <dgm:spPr/>
    </dgm:pt>
    <dgm:pt modelId="{C29AE58E-EE0D-41AB-8361-E5D287172EC8}" type="pres">
      <dgm:prSet presAssocID="{24F1CA54-5544-4BE3-93AC-91F01898E88C}" presName="spV" presStyleCnt="0"/>
      <dgm:spPr/>
    </dgm:pt>
    <dgm:pt modelId="{CFA565A9-DD59-4D7F-A42C-0B5578B4273F}" type="pres">
      <dgm:prSet presAssocID="{F019F1BC-003D-48C8-BA03-52538353B9EA}" presName="linNode" presStyleCnt="0"/>
      <dgm:spPr/>
    </dgm:pt>
    <dgm:pt modelId="{B10509C9-A075-4E00-BA2D-2B27CACFFB4E}" type="pres">
      <dgm:prSet presAssocID="{F019F1BC-003D-48C8-BA03-52538353B9EA}" presName="parTx" presStyleLbl="revTx" presStyleIdx="1" presStyleCnt="5">
        <dgm:presLayoutVars>
          <dgm:chMax val="1"/>
          <dgm:bulletEnabled val="1"/>
        </dgm:presLayoutVars>
      </dgm:prSet>
      <dgm:spPr/>
    </dgm:pt>
    <dgm:pt modelId="{698D21BB-395E-4FBE-8204-7CBC632BE247}" type="pres">
      <dgm:prSet presAssocID="{F019F1BC-003D-48C8-BA03-52538353B9EA}" presName="bracket" presStyleLbl="parChTrans1D1" presStyleIdx="1" presStyleCnt="5"/>
      <dgm:spPr/>
    </dgm:pt>
    <dgm:pt modelId="{8E471A7E-6047-4E02-A6D9-4C19318709CA}" type="pres">
      <dgm:prSet presAssocID="{F019F1BC-003D-48C8-BA03-52538353B9EA}" presName="spH" presStyleCnt="0"/>
      <dgm:spPr/>
    </dgm:pt>
    <dgm:pt modelId="{4F2B4583-BC69-476A-8374-9733DF09519D}" type="pres">
      <dgm:prSet presAssocID="{F019F1BC-003D-48C8-BA03-52538353B9EA}" presName="desTx" presStyleLbl="node1" presStyleIdx="1" presStyleCnt="5">
        <dgm:presLayoutVars>
          <dgm:bulletEnabled val="1"/>
        </dgm:presLayoutVars>
      </dgm:prSet>
      <dgm:spPr/>
    </dgm:pt>
    <dgm:pt modelId="{EAA2B892-3A09-4D8F-9B42-2B3F4DE6E8B3}" type="pres">
      <dgm:prSet presAssocID="{6FF14BB7-E649-4729-81D4-6D306687219A}" presName="spV" presStyleCnt="0"/>
      <dgm:spPr/>
    </dgm:pt>
    <dgm:pt modelId="{1CC3FB03-6B1B-4782-B422-C3C8557D7480}" type="pres">
      <dgm:prSet presAssocID="{E339E751-5BF8-4000-93AE-0FBA629A462F}" presName="linNode" presStyleCnt="0"/>
      <dgm:spPr/>
    </dgm:pt>
    <dgm:pt modelId="{3D180D06-CBEC-4125-93DA-7AF8DF7967C5}" type="pres">
      <dgm:prSet presAssocID="{E339E751-5BF8-4000-93AE-0FBA629A462F}" presName="parTx" presStyleLbl="revTx" presStyleIdx="2" presStyleCnt="5">
        <dgm:presLayoutVars>
          <dgm:chMax val="1"/>
          <dgm:bulletEnabled val="1"/>
        </dgm:presLayoutVars>
      </dgm:prSet>
      <dgm:spPr/>
    </dgm:pt>
    <dgm:pt modelId="{06E996AE-6685-4816-A560-1BEA7413601A}" type="pres">
      <dgm:prSet presAssocID="{E339E751-5BF8-4000-93AE-0FBA629A462F}" presName="bracket" presStyleLbl="parChTrans1D1" presStyleIdx="2" presStyleCnt="5"/>
      <dgm:spPr/>
    </dgm:pt>
    <dgm:pt modelId="{5E345337-4E80-40FB-AC94-DA57B7644924}" type="pres">
      <dgm:prSet presAssocID="{E339E751-5BF8-4000-93AE-0FBA629A462F}" presName="spH" presStyleCnt="0"/>
      <dgm:spPr/>
    </dgm:pt>
    <dgm:pt modelId="{D52989A5-27BC-4323-9614-8F710A2DC47F}" type="pres">
      <dgm:prSet presAssocID="{E339E751-5BF8-4000-93AE-0FBA629A462F}" presName="desTx" presStyleLbl="node1" presStyleIdx="2" presStyleCnt="5">
        <dgm:presLayoutVars>
          <dgm:bulletEnabled val="1"/>
        </dgm:presLayoutVars>
      </dgm:prSet>
      <dgm:spPr/>
    </dgm:pt>
    <dgm:pt modelId="{EFC4FAE6-45C8-4E5B-853E-54A97F9F4AAF}" type="pres">
      <dgm:prSet presAssocID="{8FCF0E40-07F6-4E8D-B31C-D77E7A26EE29}" presName="spV" presStyleCnt="0"/>
      <dgm:spPr/>
    </dgm:pt>
    <dgm:pt modelId="{48A92A35-090D-4CC9-BB34-E032CA603E77}" type="pres">
      <dgm:prSet presAssocID="{3889E669-ACED-4024-A8B2-FFC88456E686}" presName="linNode" presStyleCnt="0"/>
      <dgm:spPr/>
    </dgm:pt>
    <dgm:pt modelId="{11633730-B232-402E-B23C-D139F5334B8A}" type="pres">
      <dgm:prSet presAssocID="{3889E669-ACED-4024-A8B2-FFC88456E686}" presName="parTx" presStyleLbl="revTx" presStyleIdx="3" presStyleCnt="5">
        <dgm:presLayoutVars>
          <dgm:chMax val="1"/>
          <dgm:bulletEnabled val="1"/>
        </dgm:presLayoutVars>
      </dgm:prSet>
      <dgm:spPr/>
    </dgm:pt>
    <dgm:pt modelId="{14ADD3D2-244C-4AC7-B690-E16FE0F10E2D}" type="pres">
      <dgm:prSet presAssocID="{3889E669-ACED-4024-A8B2-FFC88456E686}" presName="bracket" presStyleLbl="parChTrans1D1" presStyleIdx="3" presStyleCnt="5"/>
      <dgm:spPr/>
    </dgm:pt>
    <dgm:pt modelId="{4297CA6B-690A-4E3A-87E4-58A6C3A1089A}" type="pres">
      <dgm:prSet presAssocID="{3889E669-ACED-4024-A8B2-FFC88456E686}" presName="spH" presStyleCnt="0"/>
      <dgm:spPr/>
    </dgm:pt>
    <dgm:pt modelId="{1317E174-80C3-4F1E-B2C0-58C9F08A14FC}" type="pres">
      <dgm:prSet presAssocID="{3889E669-ACED-4024-A8B2-FFC88456E686}" presName="desTx" presStyleLbl="node1" presStyleIdx="3" presStyleCnt="5">
        <dgm:presLayoutVars>
          <dgm:bulletEnabled val="1"/>
        </dgm:presLayoutVars>
      </dgm:prSet>
      <dgm:spPr/>
    </dgm:pt>
    <dgm:pt modelId="{6D75FA64-042B-4AF4-B4BE-54381D4C483D}" type="pres">
      <dgm:prSet presAssocID="{5C2D163E-2E80-4452-87B1-C3E8D8170EDE}" presName="spV" presStyleCnt="0"/>
      <dgm:spPr/>
    </dgm:pt>
    <dgm:pt modelId="{3DCDF519-A89D-4A16-A2BC-9FBF7EE864D3}" type="pres">
      <dgm:prSet presAssocID="{72626BA4-4BF8-4EC1-B703-DC70305B194B}" presName="linNode" presStyleCnt="0"/>
      <dgm:spPr/>
    </dgm:pt>
    <dgm:pt modelId="{4BE27B7B-B835-4A58-8C40-576AF6DE04CA}" type="pres">
      <dgm:prSet presAssocID="{72626BA4-4BF8-4EC1-B703-DC70305B194B}" presName="parTx" presStyleLbl="revTx" presStyleIdx="4" presStyleCnt="5">
        <dgm:presLayoutVars>
          <dgm:chMax val="1"/>
          <dgm:bulletEnabled val="1"/>
        </dgm:presLayoutVars>
      </dgm:prSet>
      <dgm:spPr/>
    </dgm:pt>
    <dgm:pt modelId="{D95FECD5-8037-42E0-AC67-34059F38C4B7}" type="pres">
      <dgm:prSet presAssocID="{72626BA4-4BF8-4EC1-B703-DC70305B194B}" presName="bracket" presStyleLbl="parChTrans1D1" presStyleIdx="4" presStyleCnt="5"/>
      <dgm:spPr/>
    </dgm:pt>
    <dgm:pt modelId="{BEC303AF-2A0E-4F62-A08D-0D6693326840}" type="pres">
      <dgm:prSet presAssocID="{72626BA4-4BF8-4EC1-B703-DC70305B194B}" presName="spH" presStyleCnt="0"/>
      <dgm:spPr/>
    </dgm:pt>
    <dgm:pt modelId="{5627864D-0C3A-4ADE-8B94-31B3F2B80A91}" type="pres">
      <dgm:prSet presAssocID="{72626BA4-4BF8-4EC1-B703-DC70305B194B}" presName="desTx" presStyleLbl="node1" presStyleIdx="4" presStyleCnt="5">
        <dgm:presLayoutVars>
          <dgm:bulletEnabled val="1"/>
        </dgm:presLayoutVars>
      </dgm:prSet>
      <dgm:spPr/>
    </dgm:pt>
  </dgm:ptLst>
  <dgm:cxnLst>
    <dgm:cxn modelId="{3078EF12-7385-465F-AFB2-29428E462E80}" type="presOf" srcId="{3889E669-ACED-4024-A8B2-FFC88456E686}" destId="{11633730-B232-402E-B23C-D139F5334B8A}" srcOrd="0" destOrd="0" presId="urn:diagrams.loki3.com/BracketList"/>
    <dgm:cxn modelId="{DC442814-A311-4B5D-B0BC-7B138C963788}" type="presOf" srcId="{19E3A067-A843-4876-AEA8-1236E5A587AD}" destId="{0081AFEC-480B-4026-92F9-3087C74F9CB3}" srcOrd="0" destOrd="0" presId="urn:diagrams.loki3.com/BracketList"/>
    <dgm:cxn modelId="{9BBDEE17-0060-4827-BEF3-20CB4CE01B82}" type="presOf" srcId="{BB075B09-D50C-4FE7-969F-EB5163CE3CD0}" destId="{4F2B4583-BC69-476A-8374-9733DF09519D}" srcOrd="0" destOrd="0" presId="urn:diagrams.loki3.com/BracketList"/>
    <dgm:cxn modelId="{0013FB18-4869-4008-B4E8-9CF6E7310B81}" type="presOf" srcId="{D6D1D53F-43B1-403A-9FCA-4109E425C454}" destId="{1317E174-80C3-4F1E-B2C0-58C9F08A14FC}" srcOrd="0" destOrd="0" presId="urn:diagrams.loki3.com/BracketList"/>
    <dgm:cxn modelId="{410A6B26-CD2A-4AD5-8B00-FAD539AAE674}" srcId="{667E2E3C-E49C-4323-9E6C-93DDCDC157D9}" destId="{19E3A067-A843-4876-AEA8-1236E5A587AD}" srcOrd="0" destOrd="0" parTransId="{D66CAE41-CA49-430E-8424-34E340D66B4A}" sibTransId="{24F1CA54-5544-4BE3-93AC-91F01898E88C}"/>
    <dgm:cxn modelId="{054E182C-B3DE-4A62-A1AC-CF335853A18D}" srcId="{72626BA4-4BF8-4EC1-B703-DC70305B194B}" destId="{C6F9A4BB-8632-43DA-8B3D-4303922383E5}" srcOrd="0" destOrd="0" parTransId="{A56DF50E-744B-4C94-8F29-7DE4D682D97F}" sibTransId="{125C2316-DB17-4DE0-A942-9EE5F03CF5EB}"/>
    <dgm:cxn modelId="{A2AF6A42-E396-4657-8EF5-EE5BD05F1D67}" type="presOf" srcId="{210941A7-5A32-4240-99FD-734E7BAF26E0}" destId="{BF7DCB11-3D03-44ED-828F-6A7A21D65F0B}" srcOrd="0" destOrd="0" presId="urn:diagrams.loki3.com/BracketList"/>
    <dgm:cxn modelId="{2C6D9B7C-ADB6-4239-AAA5-58BD82F830D8}" srcId="{E339E751-5BF8-4000-93AE-0FBA629A462F}" destId="{0F65678D-D36C-4A15-A278-83E23D474CDB}" srcOrd="0" destOrd="0" parTransId="{AAFB6BDE-8895-45C9-991C-DC47BE684A5E}" sibTransId="{46A7BC60-3A04-483F-BC5C-C5326D795862}"/>
    <dgm:cxn modelId="{FC44977D-D088-4511-8829-BEEC9A98ADC0}" type="presOf" srcId="{72626BA4-4BF8-4EC1-B703-DC70305B194B}" destId="{4BE27B7B-B835-4A58-8C40-576AF6DE04CA}" srcOrd="0" destOrd="0" presId="urn:diagrams.loki3.com/BracketList"/>
    <dgm:cxn modelId="{83ED0F8A-F527-46BB-A08B-7AF2AB5ED9C4}" srcId="{3889E669-ACED-4024-A8B2-FFC88456E686}" destId="{D6D1D53F-43B1-403A-9FCA-4109E425C454}" srcOrd="0" destOrd="0" parTransId="{44AEB6A2-D434-4D6A-9CC3-29E5355B68A8}" sibTransId="{25CEAB63-D760-46D8-9037-C751A8381D46}"/>
    <dgm:cxn modelId="{6C15A59E-D366-4856-99AF-3E0487812EE9}" srcId="{667E2E3C-E49C-4323-9E6C-93DDCDC157D9}" destId="{F019F1BC-003D-48C8-BA03-52538353B9EA}" srcOrd="1" destOrd="0" parTransId="{A8DC5233-C90D-4C30-95A5-8E128A01B852}" sibTransId="{6FF14BB7-E649-4729-81D4-6D306687219A}"/>
    <dgm:cxn modelId="{98851FA2-217F-4042-A832-7F1F02BDB66E}" srcId="{667E2E3C-E49C-4323-9E6C-93DDCDC157D9}" destId="{E339E751-5BF8-4000-93AE-0FBA629A462F}" srcOrd="2" destOrd="0" parTransId="{A1BA6309-A76F-45BE-9CDF-B39B4C26EDA8}" sibTransId="{8FCF0E40-07F6-4E8D-B31C-D77E7A26EE29}"/>
    <dgm:cxn modelId="{83FDE6A3-29D7-4803-A0CF-914D03B8949D}" srcId="{F019F1BC-003D-48C8-BA03-52538353B9EA}" destId="{BB075B09-D50C-4FE7-969F-EB5163CE3CD0}" srcOrd="0" destOrd="0" parTransId="{5F429658-8CB6-4B95-841A-7C2F2E7B5417}" sibTransId="{281156CE-7594-4566-90BC-C143B9200883}"/>
    <dgm:cxn modelId="{70BBFAB5-DC88-4E28-9468-E87BB13D8EA7}" srcId="{667E2E3C-E49C-4323-9E6C-93DDCDC157D9}" destId="{72626BA4-4BF8-4EC1-B703-DC70305B194B}" srcOrd="4" destOrd="0" parTransId="{862D49A8-55E1-43E6-AF6C-DA7FB7A41960}" sibTransId="{15E1141A-E86F-4D6B-B61A-8F5BA1554E5F}"/>
    <dgm:cxn modelId="{7CC311CC-FC03-41DF-8E04-3334F1F284F8}" srcId="{19E3A067-A843-4876-AEA8-1236E5A587AD}" destId="{210941A7-5A32-4240-99FD-734E7BAF26E0}" srcOrd="0" destOrd="0" parTransId="{6CD7313D-AB60-40C6-91D8-382727A339EC}" sibTransId="{39FC9D1C-F404-415F-94F2-4598BD853A35}"/>
    <dgm:cxn modelId="{DE0B2DCE-4B00-4E97-AD24-7EA8F4FDC414}" type="presOf" srcId="{F019F1BC-003D-48C8-BA03-52538353B9EA}" destId="{B10509C9-A075-4E00-BA2D-2B27CACFFB4E}" srcOrd="0" destOrd="0" presId="urn:diagrams.loki3.com/BracketList"/>
    <dgm:cxn modelId="{BC3BA3D8-654C-410C-8441-98F192006238}" type="presOf" srcId="{C6F9A4BB-8632-43DA-8B3D-4303922383E5}" destId="{5627864D-0C3A-4ADE-8B94-31B3F2B80A91}" srcOrd="0" destOrd="0" presId="urn:diagrams.loki3.com/BracketList"/>
    <dgm:cxn modelId="{997AAEE4-C192-4F66-B1C3-D9946807160B}" type="presOf" srcId="{0F65678D-D36C-4A15-A278-83E23D474CDB}" destId="{D52989A5-27BC-4323-9614-8F710A2DC47F}" srcOrd="0" destOrd="0" presId="urn:diagrams.loki3.com/BracketList"/>
    <dgm:cxn modelId="{31ABAFE6-E8FE-4AC4-B7B3-2727BCBB87E7}" srcId="{667E2E3C-E49C-4323-9E6C-93DDCDC157D9}" destId="{3889E669-ACED-4024-A8B2-FFC88456E686}" srcOrd="3" destOrd="0" parTransId="{950553EF-447F-49F8-B21D-1C79A5476193}" sibTransId="{5C2D163E-2E80-4452-87B1-C3E8D8170EDE}"/>
    <dgm:cxn modelId="{CDA052FA-6BF5-443E-8B4B-1E28B9699A06}" type="presOf" srcId="{E339E751-5BF8-4000-93AE-0FBA629A462F}" destId="{3D180D06-CBEC-4125-93DA-7AF8DF7967C5}" srcOrd="0" destOrd="0" presId="urn:diagrams.loki3.com/BracketList"/>
    <dgm:cxn modelId="{257584FD-9F7B-4DFB-8375-DC34E9BA5DA0}" type="presOf" srcId="{667E2E3C-E49C-4323-9E6C-93DDCDC157D9}" destId="{AEABE150-6360-45CC-A6C7-10F5106AF9D2}" srcOrd="0" destOrd="0" presId="urn:diagrams.loki3.com/BracketList"/>
    <dgm:cxn modelId="{A10C6490-C834-482A-AEF7-CFAA087170E4}" type="presParOf" srcId="{AEABE150-6360-45CC-A6C7-10F5106AF9D2}" destId="{9F87E0E0-FE87-4559-92F0-BA8D56CE53DA}" srcOrd="0" destOrd="0" presId="urn:diagrams.loki3.com/BracketList"/>
    <dgm:cxn modelId="{022C01EF-DF7C-49D2-A320-29D39B563DD0}" type="presParOf" srcId="{9F87E0E0-FE87-4559-92F0-BA8D56CE53DA}" destId="{0081AFEC-480B-4026-92F9-3087C74F9CB3}" srcOrd="0" destOrd="0" presId="urn:diagrams.loki3.com/BracketList"/>
    <dgm:cxn modelId="{1381E3CF-D2CD-4358-8C31-E72713375FC9}" type="presParOf" srcId="{9F87E0E0-FE87-4559-92F0-BA8D56CE53DA}" destId="{4C6FFF5C-9921-484C-B11F-DF4F746E59FA}" srcOrd="1" destOrd="0" presId="urn:diagrams.loki3.com/BracketList"/>
    <dgm:cxn modelId="{F38C8C57-1955-433C-8F2E-EC7DFFC96B8B}" type="presParOf" srcId="{9F87E0E0-FE87-4559-92F0-BA8D56CE53DA}" destId="{3C825B33-1ACF-45F8-9D90-35298C76829D}" srcOrd="2" destOrd="0" presId="urn:diagrams.loki3.com/BracketList"/>
    <dgm:cxn modelId="{AC0A7923-D33D-4C0A-801E-B67EB7A1DE8A}" type="presParOf" srcId="{9F87E0E0-FE87-4559-92F0-BA8D56CE53DA}" destId="{BF7DCB11-3D03-44ED-828F-6A7A21D65F0B}" srcOrd="3" destOrd="0" presId="urn:diagrams.loki3.com/BracketList"/>
    <dgm:cxn modelId="{E9E7DF2D-DA7E-4A27-8868-2EE5B05176E8}" type="presParOf" srcId="{AEABE150-6360-45CC-A6C7-10F5106AF9D2}" destId="{C29AE58E-EE0D-41AB-8361-E5D287172EC8}" srcOrd="1" destOrd="0" presId="urn:diagrams.loki3.com/BracketList"/>
    <dgm:cxn modelId="{F3E87B4C-72C3-4598-8668-6758FA0D2E1A}" type="presParOf" srcId="{AEABE150-6360-45CC-A6C7-10F5106AF9D2}" destId="{CFA565A9-DD59-4D7F-A42C-0B5578B4273F}" srcOrd="2" destOrd="0" presId="urn:diagrams.loki3.com/BracketList"/>
    <dgm:cxn modelId="{C10E931C-FF43-4FCF-AA04-C0EB462F907F}" type="presParOf" srcId="{CFA565A9-DD59-4D7F-A42C-0B5578B4273F}" destId="{B10509C9-A075-4E00-BA2D-2B27CACFFB4E}" srcOrd="0" destOrd="0" presId="urn:diagrams.loki3.com/BracketList"/>
    <dgm:cxn modelId="{3195101E-EA6B-41D1-98F5-30799939B581}" type="presParOf" srcId="{CFA565A9-DD59-4D7F-A42C-0B5578B4273F}" destId="{698D21BB-395E-4FBE-8204-7CBC632BE247}" srcOrd="1" destOrd="0" presId="urn:diagrams.loki3.com/BracketList"/>
    <dgm:cxn modelId="{BEA74E45-965D-4A84-8265-39F8D3AA4F6A}" type="presParOf" srcId="{CFA565A9-DD59-4D7F-A42C-0B5578B4273F}" destId="{8E471A7E-6047-4E02-A6D9-4C19318709CA}" srcOrd="2" destOrd="0" presId="urn:diagrams.loki3.com/BracketList"/>
    <dgm:cxn modelId="{CC8B4CA2-4FC1-47A6-8D35-6CF4B07A37C3}" type="presParOf" srcId="{CFA565A9-DD59-4D7F-A42C-0B5578B4273F}" destId="{4F2B4583-BC69-476A-8374-9733DF09519D}" srcOrd="3" destOrd="0" presId="urn:diagrams.loki3.com/BracketList"/>
    <dgm:cxn modelId="{392381CB-3933-4A76-8E39-0487C9E9E680}" type="presParOf" srcId="{AEABE150-6360-45CC-A6C7-10F5106AF9D2}" destId="{EAA2B892-3A09-4D8F-9B42-2B3F4DE6E8B3}" srcOrd="3" destOrd="0" presId="urn:diagrams.loki3.com/BracketList"/>
    <dgm:cxn modelId="{8FA405D1-665D-4A70-833D-F9FD590C833E}" type="presParOf" srcId="{AEABE150-6360-45CC-A6C7-10F5106AF9D2}" destId="{1CC3FB03-6B1B-4782-B422-C3C8557D7480}" srcOrd="4" destOrd="0" presId="urn:diagrams.loki3.com/BracketList"/>
    <dgm:cxn modelId="{06F166C2-A362-47E2-88F7-4F8F8E3809D7}" type="presParOf" srcId="{1CC3FB03-6B1B-4782-B422-C3C8557D7480}" destId="{3D180D06-CBEC-4125-93DA-7AF8DF7967C5}" srcOrd="0" destOrd="0" presId="urn:diagrams.loki3.com/BracketList"/>
    <dgm:cxn modelId="{C7B0B4CE-AA51-4170-8613-A663372E2DB0}" type="presParOf" srcId="{1CC3FB03-6B1B-4782-B422-C3C8557D7480}" destId="{06E996AE-6685-4816-A560-1BEA7413601A}" srcOrd="1" destOrd="0" presId="urn:diagrams.loki3.com/BracketList"/>
    <dgm:cxn modelId="{1531E0CE-D9E5-43D0-B687-108E1255519D}" type="presParOf" srcId="{1CC3FB03-6B1B-4782-B422-C3C8557D7480}" destId="{5E345337-4E80-40FB-AC94-DA57B7644924}" srcOrd="2" destOrd="0" presId="urn:diagrams.loki3.com/BracketList"/>
    <dgm:cxn modelId="{11733148-8492-4C4D-BB7E-A93CA6FD83C3}" type="presParOf" srcId="{1CC3FB03-6B1B-4782-B422-C3C8557D7480}" destId="{D52989A5-27BC-4323-9614-8F710A2DC47F}" srcOrd="3" destOrd="0" presId="urn:diagrams.loki3.com/BracketList"/>
    <dgm:cxn modelId="{9BC26516-DB67-4AF9-800B-EF153C95C1F1}" type="presParOf" srcId="{AEABE150-6360-45CC-A6C7-10F5106AF9D2}" destId="{EFC4FAE6-45C8-4E5B-853E-54A97F9F4AAF}" srcOrd="5" destOrd="0" presId="urn:diagrams.loki3.com/BracketList"/>
    <dgm:cxn modelId="{CD7AD3D9-B314-44BF-AF55-2A0165B4DC0F}" type="presParOf" srcId="{AEABE150-6360-45CC-A6C7-10F5106AF9D2}" destId="{48A92A35-090D-4CC9-BB34-E032CA603E77}" srcOrd="6" destOrd="0" presId="urn:diagrams.loki3.com/BracketList"/>
    <dgm:cxn modelId="{BF0A7366-2412-4F10-A7D6-2960534360C4}" type="presParOf" srcId="{48A92A35-090D-4CC9-BB34-E032CA603E77}" destId="{11633730-B232-402E-B23C-D139F5334B8A}" srcOrd="0" destOrd="0" presId="urn:diagrams.loki3.com/BracketList"/>
    <dgm:cxn modelId="{B2D7B98A-8795-4A10-BE8A-8AE880763698}" type="presParOf" srcId="{48A92A35-090D-4CC9-BB34-E032CA603E77}" destId="{14ADD3D2-244C-4AC7-B690-E16FE0F10E2D}" srcOrd="1" destOrd="0" presId="urn:diagrams.loki3.com/BracketList"/>
    <dgm:cxn modelId="{2E3EFA73-6602-4CCB-AB91-6E5492FB9DDD}" type="presParOf" srcId="{48A92A35-090D-4CC9-BB34-E032CA603E77}" destId="{4297CA6B-690A-4E3A-87E4-58A6C3A1089A}" srcOrd="2" destOrd="0" presId="urn:diagrams.loki3.com/BracketList"/>
    <dgm:cxn modelId="{E93E9422-EEB7-41E2-9AFF-4E449777482E}" type="presParOf" srcId="{48A92A35-090D-4CC9-BB34-E032CA603E77}" destId="{1317E174-80C3-4F1E-B2C0-58C9F08A14FC}" srcOrd="3" destOrd="0" presId="urn:diagrams.loki3.com/BracketList"/>
    <dgm:cxn modelId="{D9EED214-221B-466E-A5EA-29FC0B9CA0DA}" type="presParOf" srcId="{AEABE150-6360-45CC-A6C7-10F5106AF9D2}" destId="{6D75FA64-042B-4AF4-B4BE-54381D4C483D}" srcOrd="7" destOrd="0" presId="urn:diagrams.loki3.com/BracketList"/>
    <dgm:cxn modelId="{0BBFECEA-E457-4190-9C67-CCCCF9008DD2}" type="presParOf" srcId="{AEABE150-6360-45CC-A6C7-10F5106AF9D2}" destId="{3DCDF519-A89D-4A16-A2BC-9FBF7EE864D3}" srcOrd="8" destOrd="0" presId="urn:diagrams.loki3.com/BracketList"/>
    <dgm:cxn modelId="{1CA6EF7A-CBD0-4EFD-BCBF-9CE5B2E4405C}" type="presParOf" srcId="{3DCDF519-A89D-4A16-A2BC-9FBF7EE864D3}" destId="{4BE27B7B-B835-4A58-8C40-576AF6DE04CA}" srcOrd="0" destOrd="0" presId="urn:diagrams.loki3.com/BracketList"/>
    <dgm:cxn modelId="{35DD844B-A90E-4F73-8C2D-9E62C960D650}" type="presParOf" srcId="{3DCDF519-A89D-4A16-A2BC-9FBF7EE864D3}" destId="{D95FECD5-8037-42E0-AC67-34059F38C4B7}" srcOrd="1" destOrd="0" presId="urn:diagrams.loki3.com/BracketList"/>
    <dgm:cxn modelId="{8FCBEB6D-5FB5-419B-BC9A-4956C61504D5}" type="presParOf" srcId="{3DCDF519-A89D-4A16-A2BC-9FBF7EE864D3}" destId="{BEC303AF-2A0E-4F62-A08D-0D6693326840}" srcOrd="2" destOrd="0" presId="urn:diagrams.loki3.com/BracketList"/>
    <dgm:cxn modelId="{A9913DCA-6485-4776-B44A-99011D2E7455}" type="presParOf" srcId="{3DCDF519-A89D-4A16-A2BC-9FBF7EE864D3}" destId="{5627864D-0C3A-4ADE-8B94-31B3F2B80A91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2F76333-B6BA-4291-9E4F-75612D9C3C06}" type="doc">
      <dgm:prSet loTypeId="urn:microsoft.com/office/officeart/2008/layout/TitlePictureLineup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8167670-6B4B-409C-B873-E853663409ED}">
      <dgm:prSet phldrT="[Text]"/>
      <dgm:spPr/>
      <dgm:t>
        <a:bodyPr/>
        <a:lstStyle/>
        <a:p>
          <a:r>
            <a:rPr lang="en-US" dirty="0"/>
            <a:t>In marketing</a:t>
          </a:r>
        </a:p>
      </dgm:t>
    </dgm:pt>
    <dgm:pt modelId="{8238D668-3E3F-4F53-8A0F-5C03CE24B646}" type="parTrans" cxnId="{2BD963CF-081D-4361-8B52-57E9B3019FB6}">
      <dgm:prSet/>
      <dgm:spPr/>
      <dgm:t>
        <a:bodyPr/>
        <a:lstStyle/>
        <a:p>
          <a:endParaRPr lang="en-US"/>
        </a:p>
      </dgm:t>
    </dgm:pt>
    <dgm:pt modelId="{9515BB05-6C45-4C00-8055-95BFC59C0EC3}" type="sibTrans" cxnId="{2BD963CF-081D-4361-8B52-57E9B3019FB6}">
      <dgm:prSet/>
      <dgm:spPr/>
      <dgm:t>
        <a:bodyPr/>
        <a:lstStyle/>
        <a:p>
          <a:endParaRPr lang="en-US"/>
        </a:p>
      </dgm:t>
    </dgm:pt>
    <dgm:pt modelId="{D212C1A1-CF6D-40BD-A6FB-2DD1C4C0A62D}">
      <dgm:prSet/>
      <dgm:spPr/>
      <dgm:t>
        <a:bodyPr/>
        <a:lstStyle/>
        <a:p>
          <a:r>
            <a:rPr lang="en-US" dirty="0"/>
            <a:t>In healthcare</a:t>
          </a:r>
        </a:p>
      </dgm:t>
    </dgm:pt>
    <dgm:pt modelId="{2E4FDE80-6CDF-4BBC-AEEB-E0EA0B63F232}" type="parTrans" cxnId="{922DE178-5BC6-4596-943D-6C88D9A62044}">
      <dgm:prSet/>
      <dgm:spPr/>
      <dgm:t>
        <a:bodyPr/>
        <a:lstStyle/>
        <a:p>
          <a:endParaRPr lang="en-US"/>
        </a:p>
      </dgm:t>
    </dgm:pt>
    <dgm:pt modelId="{7D4D4FBA-0016-491A-BB6D-5D9492C54A5F}" type="sibTrans" cxnId="{922DE178-5BC6-4596-943D-6C88D9A62044}">
      <dgm:prSet/>
      <dgm:spPr/>
      <dgm:t>
        <a:bodyPr/>
        <a:lstStyle/>
        <a:p>
          <a:endParaRPr lang="en-US"/>
        </a:p>
      </dgm:t>
    </dgm:pt>
    <dgm:pt modelId="{CA87FB88-D9DE-4985-BAE7-CAF9742F91FA}">
      <dgm:prSet/>
      <dgm:spPr/>
      <dgm:t>
        <a:bodyPr/>
        <a:lstStyle/>
        <a:p>
          <a:r>
            <a:rPr lang="en-US" dirty="0"/>
            <a:t>In finance</a:t>
          </a:r>
        </a:p>
      </dgm:t>
    </dgm:pt>
    <dgm:pt modelId="{E2B93D60-79BF-4B0A-8B41-507E6A608DEF}" type="parTrans" cxnId="{98738529-916A-4DC5-B0DB-0994ACF85CE7}">
      <dgm:prSet/>
      <dgm:spPr/>
      <dgm:t>
        <a:bodyPr/>
        <a:lstStyle/>
        <a:p>
          <a:endParaRPr lang="en-US"/>
        </a:p>
      </dgm:t>
    </dgm:pt>
    <dgm:pt modelId="{5410C73F-3C11-4166-B71F-0C0179B8F4EE}" type="sibTrans" cxnId="{98738529-916A-4DC5-B0DB-0994ACF85CE7}">
      <dgm:prSet/>
      <dgm:spPr/>
      <dgm:t>
        <a:bodyPr/>
        <a:lstStyle/>
        <a:p>
          <a:endParaRPr lang="en-US"/>
        </a:p>
      </dgm:t>
    </dgm:pt>
    <dgm:pt modelId="{07839D7C-0E35-40AB-BD25-4833E6E75378}">
      <dgm:prSet phldrT="[Text]"/>
      <dgm:spPr/>
      <dgm:t>
        <a:bodyPr/>
        <a:lstStyle/>
        <a:p>
          <a:r>
            <a:rPr lang="en-US" dirty="0"/>
            <a:t>To understand the factors influencing customer purchasing decisions and develop targeted marketing strategies.</a:t>
          </a:r>
        </a:p>
      </dgm:t>
    </dgm:pt>
    <dgm:pt modelId="{66035FBC-C389-4C49-B668-6EB2D4461C47}" type="parTrans" cxnId="{9D5AA496-87F5-4CC0-AD9D-F9FCE8F90A4E}">
      <dgm:prSet/>
      <dgm:spPr/>
      <dgm:t>
        <a:bodyPr/>
        <a:lstStyle/>
        <a:p>
          <a:endParaRPr lang="en-US"/>
        </a:p>
      </dgm:t>
    </dgm:pt>
    <dgm:pt modelId="{80FCD39A-C570-446C-9D68-AB1AD6D8FDB6}" type="sibTrans" cxnId="{9D5AA496-87F5-4CC0-AD9D-F9FCE8F90A4E}">
      <dgm:prSet/>
      <dgm:spPr/>
      <dgm:t>
        <a:bodyPr/>
        <a:lstStyle/>
        <a:p>
          <a:endParaRPr lang="en-US"/>
        </a:p>
      </dgm:t>
    </dgm:pt>
    <dgm:pt modelId="{BE2870A9-B6F5-4287-8021-67BD39B45206}">
      <dgm:prSet/>
      <dgm:spPr/>
      <dgm:t>
        <a:bodyPr/>
        <a:lstStyle/>
        <a:p>
          <a:r>
            <a:rPr lang="en-US" dirty="0"/>
            <a:t>To examine the effectiveness of a new treatment method in reducing patient recovery time.</a:t>
          </a:r>
        </a:p>
      </dgm:t>
    </dgm:pt>
    <dgm:pt modelId="{3B192BBF-14FB-44EC-BE67-3A180129EDB5}" type="parTrans" cxnId="{D1AFBAF1-78AF-4968-A492-D0D9C9CF499B}">
      <dgm:prSet/>
      <dgm:spPr/>
      <dgm:t>
        <a:bodyPr/>
        <a:lstStyle/>
        <a:p>
          <a:endParaRPr lang="en-US"/>
        </a:p>
      </dgm:t>
    </dgm:pt>
    <dgm:pt modelId="{C50F9E36-21B5-462A-91AE-2B7801997ADF}" type="sibTrans" cxnId="{D1AFBAF1-78AF-4968-A492-D0D9C9CF499B}">
      <dgm:prSet/>
      <dgm:spPr/>
      <dgm:t>
        <a:bodyPr/>
        <a:lstStyle/>
        <a:p>
          <a:endParaRPr lang="en-US"/>
        </a:p>
      </dgm:t>
    </dgm:pt>
    <dgm:pt modelId="{A65C83C9-A2F3-4845-BE27-A62A29689733}">
      <dgm:prSet/>
      <dgm:spPr/>
      <dgm:t>
        <a:bodyPr/>
        <a:lstStyle/>
        <a:p>
          <a:r>
            <a:rPr lang="en-US" dirty="0"/>
            <a:t>To predict stock market trends and identify profitable investment opportunities.</a:t>
          </a:r>
        </a:p>
      </dgm:t>
    </dgm:pt>
    <dgm:pt modelId="{4C8ECEAC-F28D-4752-95EC-FCE6CDCA44B9}" type="parTrans" cxnId="{36B63955-8ECD-4475-B790-8E43B45781A3}">
      <dgm:prSet/>
      <dgm:spPr/>
      <dgm:t>
        <a:bodyPr/>
        <a:lstStyle/>
        <a:p>
          <a:endParaRPr lang="en-US"/>
        </a:p>
      </dgm:t>
    </dgm:pt>
    <dgm:pt modelId="{4A3DF428-6672-4897-B210-E8970E74AD15}" type="sibTrans" cxnId="{36B63955-8ECD-4475-B790-8E43B45781A3}">
      <dgm:prSet/>
      <dgm:spPr/>
      <dgm:t>
        <a:bodyPr/>
        <a:lstStyle/>
        <a:p>
          <a:endParaRPr lang="en-US"/>
        </a:p>
      </dgm:t>
    </dgm:pt>
    <dgm:pt modelId="{4A981308-7676-46E9-8555-DECF3AE72575}" type="pres">
      <dgm:prSet presAssocID="{82F76333-B6BA-4291-9E4F-75612D9C3C06}" presName="Name0" presStyleCnt="0">
        <dgm:presLayoutVars>
          <dgm:dir/>
        </dgm:presLayoutVars>
      </dgm:prSet>
      <dgm:spPr/>
    </dgm:pt>
    <dgm:pt modelId="{BE6D104E-D84D-4AFA-9BB5-E19553077749}" type="pres">
      <dgm:prSet presAssocID="{78167670-6B4B-409C-B873-E853663409ED}" presName="composite" presStyleCnt="0"/>
      <dgm:spPr/>
    </dgm:pt>
    <dgm:pt modelId="{93634B2E-7F71-49B3-A6A5-B3E58614231D}" type="pres">
      <dgm:prSet presAssocID="{78167670-6B4B-409C-B873-E853663409ED}" presName="Accent" presStyleLbl="alignAcc1" presStyleIdx="0" presStyleCnt="3"/>
      <dgm:spPr/>
    </dgm:pt>
    <dgm:pt modelId="{9AD3275C-0A6D-4463-8D2D-DDBF2963C5E9}" type="pres">
      <dgm:prSet presAssocID="{78167670-6B4B-409C-B873-E853663409ED}" presName="Image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9000" b="-9000"/>
          </a:stretch>
        </a:blipFill>
      </dgm:spPr>
    </dgm:pt>
    <dgm:pt modelId="{CDE26B66-A873-4A9A-9C22-8FD713F74D68}" type="pres">
      <dgm:prSet presAssocID="{78167670-6B4B-409C-B873-E853663409ED}" presName="Child" presStyleLbl="revTx" presStyleIdx="0" presStyleCnt="3">
        <dgm:presLayoutVars>
          <dgm:bulletEnabled val="1"/>
        </dgm:presLayoutVars>
      </dgm:prSet>
      <dgm:spPr/>
    </dgm:pt>
    <dgm:pt modelId="{77F258CE-E870-4494-84C5-11AABEEF8BAC}" type="pres">
      <dgm:prSet presAssocID="{78167670-6B4B-409C-B873-E853663409ED}" presName="Parent" presStyleLbl="alignNode1" presStyleIdx="0" presStyleCnt="3">
        <dgm:presLayoutVars>
          <dgm:bulletEnabled val="1"/>
        </dgm:presLayoutVars>
      </dgm:prSet>
      <dgm:spPr/>
    </dgm:pt>
    <dgm:pt modelId="{E41C5B7A-C073-4038-B135-FD4FD629C895}" type="pres">
      <dgm:prSet presAssocID="{9515BB05-6C45-4C00-8055-95BFC59C0EC3}" presName="sibTrans" presStyleCnt="0"/>
      <dgm:spPr/>
    </dgm:pt>
    <dgm:pt modelId="{BA04255E-72F7-4E0D-B604-042F5F51A5A4}" type="pres">
      <dgm:prSet presAssocID="{D212C1A1-CF6D-40BD-A6FB-2DD1C4C0A62D}" presName="composite" presStyleCnt="0"/>
      <dgm:spPr/>
    </dgm:pt>
    <dgm:pt modelId="{5ECAFA33-1C16-4E58-8895-ED22D64A0574}" type="pres">
      <dgm:prSet presAssocID="{D212C1A1-CF6D-40BD-A6FB-2DD1C4C0A62D}" presName="Accent" presStyleLbl="alignAcc1" presStyleIdx="1" presStyleCnt="3"/>
      <dgm:spPr/>
    </dgm:pt>
    <dgm:pt modelId="{62D1A5B4-FC0B-41FB-972A-47891C99EFEB}" type="pres">
      <dgm:prSet presAssocID="{D212C1A1-CF6D-40BD-A6FB-2DD1C4C0A62D}" presName="Image" presStyleLbl="nod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9000" b="-9000"/>
          </a:stretch>
        </a:blipFill>
      </dgm:spPr>
    </dgm:pt>
    <dgm:pt modelId="{26D8BA95-37A5-4C7B-91D6-6DF0CAF98A76}" type="pres">
      <dgm:prSet presAssocID="{D212C1A1-CF6D-40BD-A6FB-2DD1C4C0A62D}" presName="Child" presStyleLbl="revTx" presStyleIdx="1" presStyleCnt="3">
        <dgm:presLayoutVars>
          <dgm:bulletEnabled val="1"/>
        </dgm:presLayoutVars>
      </dgm:prSet>
      <dgm:spPr/>
    </dgm:pt>
    <dgm:pt modelId="{82C34760-27D9-41F7-98DF-3E63349F1081}" type="pres">
      <dgm:prSet presAssocID="{D212C1A1-CF6D-40BD-A6FB-2DD1C4C0A62D}" presName="Parent" presStyleLbl="alignNode1" presStyleIdx="1" presStyleCnt="3">
        <dgm:presLayoutVars>
          <dgm:bulletEnabled val="1"/>
        </dgm:presLayoutVars>
      </dgm:prSet>
      <dgm:spPr/>
    </dgm:pt>
    <dgm:pt modelId="{CDCD0D76-C8D1-4CC3-B9B6-4942CB2A4B3E}" type="pres">
      <dgm:prSet presAssocID="{7D4D4FBA-0016-491A-BB6D-5D9492C54A5F}" presName="sibTrans" presStyleCnt="0"/>
      <dgm:spPr/>
    </dgm:pt>
    <dgm:pt modelId="{E6AAD96D-3C44-4F52-B422-580228014725}" type="pres">
      <dgm:prSet presAssocID="{CA87FB88-D9DE-4985-BAE7-CAF9742F91FA}" presName="composite" presStyleCnt="0"/>
      <dgm:spPr/>
    </dgm:pt>
    <dgm:pt modelId="{9B5CC40F-FC76-486C-8B0C-9A0AD2A3F47F}" type="pres">
      <dgm:prSet presAssocID="{CA87FB88-D9DE-4985-BAE7-CAF9742F91FA}" presName="Accent" presStyleLbl="alignAcc1" presStyleIdx="2" presStyleCnt="3"/>
      <dgm:spPr/>
    </dgm:pt>
    <dgm:pt modelId="{EEA9A293-EB97-4CB6-842F-FC7519DE5A35}" type="pres">
      <dgm:prSet presAssocID="{CA87FB88-D9DE-4985-BAE7-CAF9742F91FA}" presName="Image" presStyleLbl="node1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9000" b="-9000"/>
          </a:stretch>
        </a:blipFill>
      </dgm:spPr>
    </dgm:pt>
    <dgm:pt modelId="{B675ED2B-B1B1-45BE-A52A-E18202D26748}" type="pres">
      <dgm:prSet presAssocID="{CA87FB88-D9DE-4985-BAE7-CAF9742F91FA}" presName="Child" presStyleLbl="revTx" presStyleIdx="2" presStyleCnt="3">
        <dgm:presLayoutVars>
          <dgm:bulletEnabled val="1"/>
        </dgm:presLayoutVars>
      </dgm:prSet>
      <dgm:spPr/>
    </dgm:pt>
    <dgm:pt modelId="{B98DD99B-4193-4AD9-BB42-71BF94630906}" type="pres">
      <dgm:prSet presAssocID="{CA87FB88-D9DE-4985-BAE7-CAF9742F91FA}" presName="Parent" presStyleLbl="alignNode1" presStyleIdx="2" presStyleCnt="3">
        <dgm:presLayoutVars>
          <dgm:bulletEnabled val="1"/>
        </dgm:presLayoutVars>
      </dgm:prSet>
      <dgm:spPr/>
    </dgm:pt>
  </dgm:ptLst>
  <dgm:cxnLst>
    <dgm:cxn modelId="{98738529-916A-4DC5-B0DB-0994ACF85CE7}" srcId="{82F76333-B6BA-4291-9E4F-75612D9C3C06}" destId="{CA87FB88-D9DE-4985-BAE7-CAF9742F91FA}" srcOrd="2" destOrd="0" parTransId="{E2B93D60-79BF-4B0A-8B41-507E6A608DEF}" sibTransId="{5410C73F-3C11-4166-B71F-0C0179B8F4EE}"/>
    <dgm:cxn modelId="{9741623A-9EB0-474D-8A53-A84908DBB510}" type="presOf" srcId="{A65C83C9-A2F3-4845-BE27-A62A29689733}" destId="{B675ED2B-B1B1-45BE-A52A-E18202D26748}" srcOrd="0" destOrd="0" presId="urn:microsoft.com/office/officeart/2008/layout/TitlePictureLineup"/>
    <dgm:cxn modelId="{DBBA395F-A834-45BE-B8CD-217D3F31BA0E}" type="presOf" srcId="{CA87FB88-D9DE-4985-BAE7-CAF9742F91FA}" destId="{B98DD99B-4193-4AD9-BB42-71BF94630906}" srcOrd="0" destOrd="0" presId="urn:microsoft.com/office/officeart/2008/layout/TitlePictureLineup"/>
    <dgm:cxn modelId="{36B63955-8ECD-4475-B790-8E43B45781A3}" srcId="{CA87FB88-D9DE-4985-BAE7-CAF9742F91FA}" destId="{A65C83C9-A2F3-4845-BE27-A62A29689733}" srcOrd="0" destOrd="0" parTransId="{4C8ECEAC-F28D-4752-95EC-FCE6CDCA44B9}" sibTransId="{4A3DF428-6672-4897-B210-E8970E74AD15}"/>
    <dgm:cxn modelId="{922DE178-5BC6-4596-943D-6C88D9A62044}" srcId="{82F76333-B6BA-4291-9E4F-75612D9C3C06}" destId="{D212C1A1-CF6D-40BD-A6FB-2DD1C4C0A62D}" srcOrd="1" destOrd="0" parTransId="{2E4FDE80-6CDF-4BBC-AEEB-E0EA0B63F232}" sibTransId="{7D4D4FBA-0016-491A-BB6D-5D9492C54A5F}"/>
    <dgm:cxn modelId="{9BF70281-1A3C-41A8-A19E-B4D58CC2DFB1}" type="presOf" srcId="{78167670-6B4B-409C-B873-E853663409ED}" destId="{77F258CE-E870-4494-84C5-11AABEEF8BAC}" srcOrd="0" destOrd="0" presId="urn:microsoft.com/office/officeart/2008/layout/TitlePictureLineup"/>
    <dgm:cxn modelId="{81B70788-4C1E-405A-BB11-B11709ACB5B0}" type="presOf" srcId="{BE2870A9-B6F5-4287-8021-67BD39B45206}" destId="{26D8BA95-37A5-4C7B-91D6-6DF0CAF98A76}" srcOrd="0" destOrd="0" presId="urn:microsoft.com/office/officeart/2008/layout/TitlePictureLineup"/>
    <dgm:cxn modelId="{9D5AA496-87F5-4CC0-AD9D-F9FCE8F90A4E}" srcId="{78167670-6B4B-409C-B873-E853663409ED}" destId="{07839D7C-0E35-40AB-BD25-4833E6E75378}" srcOrd="0" destOrd="0" parTransId="{66035FBC-C389-4C49-B668-6EB2D4461C47}" sibTransId="{80FCD39A-C570-446C-9D68-AB1AD6D8FDB6}"/>
    <dgm:cxn modelId="{DB7276AB-EE38-4EF6-AA07-F887E72E9C7F}" type="presOf" srcId="{82F76333-B6BA-4291-9E4F-75612D9C3C06}" destId="{4A981308-7676-46E9-8555-DECF3AE72575}" srcOrd="0" destOrd="0" presId="urn:microsoft.com/office/officeart/2008/layout/TitlePictureLineup"/>
    <dgm:cxn modelId="{658F49B0-9279-4E2E-BF7A-946BEBD33652}" type="presOf" srcId="{D212C1A1-CF6D-40BD-A6FB-2DD1C4C0A62D}" destId="{82C34760-27D9-41F7-98DF-3E63349F1081}" srcOrd="0" destOrd="0" presId="urn:microsoft.com/office/officeart/2008/layout/TitlePictureLineup"/>
    <dgm:cxn modelId="{D1F84BB9-98D2-4437-AFD9-F06E81FE8AA5}" type="presOf" srcId="{07839D7C-0E35-40AB-BD25-4833E6E75378}" destId="{CDE26B66-A873-4A9A-9C22-8FD713F74D68}" srcOrd="0" destOrd="0" presId="urn:microsoft.com/office/officeart/2008/layout/TitlePictureLineup"/>
    <dgm:cxn modelId="{2BD963CF-081D-4361-8B52-57E9B3019FB6}" srcId="{82F76333-B6BA-4291-9E4F-75612D9C3C06}" destId="{78167670-6B4B-409C-B873-E853663409ED}" srcOrd="0" destOrd="0" parTransId="{8238D668-3E3F-4F53-8A0F-5C03CE24B646}" sibTransId="{9515BB05-6C45-4C00-8055-95BFC59C0EC3}"/>
    <dgm:cxn modelId="{D1AFBAF1-78AF-4968-A492-D0D9C9CF499B}" srcId="{D212C1A1-CF6D-40BD-A6FB-2DD1C4C0A62D}" destId="{BE2870A9-B6F5-4287-8021-67BD39B45206}" srcOrd="0" destOrd="0" parTransId="{3B192BBF-14FB-44EC-BE67-3A180129EDB5}" sibTransId="{C50F9E36-21B5-462A-91AE-2B7801997ADF}"/>
    <dgm:cxn modelId="{FDCA7EEF-4CCB-4FCC-88D9-30F2F7E8130C}" type="presParOf" srcId="{4A981308-7676-46E9-8555-DECF3AE72575}" destId="{BE6D104E-D84D-4AFA-9BB5-E19553077749}" srcOrd="0" destOrd="0" presId="urn:microsoft.com/office/officeart/2008/layout/TitlePictureLineup"/>
    <dgm:cxn modelId="{CE92275C-70D7-4185-84D7-C2ED7C49FBF3}" type="presParOf" srcId="{BE6D104E-D84D-4AFA-9BB5-E19553077749}" destId="{93634B2E-7F71-49B3-A6A5-B3E58614231D}" srcOrd="0" destOrd="0" presId="urn:microsoft.com/office/officeart/2008/layout/TitlePictureLineup"/>
    <dgm:cxn modelId="{A56E964C-1DB1-4017-A7EC-EA2B453745C1}" type="presParOf" srcId="{BE6D104E-D84D-4AFA-9BB5-E19553077749}" destId="{9AD3275C-0A6D-4463-8D2D-DDBF2963C5E9}" srcOrd="1" destOrd="0" presId="urn:microsoft.com/office/officeart/2008/layout/TitlePictureLineup"/>
    <dgm:cxn modelId="{83986AFA-01CC-4B2F-A679-887DC70D3556}" type="presParOf" srcId="{BE6D104E-D84D-4AFA-9BB5-E19553077749}" destId="{CDE26B66-A873-4A9A-9C22-8FD713F74D68}" srcOrd="2" destOrd="0" presId="urn:microsoft.com/office/officeart/2008/layout/TitlePictureLineup"/>
    <dgm:cxn modelId="{2FF2263F-A41A-490C-B62E-4BC39B02050D}" type="presParOf" srcId="{BE6D104E-D84D-4AFA-9BB5-E19553077749}" destId="{77F258CE-E870-4494-84C5-11AABEEF8BAC}" srcOrd="3" destOrd="0" presId="urn:microsoft.com/office/officeart/2008/layout/TitlePictureLineup"/>
    <dgm:cxn modelId="{CB6B946F-6112-4FA1-94FE-64A9FF10FD77}" type="presParOf" srcId="{4A981308-7676-46E9-8555-DECF3AE72575}" destId="{E41C5B7A-C073-4038-B135-FD4FD629C895}" srcOrd="1" destOrd="0" presId="urn:microsoft.com/office/officeart/2008/layout/TitlePictureLineup"/>
    <dgm:cxn modelId="{634DDFA5-D4CC-4466-9C7F-37D9452CF3ED}" type="presParOf" srcId="{4A981308-7676-46E9-8555-DECF3AE72575}" destId="{BA04255E-72F7-4E0D-B604-042F5F51A5A4}" srcOrd="2" destOrd="0" presId="urn:microsoft.com/office/officeart/2008/layout/TitlePictureLineup"/>
    <dgm:cxn modelId="{AB5803FE-E1B5-448A-BA30-118867766209}" type="presParOf" srcId="{BA04255E-72F7-4E0D-B604-042F5F51A5A4}" destId="{5ECAFA33-1C16-4E58-8895-ED22D64A0574}" srcOrd="0" destOrd="0" presId="urn:microsoft.com/office/officeart/2008/layout/TitlePictureLineup"/>
    <dgm:cxn modelId="{4BFEE29D-F989-4074-A9B8-2798D0821872}" type="presParOf" srcId="{BA04255E-72F7-4E0D-B604-042F5F51A5A4}" destId="{62D1A5B4-FC0B-41FB-972A-47891C99EFEB}" srcOrd="1" destOrd="0" presId="urn:microsoft.com/office/officeart/2008/layout/TitlePictureLineup"/>
    <dgm:cxn modelId="{DB5800CD-0980-4A2F-B85B-4FFECB863FFC}" type="presParOf" srcId="{BA04255E-72F7-4E0D-B604-042F5F51A5A4}" destId="{26D8BA95-37A5-4C7B-91D6-6DF0CAF98A76}" srcOrd="2" destOrd="0" presId="urn:microsoft.com/office/officeart/2008/layout/TitlePictureLineup"/>
    <dgm:cxn modelId="{A5F5A882-22A4-4278-B3EB-A531BBA48257}" type="presParOf" srcId="{BA04255E-72F7-4E0D-B604-042F5F51A5A4}" destId="{82C34760-27D9-41F7-98DF-3E63349F1081}" srcOrd="3" destOrd="0" presId="urn:microsoft.com/office/officeart/2008/layout/TitlePictureLineup"/>
    <dgm:cxn modelId="{36DCCE47-DA25-421B-BFC0-E796FDCAF502}" type="presParOf" srcId="{4A981308-7676-46E9-8555-DECF3AE72575}" destId="{CDCD0D76-C8D1-4CC3-B9B6-4942CB2A4B3E}" srcOrd="3" destOrd="0" presId="urn:microsoft.com/office/officeart/2008/layout/TitlePictureLineup"/>
    <dgm:cxn modelId="{82042963-BC80-444B-82D5-1FD88B5E5C36}" type="presParOf" srcId="{4A981308-7676-46E9-8555-DECF3AE72575}" destId="{E6AAD96D-3C44-4F52-B422-580228014725}" srcOrd="4" destOrd="0" presId="urn:microsoft.com/office/officeart/2008/layout/TitlePictureLineup"/>
    <dgm:cxn modelId="{BECFE9D3-C97B-4589-8A57-9A7559229F49}" type="presParOf" srcId="{E6AAD96D-3C44-4F52-B422-580228014725}" destId="{9B5CC40F-FC76-486C-8B0C-9A0AD2A3F47F}" srcOrd="0" destOrd="0" presId="urn:microsoft.com/office/officeart/2008/layout/TitlePictureLineup"/>
    <dgm:cxn modelId="{BCA93CC3-94B9-46B8-8701-D2E1DB7FC64D}" type="presParOf" srcId="{E6AAD96D-3C44-4F52-B422-580228014725}" destId="{EEA9A293-EB97-4CB6-842F-FC7519DE5A35}" srcOrd="1" destOrd="0" presId="urn:microsoft.com/office/officeart/2008/layout/TitlePictureLineup"/>
    <dgm:cxn modelId="{0B96102F-C1F0-488A-9158-812B57821BED}" type="presParOf" srcId="{E6AAD96D-3C44-4F52-B422-580228014725}" destId="{B675ED2B-B1B1-45BE-A52A-E18202D26748}" srcOrd="2" destOrd="0" presId="urn:microsoft.com/office/officeart/2008/layout/TitlePictureLineup"/>
    <dgm:cxn modelId="{0AA9E06C-D4DF-4BDB-AF07-C27B7681A1FE}" type="presParOf" srcId="{E6AAD96D-3C44-4F52-B422-580228014725}" destId="{B98DD99B-4193-4AD9-BB42-71BF94630906}" srcOrd="3" destOrd="0" presId="urn:microsoft.com/office/officeart/2008/layout/TitlePictureLineup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9686DBF-FD5E-4226-B5E4-269B2025095B}" type="doc">
      <dgm:prSet loTypeId="urn:microsoft.com/office/officeart/2011/layout/Tab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BCE9477-D80A-4D75-A0C4-B4F46A61372F}">
      <dgm:prSet phldrT="[Text]"/>
      <dgm:spPr/>
      <dgm:t>
        <a:bodyPr/>
        <a:lstStyle/>
        <a:p>
          <a:r>
            <a:rPr lang="en-US" dirty="0"/>
            <a:t>Mean (μ)</a:t>
          </a:r>
        </a:p>
      </dgm:t>
    </dgm:pt>
    <dgm:pt modelId="{C9A26207-E786-4476-BE94-71C244F3CFC0}" type="parTrans" cxnId="{B7BEFDF7-01F9-4486-AD48-B5EE59B2C56A}">
      <dgm:prSet/>
      <dgm:spPr/>
      <dgm:t>
        <a:bodyPr/>
        <a:lstStyle/>
        <a:p>
          <a:endParaRPr lang="en-US"/>
        </a:p>
      </dgm:t>
    </dgm:pt>
    <dgm:pt modelId="{BDFF15AE-B01F-4B5A-B270-BA285A4265B1}" type="sibTrans" cxnId="{B7BEFDF7-01F9-4486-AD48-B5EE59B2C56A}">
      <dgm:prSet/>
      <dgm:spPr/>
      <dgm:t>
        <a:bodyPr/>
        <a:lstStyle/>
        <a:p>
          <a:endParaRPr lang="en-US"/>
        </a:p>
      </dgm:t>
    </dgm:pt>
    <dgm:pt modelId="{8ACE8E95-5B31-4DD0-B5CB-57777CA170C4}">
      <dgm:prSet/>
      <dgm:spPr/>
      <dgm:t>
        <a:bodyPr/>
        <a:lstStyle/>
        <a:p>
          <a:r>
            <a:rPr lang="pt-BR" dirty="0"/>
            <a:t>μ = (x₁ + x₂ + ... + xn) / n</a:t>
          </a:r>
        </a:p>
      </dgm:t>
    </dgm:pt>
    <dgm:pt modelId="{D9EEEE43-BA4C-48E7-BC31-802EAF20C2F2}" type="parTrans" cxnId="{50870BB4-43EC-4454-97AF-D2E3BD00B050}">
      <dgm:prSet/>
      <dgm:spPr/>
      <dgm:t>
        <a:bodyPr/>
        <a:lstStyle/>
        <a:p>
          <a:endParaRPr lang="en-US"/>
        </a:p>
      </dgm:t>
    </dgm:pt>
    <dgm:pt modelId="{F431A27E-B304-44B2-AD0F-2E8AEFE5EFC1}" type="sibTrans" cxnId="{50870BB4-43EC-4454-97AF-D2E3BD00B050}">
      <dgm:prSet/>
      <dgm:spPr/>
      <dgm:t>
        <a:bodyPr/>
        <a:lstStyle/>
        <a:p>
          <a:endParaRPr lang="en-US"/>
        </a:p>
      </dgm:t>
    </dgm:pt>
    <dgm:pt modelId="{F2A7A37C-BC4B-4607-9340-09289A35D31A}">
      <dgm:prSet/>
      <dgm:spPr/>
      <dgm:t>
        <a:bodyPr/>
        <a:lstStyle/>
        <a:p>
          <a:r>
            <a:rPr lang="en-US" dirty="0"/>
            <a:t>Median</a:t>
          </a:r>
        </a:p>
      </dgm:t>
    </dgm:pt>
    <dgm:pt modelId="{FFDC5442-1CDF-4475-BEB0-D660529AEB41}" type="parTrans" cxnId="{ED99CB87-AC9C-44A6-BDC9-AEBDCC92C28E}">
      <dgm:prSet/>
      <dgm:spPr/>
      <dgm:t>
        <a:bodyPr/>
        <a:lstStyle/>
        <a:p>
          <a:endParaRPr lang="en-US"/>
        </a:p>
      </dgm:t>
    </dgm:pt>
    <dgm:pt modelId="{B74F6308-331F-410A-8EC1-48B1B2BB5D09}" type="sibTrans" cxnId="{ED99CB87-AC9C-44A6-BDC9-AEBDCC92C28E}">
      <dgm:prSet/>
      <dgm:spPr/>
      <dgm:t>
        <a:bodyPr/>
        <a:lstStyle/>
        <a:p>
          <a:endParaRPr lang="en-US"/>
        </a:p>
      </dgm:t>
    </dgm:pt>
    <dgm:pt modelId="{410E4004-1334-4648-A3C2-2647FE9E781E}">
      <dgm:prSet/>
      <dgm:spPr/>
      <dgm:t>
        <a:bodyPr/>
        <a:lstStyle/>
        <a:p>
          <a:r>
            <a:rPr lang="en-US" dirty="0"/>
            <a:t>Mode</a:t>
          </a:r>
        </a:p>
      </dgm:t>
    </dgm:pt>
    <dgm:pt modelId="{7375F0F3-8190-424F-97D6-7C744AA33C18}" type="parTrans" cxnId="{48732A1D-FD14-4EF1-AE50-07D2961F1523}">
      <dgm:prSet/>
      <dgm:spPr/>
      <dgm:t>
        <a:bodyPr/>
        <a:lstStyle/>
        <a:p>
          <a:endParaRPr lang="en-US"/>
        </a:p>
      </dgm:t>
    </dgm:pt>
    <dgm:pt modelId="{6DC7E0AC-9EC6-4F04-9C9F-040FC06DBB61}" type="sibTrans" cxnId="{48732A1D-FD14-4EF1-AE50-07D2961F1523}">
      <dgm:prSet/>
      <dgm:spPr/>
      <dgm:t>
        <a:bodyPr/>
        <a:lstStyle/>
        <a:p>
          <a:endParaRPr lang="en-US"/>
        </a:p>
      </dgm:t>
    </dgm:pt>
    <dgm:pt modelId="{1AA6E54A-65B4-4DF1-A314-8B28520E9B66}">
      <dgm:prSet/>
      <dgm:spPr/>
      <dgm:t>
        <a:bodyPr/>
        <a:lstStyle/>
        <a:p>
          <a:r>
            <a:rPr lang="en-US" dirty="0"/>
            <a:t>Variance (σ²)</a:t>
          </a:r>
        </a:p>
      </dgm:t>
    </dgm:pt>
    <dgm:pt modelId="{DC177905-AC40-40A5-A74B-FB43871EF837}" type="parTrans" cxnId="{B201C4A7-70D9-4D4F-9EA0-D3F944D1E0B4}">
      <dgm:prSet/>
      <dgm:spPr/>
      <dgm:t>
        <a:bodyPr/>
        <a:lstStyle/>
        <a:p>
          <a:endParaRPr lang="en-US"/>
        </a:p>
      </dgm:t>
    </dgm:pt>
    <dgm:pt modelId="{7077FA1D-7179-4021-BE65-4CB8A1566D55}" type="sibTrans" cxnId="{B201C4A7-70D9-4D4F-9EA0-D3F944D1E0B4}">
      <dgm:prSet/>
      <dgm:spPr/>
      <dgm:t>
        <a:bodyPr/>
        <a:lstStyle/>
        <a:p>
          <a:endParaRPr lang="en-US"/>
        </a:p>
      </dgm:t>
    </dgm:pt>
    <dgm:pt modelId="{4E565CFA-B379-4B56-91E5-41425C26B10F}">
      <dgm:prSet/>
      <dgm:spPr/>
      <dgm:t>
        <a:bodyPr/>
        <a:lstStyle/>
        <a:p>
          <a:r>
            <a:rPr lang="pt-BR" dirty="0"/>
            <a:t>σ² = Σ(xᵢ - μ)² / n</a:t>
          </a:r>
        </a:p>
      </dgm:t>
    </dgm:pt>
    <dgm:pt modelId="{661A634C-7372-4139-AAD3-45F44DD8AB19}" type="parTrans" cxnId="{304C99A7-3951-4861-A7C4-8715B0847D70}">
      <dgm:prSet/>
      <dgm:spPr/>
      <dgm:t>
        <a:bodyPr/>
        <a:lstStyle/>
        <a:p>
          <a:endParaRPr lang="en-US"/>
        </a:p>
      </dgm:t>
    </dgm:pt>
    <dgm:pt modelId="{4333A23F-0659-45B8-9D3F-9790DDE8AE8B}" type="sibTrans" cxnId="{304C99A7-3951-4861-A7C4-8715B0847D70}">
      <dgm:prSet/>
      <dgm:spPr/>
      <dgm:t>
        <a:bodyPr/>
        <a:lstStyle/>
        <a:p>
          <a:endParaRPr lang="en-US"/>
        </a:p>
      </dgm:t>
    </dgm:pt>
    <dgm:pt modelId="{BB0D8C76-3A20-4FBC-BBF2-DF5BB73DCF3F}">
      <dgm:prSet/>
      <dgm:spPr/>
      <dgm:t>
        <a:bodyPr/>
        <a:lstStyle/>
        <a:p>
          <a:r>
            <a:rPr lang="en-US" dirty="0"/>
            <a:t>Standard Deviation (σ)</a:t>
          </a:r>
        </a:p>
      </dgm:t>
    </dgm:pt>
    <dgm:pt modelId="{FC85CC8B-4A7B-4D7E-96C5-5F45D2D8AA71}" type="parTrans" cxnId="{4400B204-3C44-45F1-A133-FBC210C7D065}">
      <dgm:prSet/>
      <dgm:spPr/>
      <dgm:t>
        <a:bodyPr/>
        <a:lstStyle/>
        <a:p>
          <a:endParaRPr lang="en-US"/>
        </a:p>
      </dgm:t>
    </dgm:pt>
    <dgm:pt modelId="{C45E0725-B8D0-43B8-B95E-3E49B5D2E516}" type="sibTrans" cxnId="{4400B204-3C44-45F1-A133-FBC210C7D065}">
      <dgm:prSet/>
      <dgm:spPr/>
      <dgm:t>
        <a:bodyPr/>
        <a:lstStyle/>
        <a:p>
          <a:endParaRPr lang="en-US"/>
        </a:p>
      </dgm:t>
    </dgm:pt>
    <dgm:pt modelId="{8228FE0E-79FE-43A6-BEE4-695D949BC70E}">
      <dgm:prSet/>
      <dgm:spPr/>
      <dgm:t>
        <a:bodyPr/>
        <a:lstStyle/>
        <a:p>
          <a:r>
            <a:rPr lang="pt-BR" dirty="0"/>
            <a:t>σ = √(Σ(xᵢ - μ)² / n)</a:t>
          </a:r>
        </a:p>
      </dgm:t>
    </dgm:pt>
    <dgm:pt modelId="{3482F094-6730-4B7A-A27A-CDC902B892F7}" type="parTrans" cxnId="{C044A59F-62C0-4827-A14D-741CE3E221F4}">
      <dgm:prSet/>
      <dgm:spPr/>
      <dgm:t>
        <a:bodyPr/>
        <a:lstStyle/>
        <a:p>
          <a:endParaRPr lang="en-US"/>
        </a:p>
      </dgm:t>
    </dgm:pt>
    <dgm:pt modelId="{6FF7B1AD-B631-4B17-A1D7-2D16F321498F}" type="sibTrans" cxnId="{C044A59F-62C0-4827-A14D-741CE3E221F4}">
      <dgm:prSet/>
      <dgm:spPr/>
      <dgm:t>
        <a:bodyPr/>
        <a:lstStyle/>
        <a:p>
          <a:endParaRPr lang="en-US"/>
        </a:p>
      </dgm:t>
    </dgm:pt>
    <dgm:pt modelId="{D5B3CA4E-6D76-49F2-A5A1-2BA0CCAE323D}">
      <dgm:prSet/>
      <dgm:spPr/>
      <dgm:t>
        <a:bodyPr/>
        <a:lstStyle/>
        <a:p>
          <a:r>
            <a:rPr lang="en-US" dirty="0"/>
            <a:t>Percentile</a:t>
          </a:r>
        </a:p>
      </dgm:t>
    </dgm:pt>
    <dgm:pt modelId="{D9BD6AF1-411C-46B6-A7B6-57EF62483AF7}" type="parTrans" cxnId="{08254A9C-5048-44AA-9E2B-77E9685C8B7D}">
      <dgm:prSet/>
      <dgm:spPr/>
      <dgm:t>
        <a:bodyPr/>
        <a:lstStyle/>
        <a:p>
          <a:endParaRPr lang="en-US"/>
        </a:p>
      </dgm:t>
    </dgm:pt>
    <dgm:pt modelId="{108BD795-7BC1-4835-8C74-17EEC863F065}" type="sibTrans" cxnId="{08254A9C-5048-44AA-9E2B-77E9685C8B7D}">
      <dgm:prSet/>
      <dgm:spPr/>
      <dgm:t>
        <a:bodyPr/>
        <a:lstStyle/>
        <a:p>
          <a:endParaRPr lang="en-US"/>
        </a:p>
      </dgm:t>
    </dgm:pt>
    <dgm:pt modelId="{2DBE5CAA-965D-4829-B20B-64AA5FB7029E}">
      <dgm:prSet phldrT="[Text]"/>
      <dgm:spPr/>
      <dgm:t>
        <a:bodyPr/>
        <a:lstStyle/>
        <a:p>
          <a:r>
            <a:rPr lang="en-US" dirty="0"/>
            <a:t>The mean is the average value of a set of numbers. </a:t>
          </a:r>
        </a:p>
      </dgm:t>
    </dgm:pt>
    <dgm:pt modelId="{BB05AF0A-489B-4E21-99A2-CC9F1528E8F2}" type="parTrans" cxnId="{BEBFBB80-99B9-448E-AC51-71CACEA6C9E7}">
      <dgm:prSet/>
      <dgm:spPr/>
      <dgm:t>
        <a:bodyPr/>
        <a:lstStyle/>
        <a:p>
          <a:endParaRPr lang="en-US"/>
        </a:p>
      </dgm:t>
    </dgm:pt>
    <dgm:pt modelId="{EE1A5F83-B466-400B-8187-B673F491E7B8}" type="sibTrans" cxnId="{BEBFBB80-99B9-448E-AC51-71CACEA6C9E7}">
      <dgm:prSet/>
      <dgm:spPr/>
      <dgm:t>
        <a:bodyPr/>
        <a:lstStyle/>
        <a:p>
          <a:endParaRPr lang="en-US"/>
        </a:p>
      </dgm:t>
    </dgm:pt>
    <dgm:pt modelId="{C5A388AC-42A4-4503-A02A-1662389E9A83}">
      <dgm:prSet/>
      <dgm:spPr/>
      <dgm:t>
        <a:bodyPr/>
        <a:lstStyle/>
        <a:p>
          <a:r>
            <a:rPr lang="en-US" dirty="0"/>
            <a:t>The median is the middle value in a sorted dataset.</a:t>
          </a:r>
        </a:p>
      </dgm:t>
    </dgm:pt>
    <dgm:pt modelId="{135521CD-D2C9-43EA-8DD6-2B0FB2F90D4B}" type="parTrans" cxnId="{40A19807-DD26-408C-8EA9-A8E1EDF1FEBA}">
      <dgm:prSet/>
      <dgm:spPr/>
      <dgm:t>
        <a:bodyPr/>
        <a:lstStyle/>
        <a:p>
          <a:endParaRPr lang="en-US"/>
        </a:p>
      </dgm:t>
    </dgm:pt>
    <dgm:pt modelId="{BA7D05E4-7807-4D9B-B18A-F7FF84B88649}" type="sibTrans" cxnId="{40A19807-DD26-408C-8EA9-A8E1EDF1FEBA}">
      <dgm:prSet/>
      <dgm:spPr/>
      <dgm:t>
        <a:bodyPr/>
        <a:lstStyle/>
        <a:p>
          <a:endParaRPr lang="en-US"/>
        </a:p>
      </dgm:t>
    </dgm:pt>
    <dgm:pt modelId="{2C7E36C4-6F55-413C-827F-34FD400FD497}">
      <dgm:prSet/>
      <dgm:spPr/>
      <dgm:t>
        <a:bodyPr/>
        <a:lstStyle/>
        <a:p>
          <a:r>
            <a:rPr lang="en-US" dirty="0"/>
            <a:t>If there is an even number of observations, the median is the average of the two middle values.</a:t>
          </a:r>
        </a:p>
      </dgm:t>
    </dgm:pt>
    <dgm:pt modelId="{AD1DD72C-4EEB-4A3E-897A-761377FBFEAA}" type="parTrans" cxnId="{4A197C47-F795-43EA-A1B8-038C0897045D}">
      <dgm:prSet/>
      <dgm:spPr/>
      <dgm:t>
        <a:bodyPr/>
        <a:lstStyle/>
        <a:p>
          <a:endParaRPr lang="en-US"/>
        </a:p>
      </dgm:t>
    </dgm:pt>
    <dgm:pt modelId="{56D8B539-C027-4F2B-9F14-51CEEC67E284}" type="sibTrans" cxnId="{4A197C47-F795-43EA-A1B8-038C0897045D}">
      <dgm:prSet/>
      <dgm:spPr/>
      <dgm:t>
        <a:bodyPr/>
        <a:lstStyle/>
        <a:p>
          <a:endParaRPr lang="en-US"/>
        </a:p>
      </dgm:t>
    </dgm:pt>
    <dgm:pt modelId="{E7C6CA6E-2A0B-480E-AE39-365EBC8DC1CD}">
      <dgm:prSet/>
      <dgm:spPr/>
      <dgm:t>
        <a:bodyPr/>
        <a:lstStyle/>
        <a:p>
          <a:r>
            <a:rPr lang="en-US" dirty="0"/>
            <a:t>The mode is the value that appears most frequently in a dataset.</a:t>
          </a:r>
        </a:p>
      </dgm:t>
    </dgm:pt>
    <dgm:pt modelId="{D956193D-6B84-4CD0-AFA3-05C84684DEBB}" type="parTrans" cxnId="{76E2E166-9A12-44B0-82A2-163B2AA5C9BC}">
      <dgm:prSet/>
      <dgm:spPr/>
      <dgm:t>
        <a:bodyPr/>
        <a:lstStyle/>
        <a:p>
          <a:endParaRPr lang="en-US"/>
        </a:p>
      </dgm:t>
    </dgm:pt>
    <dgm:pt modelId="{2C7430F5-82CA-41F6-A424-2C68D3973F5A}" type="sibTrans" cxnId="{76E2E166-9A12-44B0-82A2-163B2AA5C9BC}">
      <dgm:prSet/>
      <dgm:spPr/>
      <dgm:t>
        <a:bodyPr/>
        <a:lstStyle/>
        <a:p>
          <a:endParaRPr lang="en-US"/>
        </a:p>
      </dgm:t>
    </dgm:pt>
    <dgm:pt modelId="{88BC3BEF-E4AC-49E7-985E-2F04950DF458}">
      <dgm:prSet/>
      <dgm:spPr/>
      <dgm:t>
        <a:bodyPr/>
        <a:lstStyle/>
        <a:p>
          <a:r>
            <a:rPr lang="en-US" dirty="0"/>
            <a:t>Variance measures the spread or variability of a dataset.</a:t>
          </a:r>
        </a:p>
      </dgm:t>
    </dgm:pt>
    <dgm:pt modelId="{D7E0CA4B-E16C-4A0C-A459-F1FBE97E3D82}" type="parTrans" cxnId="{AEFF50DF-9FAE-44BF-9141-3C88EE26E221}">
      <dgm:prSet/>
      <dgm:spPr/>
      <dgm:t>
        <a:bodyPr/>
        <a:lstStyle/>
        <a:p>
          <a:endParaRPr lang="en-US"/>
        </a:p>
      </dgm:t>
    </dgm:pt>
    <dgm:pt modelId="{23AA619E-19B3-45CC-B058-C5E0D1DBE4B5}" type="sibTrans" cxnId="{AEFF50DF-9FAE-44BF-9141-3C88EE26E221}">
      <dgm:prSet/>
      <dgm:spPr/>
      <dgm:t>
        <a:bodyPr/>
        <a:lstStyle/>
        <a:p>
          <a:endParaRPr lang="en-US"/>
        </a:p>
      </dgm:t>
    </dgm:pt>
    <dgm:pt modelId="{720D1EFC-5362-420B-BC4D-2238D695CE5E}">
      <dgm:prSet/>
      <dgm:spPr/>
      <dgm:t>
        <a:bodyPr/>
        <a:lstStyle/>
        <a:p>
          <a:r>
            <a:rPr lang="en-US" dirty="0"/>
            <a:t>The standard deviation is the square root of the variance.</a:t>
          </a:r>
        </a:p>
      </dgm:t>
    </dgm:pt>
    <dgm:pt modelId="{EAC42B65-C1ED-4B0F-81D8-FA6637DC1ABA}" type="parTrans" cxnId="{B733F833-4E6F-4010-A0B5-B410A9272CA7}">
      <dgm:prSet/>
      <dgm:spPr/>
      <dgm:t>
        <a:bodyPr/>
        <a:lstStyle/>
        <a:p>
          <a:endParaRPr lang="en-US"/>
        </a:p>
      </dgm:t>
    </dgm:pt>
    <dgm:pt modelId="{5692BB96-72D1-4F13-96D8-6551706139CC}" type="sibTrans" cxnId="{B733F833-4E6F-4010-A0B5-B410A9272CA7}">
      <dgm:prSet/>
      <dgm:spPr/>
      <dgm:t>
        <a:bodyPr/>
        <a:lstStyle/>
        <a:p>
          <a:endParaRPr lang="en-US"/>
        </a:p>
      </dgm:t>
    </dgm:pt>
    <dgm:pt modelId="{4FA269B5-9859-426B-919B-2D2D3E95D6FB}">
      <dgm:prSet/>
      <dgm:spPr/>
      <dgm:t>
        <a:bodyPr/>
        <a:lstStyle/>
        <a:p>
          <a:r>
            <a:rPr lang="en-US" dirty="0"/>
            <a:t>It represents the average distance between each data point and the mean.</a:t>
          </a:r>
        </a:p>
      </dgm:t>
    </dgm:pt>
    <dgm:pt modelId="{1650208F-E10A-41A9-9FB0-A3989D06EB1E}" type="parTrans" cxnId="{AC166EA5-2142-4418-889A-7E74829C5F43}">
      <dgm:prSet/>
      <dgm:spPr/>
      <dgm:t>
        <a:bodyPr/>
        <a:lstStyle/>
        <a:p>
          <a:endParaRPr lang="en-US"/>
        </a:p>
      </dgm:t>
    </dgm:pt>
    <dgm:pt modelId="{36CDF362-3E6F-48D6-865E-E1149749D681}" type="sibTrans" cxnId="{AC166EA5-2142-4418-889A-7E74829C5F43}">
      <dgm:prSet/>
      <dgm:spPr/>
      <dgm:t>
        <a:bodyPr/>
        <a:lstStyle/>
        <a:p>
          <a:endParaRPr lang="en-US"/>
        </a:p>
      </dgm:t>
    </dgm:pt>
    <dgm:pt modelId="{96FF2960-CE5B-4BEA-9748-1B240F73AD20}">
      <dgm:prSet/>
      <dgm:spPr/>
      <dgm:t>
        <a:bodyPr/>
        <a:lstStyle/>
        <a:p>
          <a:r>
            <a:rPr lang="en-US" dirty="0"/>
            <a:t>A percentile indicates the value below which a given percentage of data falls.</a:t>
          </a:r>
        </a:p>
      </dgm:t>
    </dgm:pt>
    <dgm:pt modelId="{8127E4AE-4BC6-446F-AFFA-3EDB76A6D89F}" type="parTrans" cxnId="{C144E8D6-2BAD-4C8C-8CBD-FF493D154C2A}">
      <dgm:prSet/>
      <dgm:spPr/>
      <dgm:t>
        <a:bodyPr/>
        <a:lstStyle/>
        <a:p>
          <a:endParaRPr lang="en-US"/>
        </a:p>
      </dgm:t>
    </dgm:pt>
    <dgm:pt modelId="{5B1568E4-29D7-4785-9116-229D61D97C21}" type="sibTrans" cxnId="{C144E8D6-2BAD-4C8C-8CBD-FF493D154C2A}">
      <dgm:prSet/>
      <dgm:spPr/>
      <dgm:t>
        <a:bodyPr/>
        <a:lstStyle/>
        <a:p>
          <a:endParaRPr lang="en-US"/>
        </a:p>
      </dgm:t>
    </dgm:pt>
    <dgm:pt modelId="{2BE51702-8570-40E0-A47D-07977FA24B8E}">
      <dgm:prSet/>
      <dgm:spPr/>
      <dgm:t>
        <a:bodyPr/>
        <a:lstStyle/>
        <a:p>
          <a:r>
            <a:rPr lang="en-US" dirty="0"/>
            <a:t>The </a:t>
          </a:r>
          <a:r>
            <a:rPr lang="en-US" dirty="0" err="1"/>
            <a:t>pth</a:t>
          </a:r>
          <a:r>
            <a:rPr lang="en-US" dirty="0"/>
            <a:t> percentile divides the data into two parts: p% of the data lies below the </a:t>
          </a:r>
          <a:r>
            <a:rPr lang="en-US" dirty="0" err="1"/>
            <a:t>pth</a:t>
          </a:r>
          <a:r>
            <a:rPr lang="en-US" dirty="0"/>
            <a:t> percentile, and (100 - p)% lies above it.</a:t>
          </a:r>
        </a:p>
      </dgm:t>
    </dgm:pt>
    <dgm:pt modelId="{9323DA47-584D-4FF6-A82E-C9230AB38CF3}" type="parTrans" cxnId="{0B5C0F7C-0ABA-4D29-A309-B80AC9AB2ACD}">
      <dgm:prSet/>
      <dgm:spPr/>
      <dgm:t>
        <a:bodyPr/>
        <a:lstStyle/>
        <a:p>
          <a:endParaRPr lang="en-US"/>
        </a:p>
      </dgm:t>
    </dgm:pt>
    <dgm:pt modelId="{A05EE78A-12C5-4118-9592-756FDCD37396}" type="sibTrans" cxnId="{0B5C0F7C-0ABA-4D29-A309-B80AC9AB2ACD}">
      <dgm:prSet/>
      <dgm:spPr/>
      <dgm:t>
        <a:bodyPr/>
        <a:lstStyle/>
        <a:p>
          <a:endParaRPr lang="en-US"/>
        </a:p>
      </dgm:t>
    </dgm:pt>
    <dgm:pt modelId="{6DB02AE4-30EC-4A36-BA9C-79F2F058AEB8}" type="pres">
      <dgm:prSet presAssocID="{79686DBF-FD5E-4226-B5E4-269B2025095B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59114D0F-F4D1-4D0B-B158-4A84718D77F0}" type="pres">
      <dgm:prSet presAssocID="{1BCE9477-D80A-4D75-A0C4-B4F46A61372F}" presName="composite" presStyleCnt="0"/>
      <dgm:spPr/>
    </dgm:pt>
    <dgm:pt modelId="{3D459ED9-E319-4709-8DD0-07A5DC570F84}" type="pres">
      <dgm:prSet presAssocID="{1BCE9477-D80A-4D75-A0C4-B4F46A61372F}" presName="FirstChild" presStyleLbl="revTx" presStyleIdx="0" presStyleCnt="11">
        <dgm:presLayoutVars>
          <dgm:chMax val="0"/>
          <dgm:chPref val="0"/>
          <dgm:bulletEnabled val="1"/>
        </dgm:presLayoutVars>
      </dgm:prSet>
      <dgm:spPr/>
    </dgm:pt>
    <dgm:pt modelId="{67E19993-B2C3-4029-897E-A036979B7D5C}" type="pres">
      <dgm:prSet presAssocID="{1BCE9477-D80A-4D75-A0C4-B4F46A61372F}" presName="Parent" presStyleLbl="alignNode1" presStyleIdx="0" presStyleCnt="6">
        <dgm:presLayoutVars>
          <dgm:chMax val="3"/>
          <dgm:chPref val="3"/>
          <dgm:bulletEnabled val="1"/>
        </dgm:presLayoutVars>
      </dgm:prSet>
      <dgm:spPr/>
    </dgm:pt>
    <dgm:pt modelId="{CAA011F6-BADB-4F3A-A3AB-ADB9D2B8AE20}" type="pres">
      <dgm:prSet presAssocID="{1BCE9477-D80A-4D75-A0C4-B4F46A61372F}" presName="Accent" presStyleLbl="parChTrans1D1" presStyleIdx="0" presStyleCnt="6"/>
      <dgm:spPr/>
    </dgm:pt>
    <dgm:pt modelId="{28E9371E-EA99-439A-A755-8381ABAA0B63}" type="pres">
      <dgm:prSet presAssocID="{1BCE9477-D80A-4D75-A0C4-B4F46A61372F}" presName="Child" presStyleLbl="revTx" presStyleIdx="1" presStyleCnt="11">
        <dgm:presLayoutVars>
          <dgm:chMax val="0"/>
          <dgm:chPref val="0"/>
          <dgm:bulletEnabled val="1"/>
        </dgm:presLayoutVars>
      </dgm:prSet>
      <dgm:spPr/>
    </dgm:pt>
    <dgm:pt modelId="{F786B204-FAF6-4BAC-A1F2-E75E96EE9B54}" type="pres">
      <dgm:prSet presAssocID="{BDFF15AE-B01F-4B5A-B270-BA285A4265B1}" presName="sibTrans" presStyleCnt="0"/>
      <dgm:spPr/>
    </dgm:pt>
    <dgm:pt modelId="{9108AA36-EE44-499D-A173-0E8A7F724003}" type="pres">
      <dgm:prSet presAssocID="{F2A7A37C-BC4B-4607-9340-09289A35D31A}" presName="composite" presStyleCnt="0"/>
      <dgm:spPr/>
    </dgm:pt>
    <dgm:pt modelId="{B7899E85-7CB3-49A7-9F96-97887C4A04D5}" type="pres">
      <dgm:prSet presAssocID="{F2A7A37C-BC4B-4607-9340-09289A35D31A}" presName="FirstChild" presStyleLbl="revTx" presStyleIdx="2" presStyleCnt="11">
        <dgm:presLayoutVars>
          <dgm:chMax val="0"/>
          <dgm:chPref val="0"/>
          <dgm:bulletEnabled val="1"/>
        </dgm:presLayoutVars>
      </dgm:prSet>
      <dgm:spPr/>
    </dgm:pt>
    <dgm:pt modelId="{B12D2A12-E280-4A02-8967-1BA36B19A19B}" type="pres">
      <dgm:prSet presAssocID="{F2A7A37C-BC4B-4607-9340-09289A35D31A}" presName="Parent" presStyleLbl="alignNode1" presStyleIdx="1" presStyleCnt="6">
        <dgm:presLayoutVars>
          <dgm:chMax val="3"/>
          <dgm:chPref val="3"/>
          <dgm:bulletEnabled val="1"/>
        </dgm:presLayoutVars>
      </dgm:prSet>
      <dgm:spPr/>
    </dgm:pt>
    <dgm:pt modelId="{16F94DB9-B45D-4C2E-BC5C-ACABCF0D59D0}" type="pres">
      <dgm:prSet presAssocID="{F2A7A37C-BC4B-4607-9340-09289A35D31A}" presName="Accent" presStyleLbl="parChTrans1D1" presStyleIdx="1" presStyleCnt="6"/>
      <dgm:spPr/>
    </dgm:pt>
    <dgm:pt modelId="{7741D5D4-FE23-42C2-A82F-42A530FD4E85}" type="pres">
      <dgm:prSet presAssocID="{F2A7A37C-BC4B-4607-9340-09289A35D31A}" presName="Child" presStyleLbl="revTx" presStyleIdx="3" presStyleCnt="11">
        <dgm:presLayoutVars>
          <dgm:chMax val="0"/>
          <dgm:chPref val="0"/>
          <dgm:bulletEnabled val="1"/>
        </dgm:presLayoutVars>
      </dgm:prSet>
      <dgm:spPr/>
    </dgm:pt>
    <dgm:pt modelId="{AD735D14-1BAE-424E-907B-DE8393656846}" type="pres">
      <dgm:prSet presAssocID="{B74F6308-331F-410A-8EC1-48B1B2BB5D09}" presName="sibTrans" presStyleCnt="0"/>
      <dgm:spPr/>
    </dgm:pt>
    <dgm:pt modelId="{9B0A1D97-1CE3-470A-B102-0A620B167C48}" type="pres">
      <dgm:prSet presAssocID="{410E4004-1334-4648-A3C2-2647FE9E781E}" presName="composite" presStyleCnt="0"/>
      <dgm:spPr/>
    </dgm:pt>
    <dgm:pt modelId="{6A43C7E4-1D11-4425-9D71-D2950AA7DD30}" type="pres">
      <dgm:prSet presAssocID="{410E4004-1334-4648-A3C2-2647FE9E781E}" presName="FirstChild" presStyleLbl="revTx" presStyleIdx="4" presStyleCnt="11">
        <dgm:presLayoutVars>
          <dgm:chMax val="0"/>
          <dgm:chPref val="0"/>
          <dgm:bulletEnabled val="1"/>
        </dgm:presLayoutVars>
      </dgm:prSet>
      <dgm:spPr/>
    </dgm:pt>
    <dgm:pt modelId="{6983C7C5-9BC7-4AFB-ACB9-1F7AA467AEFC}" type="pres">
      <dgm:prSet presAssocID="{410E4004-1334-4648-A3C2-2647FE9E781E}" presName="Parent" presStyleLbl="alignNode1" presStyleIdx="2" presStyleCnt="6">
        <dgm:presLayoutVars>
          <dgm:chMax val="3"/>
          <dgm:chPref val="3"/>
          <dgm:bulletEnabled val="1"/>
        </dgm:presLayoutVars>
      </dgm:prSet>
      <dgm:spPr/>
    </dgm:pt>
    <dgm:pt modelId="{302CB2C7-247C-4F7B-B342-5805BA7A7E01}" type="pres">
      <dgm:prSet presAssocID="{410E4004-1334-4648-A3C2-2647FE9E781E}" presName="Accent" presStyleLbl="parChTrans1D1" presStyleIdx="2" presStyleCnt="6"/>
      <dgm:spPr/>
    </dgm:pt>
    <dgm:pt modelId="{EA31F657-6159-40B7-96EC-F2D59C1244C6}" type="pres">
      <dgm:prSet presAssocID="{6DC7E0AC-9EC6-4F04-9C9F-040FC06DBB61}" presName="sibTrans" presStyleCnt="0"/>
      <dgm:spPr/>
    </dgm:pt>
    <dgm:pt modelId="{D925A85F-6EF6-4E89-B3C6-0F2E4A8EFB5A}" type="pres">
      <dgm:prSet presAssocID="{1AA6E54A-65B4-4DF1-A314-8B28520E9B66}" presName="composite" presStyleCnt="0"/>
      <dgm:spPr/>
    </dgm:pt>
    <dgm:pt modelId="{7036B846-6F07-460E-AC7A-784A91347A70}" type="pres">
      <dgm:prSet presAssocID="{1AA6E54A-65B4-4DF1-A314-8B28520E9B66}" presName="FirstChild" presStyleLbl="revTx" presStyleIdx="5" presStyleCnt="11">
        <dgm:presLayoutVars>
          <dgm:chMax val="0"/>
          <dgm:chPref val="0"/>
          <dgm:bulletEnabled val="1"/>
        </dgm:presLayoutVars>
      </dgm:prSet>
      <dgm:spPr/>
    </dgm:pt>
    <dgm:pt modelId="{E4F83B80-BD30-4B3D-9CAA-FD257F3968CF}" type="pres">
      <dgm:prSet presAssocID="{1AA6E54A-65B4-4DF1-A314-8B28520E9B66}" presName="Parent" presStyleLbl="alignNode1" presStyleIdx="3" presStyleCnt="6">
        <dgm:presLayoutVars>
          <dgm:chMax val="3"/>
          <dgm:chPref val="3"/>
          <dgm:bulletEnabled val="1"/>
        </dgm:presLayoutVars>
      </dgm:prSet>
      <dgm:spPr/>
    </dgm:pt>
    <dgm:pt modelId="{F486D5EB-0BC8-49A3-9D82-BE0AC9F72AB9}" type="pres">
      <dgm:prSet presAssocID="{1AA6E54A-65B4-4DF1-A314-8B28520E9B66}" presName="Accent" presStyleLbl="parChTrans1D1" presStyleIdx="3" presStyleCnt="6"/>
      <dgm:spPr/>
    </dgm:pt>
    <dgm:pt modelId="{D0BD0CCC-DF5E-4B5E-A335-32F19CDD246E}" type="pres">
      <dgm:prSet presAssocID="{1AA6E54A-65B4-4DF1-A314-8B28520E9B66}" presName="Child" presStyleLbl="revTx" presStyleIdx="6" presStyleCnt="11">
        <dgm:presLayoutVars>
          <dgm:chMax val="0"/>
          <dgm:chPref val="0"/>
          <dgm:bulletEnabled val="1"/>
        </dgm:presLayoutVars>
      </dgm:prSet>
      <dgm:spPr/>
    </dgm:pt>
    <dgm:pt modelId="{37890905-8F9C-4F17-9508-E7EACF6CAEDD}" type="pres">
      <dgm:prSet presAssocID="{7077FA1D-7179-4021-BE65-4CB8A1566D55}" presName="sibTrans" presStyleCnt="0"/>
      <dgm:spPr/>
    </dgm:pt>
    <dgm:pt modelId="{F5D9EEEE-203A-49FB-8A84-0FE64518AFAE}" type="pres">
      <dgm:prSet presAssocID="{BB0D8C76-3A20-4FBC-BBF2-DF5BB73DCF3F}" presName="composite" presStyleCnt="0"/>
      <dgm:spPr/>
    </dgm:pt>
    <dgm:pt modelId="{F2B4FA04-13E1-426E-BE84-5C3666DE8F86}" type="pres">
      <dgm:prSet presAssocID="{BB0D8C76-3A20-4FBC-BBF2-DF5BB73DCF3F}" presName="FirstChild" presStyleLbl="revTx" presStyleIdx="7" presStyleCnt="11">
        <dgm:presLayoutVars>
          <dgm:chMax val="0"/>
          <dgm:chPref val="0"/>
          <dgm:bulletEnabled val="1"/>
        </dgm:presLayoutVars>
      </dgm:prSet>
      <dgm:spPr/>
    </dgm:pt>
    <dgm:pt modelId="{9E5789D5-4122-46DA-BA3F-62871CBB3308}" type="pres">
      <dgm:prSet presAssocID="{BB0D8C76-3A20-4FBC-BBF2-DF5BB73DCF3F}" presName="Parent" presStyleLbl="alignNode1" presStyleIdx="4" presStyleCnt="6">
        <dgm:presLayoutVars>
          <dgm:chMax val="3"/>
          <dgm:chPref val="3"/>
          <dgm:bulletEnabled val="1"/>
        </dgm:presLayoutVars>
      </dgm:prSet>
      <dgm:spPr/>
    </dgm:pt>
    <dgm:pt modelId="{10699CC4-B4B4-4192-8FB6-C8530A44497F}" type="pres">
      <dgm:prSet presAssocID="{BB0D8C76-3A20-4FBC-BBF2-DF5BB73DCF3F}" presName="Accent" presStyleLbl="parChTrans1D1" presStyleIdx="4" presStyleCnt="6"/>
      <dgm:spPr/>
    </dgm:pt>
    <dgm:pt modelId="{4FBAE222-45E2-4DE3-B7D6-5EF4028F057D}" type="pres">
      <dgm:prSet presAssocID="{BB0D8C76-3A20-4FBC-BBF2-DF5BB73DCF3F}" presName="Child" presStyleLbl="revTx" presStyleIdx="8" presStyleCnt="11">
        <dgm:presLayoutVars>
          <dgm:chMax val="0"/>
          <dgm:chPref val="0"/>
          <dgm:bulletEnabled val="1"/>
        </dgm:presLayoutVars>
      </dgm:prSet>
      <dgm:spPr/>
    </dgm:pt>
    <dgm:pt modelId="{8E103D69-0861-4823-8371-56A8F8483B88}" type="pres">
      <dgm:prSet presAssocID="{C45E0725-B8D0-43B8-B95E-3E49B5D2E516}" presName="sibTrans" presStyleCnt="0"/>
      <dgm:spPr/>
    </dgm:pt>
    <dgm:pt modelId="{C5DE0081-C652-4E15-994A-59F6D4EEA4D0}" type="pres">
      <dgm:prSet presAssocID="{D5B3CA4E-6D76-49F2-A5A1-2BA0CCAE323D}" presName="composite" presStyleCnt="0"/>
      <dgm:spPr/>
    </dgm:pt>
    <dgm:pt modelId="{58139588-9B0C-4E72-B0B3-FC3E1EF729A8}" type="pres">
      <dgm:prSet presAssocID="{D5B3CA4E-6D76-49F2-A5A1-2BA0CCAE323D}" presName="FirstChild" presStyleLbl="revTx" presStyleIdx="9" presStyleCnt="11">
        <dgm:presLayoutVars>
          <dgm:chMax val="0"/>
          <dgm:chPref val="0"/>
          <dgm:bulletEnabled val="1"/>
        </dgm:presLayoutVars>
      </dgm:prSet>
      <dgm:spPr/>
    </dgm:pt>
    <dgm:pt modelId="{3B5D9083-4577-4CC1-AD66-D01A653F985D}" type="pres">
      <dgm:prSet presAssocID="{D5B3CA4E-6D76-49F2-A5A1-2BA0CCAE323D}" presName="Parent" presStyleLbl="alignNode1" presStyleIdx="5" presStyleCnt="6">
        <dgm:presLayoutVars>
          <dgm:chMax val="3"/>
          <dgm:chPref val="3"/>
          <dgm:bulletEnabled val="1"/>
        </dgm:presLayoutVars>
      </dgm:prSet>
      <dgm:spPr/>
    </dgm:pt>
    <dgm:pt modelId="{5EC50A21-B5F5-41C2-99D8-F558C3022E67}" type="pres">
      <dgm:prSet presAssocID="{D5B3CA4E-6D76-49F2-A5A1-2BA0CCAE323D}" presName="Accent" presStyleLbl="parChTrans1D1" presStyleIdx="5" presStyleCnt="6"/>
      <dgm:spPr/>
    </dgm:pt>
    <dgm:pt modelId="{0C28310B-801C-44A2-AE51-CAE673130315}" type="pres">
      <dgm:prSet presAssocID="{D5B3CA4E-6D76-49F2-A5A1-2BA0CCAE323D}" presName="Child" presStyleLbl="revTx" presStyleIdx="10" presStyleCnt="11">
        <dgm:presLayoutVars>
          <dgm:chMax val="0"/>
          <dgm:chPref val="0"/>
          <dgm:bulletEnabled val="1"/>
        </dgm:presLayoutVars>
      </dgm:prSet>
      <dgm:spPr/>
    </dgm:pt>
  </dgm:ptLst>
  <dgm:cxnLst>
    <dgm:cxn modelId="{A9805100-012D-48D0-B15C-5C157975B30B}" type="presOf" srcId="{88BC3BEF-E4AC-49E7-985E-2F04950DF458}" destId="{7036B846-6F07-460E-AC7A-784A91347A70}" srcOrd="0" destOrd="0" presId="urn:microsoft.com/office/officeart/2011/layout/TabList"/>
    <dgm:cxn modelId="{CCC51E02-8D98-416D-8914-3FEB8625F460}" type="presOf" srcId="{410E4004-1334-4648-A3C2-2647FE9E781E}" destId="{6983C7C5-9BC7-4AFB-ACB9-1F7AA467AEFC}" srcOrd="0" destOrd="0" presId="urn:microsoft.com/office/officeart/2011/layout/TabList"/>
    <dgm:cxn modelId="{D1691B03-E7CA-41D4-9CDF-CCFC8D543CCF}" type="presOf" srcId="{1AA6E54A-65B4-4DF1-A314-8B28520E9B66}" destId="{E4F83B80-BD30-4B3D-9CAA-FD257F3968CF}" srcOrd="0" destOrd="0" presId="urn:microsoft.com/office/officeart/2011/layout/TabList"/>
    <dgm:cxn modelId="{4400B204-3C44-45F1-A133-FBC210C7D065}" srcId="{79686DBF-FD5E-4226-B5E4-269B2025095B}" destId="{BB0D8C76-3A20-4FBC-BBF2-DF5BB73DCF3F}" srcOrd="4" destOrd="0" parTransId="{FC85CC8B-4A7B-4D7E-96C5-5F45D2D8AA71}" sibTransId="{C45E0725-B8D0-43B8-B95E-3E49B5D2E516}"/>
    <dgm:cxn modelId="{40A19807-DD26-408C-8EA9-A8E1EDF1FEBA}" srcId="{F2A7A37C-BC4B-4607-9340-09289A35D31A}" destId="{C5A388AC-42A4-4503-A02A-1662389E9A83}" srcOrd="0" destOrd="0" parTransId="{135521CD-D2C9-43EA-8DD6-2B0FB2F90D4B}" sibTransId="{BA7D05E4-7807-4D9B-B18A-F7FF84B88649}"/>
    <dgm:cxn modelId="{48732A1D-FD14-4EF1-AE50-07D2961F1523}" srcId="{79686DBF-FD5E-4226-B5E4-269B2025095B}" destId="{410E4004-1334-4648-A3C2-2647FE9E781E}" srcOrd="2" destOrd="0" parTransId="{7375F0F3-8190-424F-97D6-7C744AA33C18}" sibTransId="{6DC7E0AC-9EC6-4F04-9C9F-040FC06DBB61}"/>
    <dgm:cxn modelId="{EE84DC32-AD54-4D9D-A7D8-33157937B72D}" type="presOf" srcId="{2DBE5CAA-965D-4829-B20B-64AA5FB7029E}" destId="{3D459ED9-E319-4709-8DD0-07A5DC570F84}" srcOrd="0" destOrd="0" presId="urn:microsoft.com/office/officeart/2011/layout/TabList"/>
    <dgm:cxn modelId="{B733F833-4E6F-4010-A0B5-B410A9272CA7}" srcId="{BB0D8C76-3A20-4FBC-BBF2-DF5BB73DCF3F}" destId="{720D1EFC-5362-420B-BC4D-2238D695CE5E}" srcOrd="0" destOrd="0" parTransId="{EAC42B65-C1ED-4B0F-81D8-FA6637DC1ABA}" sibTransId="{5692BB96-72D1-4F13-96D8-6551706139CC}"/>
    <dgm:cxn modelId="{30243461-0177-4B96-8026-78FAE335E618}" type="presOf" srcId="{BB0D8C76-3A20-4FBC-BBF2-DF5BB73DCF3F}" destId="{9E5789D5-4122-46DA-BA3F-62871CBB3308}" srcOrd="0" destOrd="0" presId="urn:microsoft.com/office/officeart/2011/layout/TabList"/>
    <dgm:cxn modelId="{76E2E166-9A12-44B0-82A2-163B2AA5C9BC}" srcId="{410E4004-1334-4648-A3C2-2647FE9E781E}" destId="{E7C6CA6E-2A0B-480E-AE39-365EBC8DC1CD}" srcOrd="0" destOrd="0" parTransId="{D956193D-6B84-4CD0-AFA3-05C84684DEBB}" sibTransId="{2C7430F5-82CA-41F6-A424-2C68D3973F5A}"/>
    <dgm:cxn modelId="{4A197C47-F795-43EA-A1B8-038C0897045D}" srcId="{F2A7A37C-BC4B-4607-9340-09289A35D31A}" destId="{2C7E36C4-6F55-413C-827F-34FD400FD497}" srcOrd="1" destOrd="0" parTransId="{AD1DD72C-4EEB-4A3E-897A-761377FBFEAA}" sibTransId="{56D8B539-C027-4F2B-9F14-51CEEC67E284}"/>
    <dgm:cxn modelId="{0B5C0F7C-0ABA-4D29-A309-B80AC9AB2ACD}" srcId="{D5B3CA4E-6D76-49F2-A5A1-2BA0CCAE323D}" destId="{2BE51702-8570-40E0-A47D-07977FA24B8E}" srcOrd="1" destOrd="0" parTransId="{9323DA47-584D-4FF6-A82E-C9230AB38CF3}" sibTransId="{A05EE78A-12C5-4118-9592-756FDCD37396}"/>
    <dgm:cxn modelId="{BEBFBB80-99B9-448E-AC51-71CACEA6C9E7}" srcId="{1BCE9477-D80A-4D75-A0C4-B4F46A61372F}" destId="{2DBE5CAA-965D-4829-B20B-64AA5FB7029E}" srcOrd="0" destOrd="0" parTransId="{BB05AF0A-489B-4E21-99A2-CC9F1528E8F2}" sibTransId="{EE1A5F83-B466-400B-8187-B673F491E7B8}"/>
    <dgm:cxn modelId="{5E2E8D82-505B-4A7A-9919-FA7BBC1CB9D8}" type="presOf" srcId="{C5A388AC-42A4-4503-A02A-1662389E9A83}" destId="{B7899E85-7CB3-49A7-9F96-97887C4A04D5}" srcOrd="0" destOrd="0" presId="urn:microsoft.com/office/officeart/2011/layout/TabList"/>
    <dgm:cxn modelId="{ED99CB87-AC9C-44A6-BDC9-AEBDCC92C28E}" srcId="{79686DBF-FD5E-4226-B5E4-269B2025095B}" destId="{F2A7A37C-BC4B-4607-9340-09289A35D31A}" srcOrd="1" destOrd="0" parTransId="{FFDC5442-1CDF-4475-BEB0-D660529AEB41}" sibTransId="{B74F6308-331F-410A-8EC1-48B1B2BB5D09}"/>
    <dgm:cxn modelId="{7294B28F-7075-4024-B1F0-4B37F5D72AF8}" type="presOf" srcId="{8ACE8E95-5B31-4DD0-B5CB-57777CA170C4}" destId="{28E9371E-EA99-439A-A755-8381ABAA0B63}" srcOrd="0" destOrd="0" presId="urn:microsoft.com/office/officeart/2011/layout/TabList"/>
    <dgm:cxn modelId="{70BDCE90-FDF8-45A7-A2B6-1AF1FE90AD1E}" type="presOf" srcId="{2BE51702-8570-40E0-A47D-07977FA24B8E}" destId="{0C28310B-801C-44A2-AE51-CAE673130315}" srcOrd="0" destOrd="0" presId="urn:microsoft.com/office/officeart/2011/layout/TabList"/>
    <dgm:cxn modelId="{08254A9C-5048-44AA-9E2B-77E9685C8B7D}" srcId="{79686DBF-FD5E-4226-B5E4-269B2025095B}" destId="{D5B3CA4E-6D76-49F2-A5A1-2BA0CCAE323D}" srcOrd="5" destOrd="0" parTransId="{D9BD6AF1-411C-46B6-A7B6-57EF62483AF7}" sibTransId="{108BD795-7BC1-4835-8C74-17EEC863F065}"/>
    <dgm:cxn modelId="{02474B9E-C98E-49AA-8A96-C5F7FE67236C}" type="presOf" srcId="{96FF2960-CE5B-4BEA-9748-1B240F73AD20}" destId="{58139588-9B0C-4E72-B0B3-FC3E1EF729A8}" srcOrd="0" destOrd="0" presId="urn:microsoft.com/office/officeart/2011/layout/TabList"/>
    <dgm:cxn modelId="{C044A59F-62C0-4827-A14D-741CE3E221F4}" srcId="{BB0D8C76-3A20-4FBC-BBF2-DF5BB73DCF3F}" destId="{8228FE0E-79FE-43A6-BEE4-695D949BC70E}" srcOrd="2" destOrd="0" parTransId="{3482F094-6730-4B7A-A27A-CDC902B892F7}" sibTransId="{6FF7B1AD-B631-4B17-A1D7-2D16F321498F}"/>
    <dgm:cxn modelId="{AC166EA5-2142-4418-889A-7E74829C5F43}" srcId="{BB0D8C76-3A20-4FBC-BBF2-DF5BB73DCF3F}" destId="{4FA269B5-9859-426B-919B-2D2D3E95D6FB}" srcOrd="1" destOrd="0" parTransId="{1650208F-E10A-41A9-9FB0-A3989D06EB1E}" sibTransId="{36CDF362-3E6F-48D6-865E-E1149749D681}"/>
    <dgm:cxn modelId="{304C99A7-3951-4861-A7C4-8715B0847D70}" srcId="{1AA6E54A-65B4-4DF1-A314-8B28520E9B66}" destId="{4E565CFA-B379-4B56-91E5-41425C26B10F}" srcOrd="1" destOrd="0" parTransId="{661A634C-7372-4139-AAD3-45F44DD8AB19}" sibTransId="{4333A23F-0659-45B8-9D3F-9790DDE8AE8B}"/>
    <dgm:cxn modelId="{B201C4A7-70D9-4D4F-9EA0-D3F944D1E0B4}" srcId="{79686DBF-FD5E-4226-B5E4-269B2025095B}" destId="{1AA6E54A-65B4-4DF1-A314-8B28520E9B66}" srcOrd="3" destOrd="0" parTransId="{DC177905-AC40-40A5-A74B-FB43871EF837}" sibTransId="{7077FA1D-7179-4021-BE65-4CB8A1566D55}"/>
    <dgm:cxn modelId="{087E1EB0-2099-4623-9B5C-D5F44D519CB3}" type="presOf" srcId="{E7C6CA6E-2A0B-480E-AE39-365EBC8DC1CD}" destId="{6A43C7E4-1D11-4425-9D71-D2950AA7DD30}" srcOrd="0" destOrd="0" presId="urn:microsoft.com/office/officeart/2011/layout/TabList"/>
    <dgm:cxn modelId="{50870BB4-43EC-4454-97AF-D2E3BD00B050}" srcId="{1BCE9477-D80A-4D75-A0C4-B4F46A61372F}" destId="{8ACE8E95-5B31-4DD0-B5CB-57777CA170C4}" srcOrd="1" destOrd="0" parTransId="{D9EEEE43-BA4C-48E7-BC31-802EAF20C2F2}" sibTransId="{F431A27E-B304-44B2-AD0F-2E8AEFE5EFC1}"/>
    <dgm:cxn modelId="{CC3885B6-A1D8-4B93-A8EB-3FA4F3D7B868}" type="presOf" srcId="{720D1EFC-5362-420B-BC4D-2238D695CE5E}" destId="{F2B4FA04-13E1-426E-BE84-5C3666DE8F86}" srcOrd="0" destOrd="0" presId="urn:microsoft.com/office/officeart/2011/layout/TabList"/>
    <dgm:cxn modelId="{E25AF0BE-BAE5-44E5-9F58-4B84733CC3CC}" type="presOf" srcId="{4FA269B5-9859-426B-919B-2D2D3E95D6FB}" destId="{4FBAE222-45E2-4DE3-B7D6-5EF4028F057D}" srcOrd="0" destOrd="0" presId="urn:microsoft.com/office/officeart/2011/layout/TabList"/>
    <dgm:cxn modelId="{C04612C1-6E33-401E-8458-8EDB3F25A9B0}" type="presOf" srcId="{1BCE9477-D80A-4D75-A0C4-B4F46A61372F}" destId="{67E19993-B2C3-4029-897E-A036979B7D5C}" srcOrd="0" destOrd="0" presId="urn:microsoft.com/office/officeart/2011/layout/TabList"/>
    <dgm:cxn modelId="{0BDD85C3-37D5-4DB0-A02C-64CAE54DC4FA}" type="presOf" srcId="{79686DBF-FD5E-4226-B5E4-269B2025095B}" destId="{6DB02AE4-30EC-4A36-BA9C-79F2F058AEB8}" srcOrd="0" destOrd="0" presId="urn:microsoft.com/office/officeart/2011/layout/TabList"/>
    <dgm:cxn modelId="{D64F5EC4-7169-4D99-BF3C-193D5CE4A0B0}" type="presOf" srcId="{D5B3CA4E-6D76-49F2-A5A1-2BA0CCAE323D}" destId="{3B5D9083-4577-4CC1-AD66-D01A653F985D}" srcOrd="0" destOrd="0" presId="urn:microsoft.com/office/officeart/2011/layout/TabList"/>
    <dgm:cxn modelId="{C144E8D6-2BAD-4C8C-8CBD-FF493D154C2A}" srcId="{D5B3CA4E-6D76-49F2-A5A1-2BA0CCAE323D}" destId="{96FF2960-CE5B-4BEA-9748-1B240F73AD20}" srcOrd="0" destOrd="0" parTransId="{8127E4AE-4BC6-446F-AFFA-3EDB76A6D89F}" sibTransId="{5B1568E4-29D7-4785-9116-229D61D97C21}"/>
    <dgm:cxn modelId="{BD20CFDD-15CC-49BF-9920-E5B1E53AFB60}" type="presOf" srcId="{F2A7A37C-BC4B-4607-9340-09289A35D31A}" destId="{B12D2A12-E280-4A02-8967-1BA36B19A19B}" srcOrd="0" destOrd="0" presId="urn:microsoft.com/office/officeart/2011/layout/TabList"/>
    <dgm:cxn modelId="{AEFF50DF-9FAE-44BF-9141-3C88EE26E221}" srcId="{1AA6E54A-65B4-4DF1-A314-8B28520E9B66}" destId="{88BC3BEF-E4AC-49E7-985E-2F04950DF458}" srcOrd="0" destOrd="0" parTransId="{D7E0CA4B-E16C-4A0C-A459-F1FBE97E3D82}" sibTransId="{23AA619E-19B3-45CC-B058-C5E0D1DBE4B5}"/>
    <dgm:cxn modelId="{904A51E0-AEB8-417F-9EFF-9806671AD0C1}" type="presOf" srcId="{2C7E36C4-6F55-413C-827F-34FD400FD497}" destId="{7741D5D4-FE23-42C2-A82F-42A530FD4E85}" srcOrd="0" destOrd="0" presId="urn:microsoft.com/office/officeart/2011/layout/TabList"/>
    <dgm:cxn modelId="{6C70F6E3-FD2F-4EE4-BBE3-3ED03807DA2D}" type="presOf" srcId="{8228FE0E-79FE-43A6-BEE4-695D949BC70E}" destId="{4FBAE222-45E2-4DE3-B7D6-5EF4028F057D}" srcOrd="0" destOrd="1" presId="urn:microsoft.com/office/officeart/2011/layout/TabList"/>
    <dgm:cxn modelId="{B7BEFDF7-01F9-4486-AD48-B5EE59B2C56A}" srcId="{79686DBF-FD5E-4226-B5E4-269B2025095B}" destId="{1BCE9477-D80A-4D75-A0C4-B4F46A61372F}" srcOrd="0" destOrd="0" parTransId="{C9A26207-E786-4476-BE94-71C244F3CFC0}" sibTransId="{BDFF15AE-B01F-4B5A-B270-BA285A4265B1}"/>
    <dgm:cxn modelId="{55773FFE-04CC-4951-A240-20ADF91E303B}" type="presOf" srcId="{4E565CFA-B379-4B56-91E5-41425C26B10F}" destId="{D0BD0CCC-DF5E-4B5E-A335-32F19CDD246E}" srcOrd="0" destOrd="0" presId="urn:microsoft.com/office/officeart/2011/layout/TabList"/>
    <dgm:cxn modelId="{5BF2B80E-2BFD-4747-A33A-EC173C8F2C7B}" type="presParOf" srcId="{6DB02AE4-30EC-4A36-BA9C-79F2F058AEB8}" destId="{59114D0F-F4D1-4D0B-B158-4A84718D77F0}" srcOrd="0" destOrd="0" presId="urn:microsoft.com/office/officeart/2011/layout/TabList"/>
    <dgm:cxn modelId="{D677A55B-97A2-427E-8D65-7BFD5B8BD379}" type="presParOf" srcId="{59114D0F-F4D1-4D0B-B158-4A84718D77F0}" destId="{3D459ED9-E319-4709-8DD0-07A5DC570F84}" srcOrd="0" destOrd="0" presId="urn:microsoft.com/office/officeart/2011/layout/TabList"/>
    <dgm:cxn modelId="{A9796521-038F-47EE-BE58-4485DBB62A9E}" type="presParOf" srcId="{59114D0F-F4D1-4D0B-B158-4A84718D77F0}" destId="{67E19993-B2C3-4029-897E-A036979B7D5C}" srcOrd="1" destOrd="0" presId="urn:microsoft.com/office/officeart/2011/layout/TabList"/>
    <dgm:cxn modelId="{81D07165-E340-402A-B7F8-0419F86CA9FF}" type="presParOf" srcId="{59114D0F-F4D1-4D0B-B158-4A84718D77F0}" destId="{CAA011F6-BADB-4F3A-A3AB-ADB9D2B8AE20}" srcOrd="2" destOrd="0" presId="urn:microsoft.com/office/officeart/2011/layout/TabList"/>
    <dgm:cxn modelId="{9EBECC5C-305B-4FD7-B873-E0758B41DE7E}" type="presParOf" srcId="{6DB02AE4-30EC-4A36-BA9C-79F2F058AEB8}" destId="{28E9371E-EA99-439A-A755-8381ABAA0B63}" srcOrd="1" destOrd="0" presId="urn:microsoft.com/office/officeart/2011/layout/TabList"/>
    <dgm:cxn modelId="{C584FFBE-CC87-4278-9C8C-B4A7A30B242D}" type="presParOf" srcId="{6DB02AE4-30EC-4A36-BA9C-79F2F058AEB8}" destId="{F786B204-FAF6-4BAC-A1F2-E75E96EE9B54}" srcOrd="2" destOrd="0" presId="urn:microsoft.com/office/officeart/2011/layout/TabList"/>
    <dgm:cxn modelId="{F25198E1-0AFA-4D3F-835A-FEF14A5D79A9}" type="presParOf" srcId="{6DB02AE4-30EC-4A36-BA9C-79F2F058AEB8}" destId="{9108AA36-EE44-499D-A173-0E8A7F724003}" srcOrd="3" destOrd="0" presId="urn:microsoft.com/office/officeart/2011/layout/TabList"/>
    <dgm:cxn modelId="{760750AF-8F1C-419C-9663-A3D58A6AA4C2}" type="presParOf" srcId="{9108AA36-EE44-499D-A173-0E8A7F724003}" destId="{B7899E85-7CB3-49A7-9F96-97887C4A04D5}" srcOrd="0" destOrd="0" presId="urn:microsoft.com/office/officeart/2011/layout/TabList"/>
    <dgm:cxn modelId="{191D6483-7DD5-4098-A156-8CBD8BCF6A0D}" type="presParOf" srcId="{9108AA36-EE44-499D-A173-0E8A7F724003}" destId="{B12D2A12-E280-4A02-8967-1BA36B19A19B}" srcOrd="1" destOrd="0" presId="urn:microsoft.com/office/officeart/2011/layout/TabList"/>
    <dgm:cxn modelId="{59F61EC9-09E4-4CC4-910D-4785B9C80513}" type="presParOf" srcId="{9108AA36-EE44-499D-A173-0E8A7F724003}" destId="{16F94DB9-B45D-4C2E-BC5C-ACABCF0D59D0}" srcOrd="2" destOrd="0" presId="urn:microsoft.com/office/officeart/2011/layout/TabList"/>
    <dgm:cxn modelId="{EC5B7809-7260-431F-994D-CF9470034BD1}" type="presParOf" srcId="{6DB02AE4-30EC-4A36-BA9C-79F2F058AEB8}" destId="{7741D5D4-FE23-42C2-A82F-42A530FD4E85}" srcOrd="4" destOrd="0" presId="urn:microsoft.com/office/officeart/2011/layout/TabList"/>
    <dgm:cxn modelId="{3526F346-D5F8-4C02-B8C8-0EEC319901B2}" type="presParOf" srcId="{6DB02AE4-30EC-4A36-BA9C-79F2F058AEB8}" destId="{AD735D14-1BAE-424E-907B-DE8393656846}" srcOrd="5" destOrd="0" presId="urn:microsoft.com/office/officeart/2011/layout/TabList"/>
    <dgm:cxn modelId="{A0CFECE1-175D-4338-84C9-20D450634245}" type="presParOf" srcId="{6DB02AE4-30EC-4A36-BA9C-79F2F058AEB8}" destId="{9B0A1D97-1CE3-470A-B102-0A620B167C48}" srcOrd="6" destOrd="0" presId="urn:microsoft.com/office/officeart/2011/layout/TabList"/>
    <dgm:cxn modelId="{CA3EB6E1-EABE-446F-BA33-116AD8258E42}" type="presParOf" srcId="{9B0A1D97-1CE3-470A-B102-0A620B167C48}" destId="{6A43C7E4-1D11-4425-9D71-D2950AA7DD30}" srcOrd="0" destOrd="0" presId="urn:microsoft.com/office/officeart/2011/layout/TabList"/>
    <dgm:cxn modelId="{F490BCA8-F6CB-4C05-BB45-977F0DAA862C}" type="presParOf" srcId="{9B0A1D97-1CE3-470A-B102-0A620B167C48}" destId="{6983C7C5-9BC7-4AFB-ACB9-1F7AA467AEFC}" srcOrd="1" destOrd="0" presId="urn:microsoft.com/office/officeart/2011/layout/TabList"/>
    <dgm:cxn modelId="{6CCC7F11-6880-4178-A8BD-E2521F8C9EE4}" type="presParOf" srcId="{9B0A1D97-1CE3-470A-B102-0A620B167C48}" destId="{302CB2C7-247C-4F7B-B342-5805BA7A7E01}" srcOrd="2" destOrd="0" presId="urn:microsoft.com/office/officeart/2011/layout/TabList"/>
    <dgm:cxn modelId="{F2848B30-5B4D-42C1-B64E-B7A9D15EC298}" type="presParOf" srcId="{6DB02AE4-30EC-4A36-BA9C-79F2F058AEB8}" destId="{EA31F657-6159-40B7-96EC-F2D59C1244C6}" srcOrd="7" destOrd="0" presId="urn:microsoft.com/office/officeart/2011/layout/TabList"/>
    <dgm:cxn modelId="{FF3916B4-8462-4074-A777-0D75E87A0310}" type="presParOf" srcId="{6DB02AE4-30EC-4A36-BA9C-79F2F058AEB8}" destId="{D925A85F-6EF6-4E89-B3C6-0F2E4A8EFB5A}" srcOrd="8" destOrd="0" presId="urn:microsoft.com/office/officeart/2011/layout/TabList"/>
    <dgm:cxn modelId="{B05747B6-1AEF-4C79-AB3B-446899855E5E}" type="presParOf" srcId="{D925A85F-6EF6-4E89-B3C6-0F2E4A8EFB5A}" destId="{7036B846-6F07-460E-AC7A-784A91347A70}" srcOrd="0" destOrd="0" presId="urn:microsoft.com/office/officeart/2011/layout/TabList"/>
    <dgm:cxn modelId="{888AFDBF-481E-4507-A991-A79F1BC70D8D}" type="presParOf" srcId="{D925A85F-6EF6-4E89-B3C6-0F2E4A8EFB5A}" destId="{E4F83B80-BD30-4B3D-9CAA-FD257F3968CF}" srcOrd="1" destOrd="0" presId="urn:microsoft.com/office/officeart/2011/layout/TabList"/>
    <dgm:cxn modelId="{DC95C990-3FAA-489C-9150-95EBBEE327C6}" type="presParOf" srcId="{D925A85F-6EF6-4E89-B3C6-0F2E4A8EFB5A}" destId="{F486D5EB-0BC8-49A3-9D82-BE0AC9F72AB9}" srcOrd="2" destOrd="0" presId="urn:microsoft.com/office/officeart/2011/layout/TabList"/>
    <dgm:cxn modelId="{40EC8028-0E17-4259-86DE-4ACBA9699E9A}" type="presParOf" srcId="{6DB02AE4-30EC-4A36-BA9C-79F2F058AEB8}" destId="{D0BD0CCC-DF5E-4B5E-A335-32F19CDD246E}" srcOrd="9" destOrd="0" presId="urn:microsoft.com/office/officeart/2011/layout/TabList"/>
    <dgm:cxn modelId="{C077D74A-DD68-4C10-8A1E-39A58D1023E0}" type="presParOf" srcId="{6DB02AE4-30EC-4A36-BA9C-79F2F058AEB8}" destId="{37890905-8F9C-4F17-9508-E7EACF6CAEDD}" srcOrd="10" destOrd="0" presId="urn:microsoft.com/office/officeart/2011/layout/TabList"/>
    <dgm:cxn modelId="{C7C0AD55-CD4E-4923-9108-324C0BDBA6E5}" type="presParOf" srcId="{6DB02AE4-30EC-4A36-BA9C-79F2F058AEB8}" destId="{F5D9EEEE-203A-49FB-8A84-0FE64518AFAE}" srcOrd="11" destOrd="0" presId="urn:microsoft.com/office/officeart/2011/layout/TabList"/>
    <dgm:cxn modelId="{0E781390-3EB0-4F53-AB30-EE8D3C102180}" type="presParOf" srcId="{F5D9EEEE-203A-49FB-8A84-0FE64518AFAE}" destId="{F2B4FA04-13E1-426E-BE84-5C3666DE8F86}" srcOrd="0" destOrd="0" presId="urn:microsoft.com/office/officeart/2011/layout/TabList"/>
    <dgm:cxn modelId="{B21FEF6E-D9AB-49E8-B121-D6AC52110ADF}" type="presParOf" srcId="{F5D9EEEE-203A-49FB-8A84-0FE64518AFAE}" destId="{9E5789D5-4122-46DA-BA3F-62871CBB3308}" srcOrd="1" destOrd="0" presId="urn:microsoft.com/office/officeart/2011/layout/TabList"/>
    <dgm:cxn modelId="{69C1B3FC-09FD-4978-B3B1-CF1F6819D751}" type="presParOf" srcId="{F5D9EEEE-203A-49FB-8A84-0FE64518AFAE}" destId="{10699CC4-B4B4-4192-8FB6-C8530A44497F}" srcOrd="2" destOrd="0" presId="urn:microsoft.com/office/officeart/2011/layout/TabList"/>
    <dgm:cxn modelId="{519A9304-2F4B-445A-8C77-CA3222E6E4A3}" type="presParOf" srcId="{6DB02AE4-30EC-4A36-BA9C-79F2F058AEB8}" destId="{4FBAE222-45E2-4DE3-B7D6-5EF4028F057D}" srcOrd="12" destOrd="0" presId="urn:microsoft.com/office/officeart/2011/layout/TabList"/>
    <dgm:cxn modelId="{0279A47F-79D9-4F91-8AB9-556F8664D3B6}" type="presParOf" srcId="{6DB02AE4-30EC-4A36-BA9C-79F2F058AEB8}" destId="{8E103D69-0861-4823-8371-56A8F8483B88}" srcOrd="13" destOrd="0" presId="urn:microsoft.com/office/officeart/2011/layout/TabList"/>
    <dgm:cxn modelId="{DDADA41B-7FE1-4250-B0B8-6F68B8AC74B1}" type="presParOf" srcId="{6DB02AE4-30EC-4A36-BA9C-79F2F058AEB8}" destId="{C5DE0081-C652-4E15-994A-59F6D4EEA4D0}" srcOrd="14" destOrd="0" presId="urn:microsoft.com/office/officeart/2011/layout/TabList"/>
    <dgm:cxn modelId="{864A47E0-848F-4569-A0E7-9767EBE848C0}" type="presParOf" srcId="{C5DE0081-C652-4E15-994A-59F6D4EEA4D0}" destId="{58139588-9B0C-4E72-B0B3-FC3E1EF729A8}" srcOrd="0" destOrd="0" presId="urn:microsoft.com/office/officeart/2011/layout/TabList"/>
    <dgm:cxn modelId="{69CC34C1-C846-488B-BDB5-5CFA6A656F1D}" type="presParOf" srcId="{C5DE0081-C652-4E15-994A-59F6D4EEA4D0}" destId="{3B5D9083-4577-4CC1-AD66-D01A653F985D}" srcOrd="1" destOrd="0" presId="urn:microsoft.com/office/officeart/2011/layout/TabList"/>
    <dgm:cxn modelId="{24DBE853-A519-4B70-ADDE-7014807D8980}" type="presParOf" srcId="{C5DE0081-C652-4E15-994A-59F6D4EEA4D0}" destId="{5EC50A21-B5F5-41C2-99D8-F558C3022E67}" srcOrd="2" destOrd="0" presId="urn:microsoft.com/office/officeart/2011/layout/TabList"/>
    <dgm:cxn modelId="{4D5AB4F3-3CE5-4DA1-9FA7-63DF0D764E6F}" type="presParOf" srcId="{6DB02AE4-30EC-4A36-BA9C-79F2F058AEB8}" destId="{0C28310B-801C-44A2-AE51-CAE673130315}" srcOrd="15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44BBC77-E087-42AC-AC53-BCA053295992}" type="doc">
      <dgm:prSet loTypeId="urn:microsoft.com/office/officeart/2009/3/layout/IncreasingArrowsProcess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B7677A08-46FE-4020-A6FF-4C0C832B2AE0}">
      <dgm:prSet phldrT="[Text]"/>
      <dgm:spPr/>
      <dgm:t>
        <a:bodyPr/>
        <a:lstStyle/>
        <a:p>
          <a:r>
            <a:rPr lang="en-US" dirty="0"/>
            <a:t>Plan</a:t>
          </a:r>
        </a:p>
      </dgm:t>
    </dgm:pt>
    <dgm:pt modelId="{BEA93BBA-211A-4C95-A40E-023C71E4D4C0}" type="parTrans" cxnId="{2DD8C8C1-2A5C-4402-8FE5-334FA61BDE01}">
      <dgm:prSet/>
      <dgm:spPr/>
      <dgm:t>
        <a:bodyPr/>
        <a:lstStyle/>
        <a:p>
          <a:endParaRPr lang="en-US"/>
        </a:p>
      </dgm:t>
    </dgm:pt>
    <dgm:pt modelId="{766ECF1C-F99D-4FAD-A281-02DB2D08CE59}" type="sibTrans" cxnId="{2DD8C8C1-2A5C-4402-8FE5-334FA61BDE01}">
      <dgm:prSet/>
      <dgm:spPr/>
      <dgm:t>
        <a:bodyPr/>
        <a:lstStyle/>
        <a:p>
          <a:endParaRPr lang="en-US"/>
        </a:p>
      </dgm:t>
    </dgm:pt>
    <dgm:pt modelId="{DED61704-40B7-4075-9CB4-92FC0034C353}">
      <dgm:prSet/>
      <dgm:spPr/>
      <dgm:t>
        <a:bodyPr/>
        <a:lstStyle/>
        <a:p>
          <a:r>
            <a:rPr lang="en-US" dirty="0"/>
            <a:t>Do</a:t>
          </a:r>
        </a:p>
      </dgm:t>
    </dgm:pt>
    <dgm:pt modelId="{0E766FEE-1DA0-4811-8E17-E25C86D72388}" type="parTrans" cxnId="{9EB6700A-E98A-404E-A8BD-C3D2D595D4E4}">
      <dgm:prSet/>
      <dgm:spPr/>
      <dgm:t>
        <a:bodyPr/>
        <a:lstStyle/>
        <a:p>
          <a:endParaRPr lang="en-US"/>
        </a:p>
      </dgm:t>
    </dgm:pt>
    <dgm:pt modelId="{E087C816-B84B-4626-9465-E76AC994F23F}" type="sibTrans" cxnId="{9EB6700A-E98A-404E-A8BD-C3D2D595D4E4}">
      <dgm:prSet/>
      <dgm:spPr/>
      <dgm:t>
        <a:bodyPr/>
        <a:lstStyle/>
        <a:p>
          <a:endParaRPr lang="en-US"/>
        </a:p>
      </dgm:t>
    </dgm:pt>
    <dgm:pt modelId="{796540A4-E355-47AF-AF1C-99019A2F9BF1}">
      <dgm:prSet/>
      <dgm:spPr/>
      <dgm:t>
        <a:bodyPr/>
        <a:lstStyle/>
        <a:p>
          <a:r>
            <a:rPr lang="en-US" dirty="0"/>
            <a:t>Study</a:t>
          </a:r>
        </a:p>
      </dgm:t>
    </dgm:pt>
    <dgm:pt modelId="{82DA9FFF-F24C-46A5-8B57-FE09E665B8F9}" type="parTrans" cxnId="{6AD23F89-4255-4738-BEE9-49A029EF68A5}">
      <dgm:prSet/>
      <dgm:spPr/>
      <dgm:t>
        <a:bodyPr/>
        <a:lstStyle/>
        <a:p>
          <a:endParaRPr lang="en-US"/>
        </a:p>
      </dgm:t>
    </dgm:pt>
    <dgm:pt modelId="{A15E9F92-C969-4E6A-8542-664ADD432D06}" type="sibTrans" cxnId="{6AD23F89-4255-4738-BEE9-49A029EF68A5}">
      <dgm:prSet/>
      <dgm:spPr/>
      <dgm:t>
        <a:bodyPr/>
        <a:lstStyle/>
        <a:p>
          <a:endParaRPr lang="en-US"/>
        </a:p>
      </dgm:t>
    </dgm:pt>
    <dgm:pt modelId="{F71E0DFF-3F38-4F39-9FEA-CEF1C9452A15}">
      <dgm:prSet/>
      <dgm:spPr/>
      <dgm:t>
        <a:bodyPr/>
        <a:lstStyle/>
        <a:p>
          <a:r>
            <a:rPr lang="en-US" dirty="0"/>
            <a:t>Act</a:t>
          </a:r>
        </a:p>
      </dgm:t>
    </dgm:pt>
    <dgm:pt modelId="{40D438F8-0A38-4C75-A13B-3133D3537513}" type="parTrans" cxnId="{C97FC520-C3E4-4798-BE36-5CFDD895AE63}">
      <dgm:prSet/>
      <dgm:spPr/>
      <dgm:t>
        <a:bodyPr/>
        <a:lstStyle/>
        <a:p>
          <a:endParaRPr lang="en-US"/>
        </a:p>
      </dgm:t>
    </dgm:pt>
    <dgm:pt modelId="{227EDDDE-C615-4587-BA03-ECB25919B7A4}" type="sibTrans" cxnId="{C97FC520-C3E4-4798-BE36-5CFDD895AE63}">
      <dgm:prSet/>
      <dgm:spPr/>
      <dgm:t>
        <a:bodyPr/>
        <a:lstStyle/>
        <a:p>
          <a:endParaRPr lang="en-US"/>
        </a:p>
      </dgm:t>
    </dgm:pt>
    <dgm:pt modelId="{A27A7BBE-941E-4598-98F6-010C8F81A5D5}">
      <dgm:prSet phldrT="[Text]"/>
      <dgm:spPr/>
      <dgm:t>
        <a:bodyPr/>
        <a:lstStyle/>
        <a:p>
          <a:r>
            <a:rPr lang="en-US" dirty="0"/>
            <a:t>Set objectives, define data requirements, and plan the analysis.</a:t>
          </a:r>
        </a:p>
      </dgm:t>
    </dgm:pt>
    <dgm:pt modelId="{3BCC6FED-3280-42EA-A047-A8C7B069FBF1}" type="parTrans" cxnId="{BC189F79-A982-4A09-8AB8-450FFDB77761}">
      <dgm:prSet/>
      <dgm:spPr/>
      <dgm:t>
        <a:bodyPr/>
        <a:lstStyle/>
        <a:p>
          <a:endParaRPr lang="en-US"/>
        </a:p>
      </dgm:t>
    </dgm:pt>
    <dgm:pt modelId="{4BD240D3-9028-4FDE-95F0-9C5ABBCD14E4}" type="sibTrans" cxnId="{BC189F79-A982-4A09-8AB8-450FFDB77761}">
      <dgm:prSet/>
      <dgm:spPr/>
      <dgm:t>
        <a:bodyPr/>
        <a:lstStyle/>
        <a:p>
          <a:endParaRPr lang="en-US"/>
        </a:p>
      </dgm:t>
    </dgm:pt>
    <dgm:pt modelId="{5D6873E1-1CBD-4203-9ACE-DA7104079DAC}">
      <dgm:prSet/>
      <dgm:spPr/>
      <dgm:t>
        <a:bodyPr/>
        <a:lstStyle/>
        <a:p>
          <a:r>
            <a:rPr lang="en-US" dirty="0"/>
            <a:t>Collect and analyze the data based on the defined plan.</a:t>
          </a:r>
        </a:p>
      </dgm:t>
    </dgm:pt>
    <dgm:pt modelId="{402E4C32-715D-4CD9-A8A9-A06136D2A3C8}" type="parTrans" cxnId="{531FA8E8-E26F-4A2B-BD00-19BD51A9EA0C}">
      <dgm:prSet/>
      <dgm:spPr/>
      <dgm:t>
        <a:bodyPr/>
        <a:lstStyle/>
        <a:p>
          <a:endParaRPr lang="en-US"/>
        </a:p>
      </dgm:t>
    </dgm:pt>
    <dgm:pt modelId="{FABAD612-23B6-4310-AFF0-1F818653D7CF}" type="sibTrans" cxnId="{531FA8E8-E26F-4A2B-BD00-19BD51A9EA0C}">
      <dgm:prSet/>
      <dgm:spPr/>
      <dgm:t>
        <a:bodyPr/>
        <a:lstStyle/>
        <a:p>
          <a:endParaRPr lang="en-US"/>
        </a:p>
      </dgm:t>
    </dgm:pt>
    <dgm:pt modelId="{2F2EC1A5-EEA0-413F-B86E-98549627C6A6}">
      <dgm:prSet/>
      <dgm:spPr/>
      <dgm:t>
        <a:bodyPr/>
        <a:lstStyle/>
        <a:p>
          <a:r>
            <a:rPr lang="en-US" dirty="0"/>
            <a:t>Evaluate the results, identify areas for improvement, and refine data selection.</a:t>
          </a:r>
        </a:p>
      </dgm:t>
    </dgm:pt>
    <dgm:pt modelId="{EE31127E-7219-449B-8FBD-0F4ED483030F}" type="parTrans" cxnId="{63BCFC0B-94A5-4BA4-8AB5-AF564E00F29A}">
      <dgm:prSet/>
      <dgm:spPr/>
      <dgm:t>
        <a:bodyPr/>
        <a:lstStyle/>
        <a:p>
          <a:endParaRPr lang="en-US"/>
        </a:p>
      </dgm:t>
    </dgm:pt>
    <dgm:pt modelId="{9E0AF338-4AA2-4244-ACEB-72220E95F024}" type="sibTrans" cxnId="{63BCFC0B-94A5-4BA4-8AB5-AF564E00F29A}">
      <dgm:prSet/>
      <dgm:spPr/>
      <dgm:t>
        <a:bodyPr/>
        <a:lstStyle/>
        <a:p>
          <a:endParaRPr lang="en-US"/>
        </a:p>
      </dgm:t>
    </dgm:pt>
    <dgm:pt modelId="{5935CF40-DDB6-46CC-8EDA-DD6DDA6C0F36}">
      <dgm:prSet/>
      <dgm:spPr/>
      <dgm:t>
        <a:bodyPr/>
        <a:lstStyle/>
        <a:p>
          <a:r>
            <a:rPr lang="en-US"/>
            <a:t>Implement </a:t>
          </a:r>
          <a:r>
            <a:rPr lang="en-US" dirty="0"/>
            <a:t>changes, incorporate feedback, and repeat the cycle for iterative improvement.</a:t>
          </a:r>
        </a:p>
      </dgm:t>
    </dgm:pt>
    <dgm:pt modelId="{361A4750-3F00-46CD-8D19-CC828EBA705A}" type="parTrans" cxnId="{61357E66-599B-4CE8-8DA3-9122BB85B305}">
      <dgm:prSet/>
      <dgm:spPr/>
      <dgm:t>
        <a:bodyPr/>
        <a:lstStyle/>
        <a:p>
          <a:endParaRPr lang="en-US"/>
        </a:p>
      </dgm:t>
    </dgm:pt>
    <dgm:pt modelId="{529754B1-1D42-4CB8-8A07-D5EF4BA00147}" type="sibTrans" cxnId="{61357E66-599B-4CE8-8DA3-9122BB85B305}">
      <dgm:prSet/>
      <dgm:spPr/>
      <dgm:t>
        <a:bodyPr/>
        <a:lstStyle/>
        <a:p>
          <a:endParaRPr lang="en-US"/>
        </a:p>
      </dgm:t>
    </dgm:pt>
    <dgm:pt modelId="{7437F762-F439-41AD-98D4-79EBB2063351}" type="pres">
      <dgm:prSet presAssocID="{544BBC77-E087-42AC-AC53-BCA053295992}" presName="Name0" presStyleCnt="0">
        <dgm:presLayoutVars>
          <dgm:chMax val="5"/>
          <dgm:chPref val="5"/>
          <dgm:dir/>
          <dgm:animLvl val="lvl"/>
        </dgm:presLayoutVars>
      </dgm:prSet>
      <dgm:spPr/>
    </dgm:pt>
    <dgm:pt modelId="{3C3F5B96-D7B5-467D-9FCE-67BBF2980ADF}" type="pres">
      <dgm:prSet presAssocID="{B7677A08-46FE-4020-A6FF-4C0C832B2AE0}" presName="parentText1" presStyleLbl="node1" presStyleIdx="0" presStyleCnt="4">
        <dgm:presLayoutVars>
          <dgm:chMax/>
          <dgm:chPref val="3"/>
          <dgm:bulletEnabled val="1"/>
        </dgm:presLayoutVars>
      </dgm:prSet>
      <dgm:spPr/>
    </dgm:pt>
    <dgm:pt modelId="{26C47A34-8E59-4011-886D-D55930B02EF1}" type="pres">
      <dgm:prSet presAssocID="{B7677A08-46FE-4020-A6FF-4C0C832B2AE0}" presName="childText1" presStyleLbl="solidAlignAcc1" presStyleIdx="0" presStyleCnt="4">
        <dgm:presLayoutVars>
          <dgm:chMax val="0"/>
          <dgm:chPref val="0"/>
          <dgm:bulletEnabled val="1"/>
        </dgm:presLayoutVars>
      </dgm:prSet>
      <dgm:spPr/>
    </dgm:pt>
    <dgm:pt modelId="{10CE2CCF-5B1F-43E9-A19C-3481D0D3193E}" type="pres">
      <dgm:prSet presAssocID="{DED61704-40B7-4075-9CB4-92FC0034C353}" presName="parentText2" presStyleLbl="node1" presStyleIdx="1" presStyleCnt="4">
        <dgm:presLayoutVars>
          <dgm:chMax/>
          <dgm:chPref val="3"/>
          <dgm:bulletEnabled val="1"/>
        </dgm:presLayoutVars>
      </dgm:prSet>
      <dgm:spPr/>
    </dgm:pt>
    <dgm:pt modelId="{201CBA86-90D7-4E85-89B6-FDF06269B262}" type="pres">
      <dgm:prSet presAssocID="{DED61704-40B7-4075-9CB4-92FC0034C353}" presName="childText2" presStyleLbl="solidAlignAcc1" presStyleIdx="1" presStyleCnt="4">
        <dgm:presLayoutVars>
          <dgm:chMax val="0"/>
          <dgm:chPref val="0"/>
          <dgm:bulletEnabled val="1"/>
        </dgm:presLayoutVars>
      </dgm:prSet>
      <dgm:spPr/>
    </dgm:pt>
    <dgm:pt modelId="{7BB6B4B2-AB20-49BC-AAE4-2DE88BBBD7A6}" type="pres">
      <dgm:prSet presAssocID="{796540A4-E355-47AF-AF1C-99019A2F9BF1}" presName="parentText3" presStyleLbl="node1" presStyleIdx="2" presStyleCnt="4">
        <dgm:presLayoutVars>
          <dgm:chMax/>
          <dgm:chPref val="3"/>
          <dgm:bulletEnabled val="1"/>
        </dgm:presLayoutVars>
      </dgm:prSet>
      <dgm:spPr/>
    </dgm:pt>
    <dgm:pt modelId="{91439DB4-969C-4A56-AB39-D5BE6B5908F8}" type="pres">
      <dgm:prSet presAssocID="{796540A4-E355-47AF-AF1C-99019A2F9BF1}" presName="childText3" presStyleLbl="solidAlignAcc1" presStyleIdx="2" presStyleCnt="4">
        <dgm:presLayoutVars>
          <dgm:chMax val="0"/>
          <dgm:chPref val="0"/>
          <dgm:bulletEnabled val="1"/>
        </dgm:presLayoutVars>
      </dgm:prSet>
      <dgm:spPr/>
    </dgm:pt>
    <dgm:pt modelId="{12EA67C1-5FB7-4691-A30E-DB6D6EFA9318}" type="pres">
      <dgm:prSet presAssocID="{F71E0DFF-3F38-4F39-9FEA-CEF1C9452A15}" presName="parentText4" presStyleLbl="node1" presStyleIdx="3" presStyleCnt="4">
        <dgm:presLayoutVars>
          <dgm:chMax/>
          <dgm:chPref val="3"/>
          <dgm:bulletEnabled val="1"/>
        </dgm:presLayoutVars>
      </dgm:prSet>
      <dgm:spPr/>
    </dgm:pt>
    <dgm:pt modelId="{9B08B2F6-D8D2-44C8-B224-CCB0275E5943}" type="pres">
      <dgm:prSet presAssocID="{F71E0DFF-3F38-4F39-9FEA-CEF1C9452A15}" presName="childText4" presStyleLbl="solidAlignAcc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9144307-E4D6-49B8-A9D1-43992D5E85D2}" type="presOf" srcId="{A27A7BBE-941E-4598-98F6-010C8F81A5D5}" destId="{26C47A34-8E59-4011-886D-D55930B02EF1}" srcOrd="0" destOrd="0" presId="urn:microsoft.com/office/officeart/2009/3/layout/IncreasingArrowsProcess"/>
    <dgm:cxn modelId="{6B60CD08-EC2D-4CC9-9E81-1B62394D1A5E}" type="presOf" srcId="{DED61704-40B7-4075-9CB4-92FC0034C353}" destId="{10CE2CCF-5B1F-43E9-A19C-3481D0D3193E}" srcOrd="0" destOrd="0" presId="urn:microsoft.com/office/officeart/2009/3/layout/IncreasingArrowsProcess"/>
    <dgm:cxn modelId="{9EB6700A-E98A-404E-A8BD-C3D2D595D4E4}" srcId="{544BBC77-E087-42AC-AC53-BCA053295992}" destId="{DED61704-40B7-4075-9CB4-92FC0034C353}" srcOrd="1" destOrd="0" parTransId="{0E766FEE-1DA0-4811-8E17-E25C86D72388}" sibTransId="{E087C816-B84B-4626-9465-E76AC994F23F}"/>
    <dgm:cxn modelId="{63BCFC0B-94A5-4BA4-8AB5-AF564E00F29A}" srcId="{796540A4-E355-47AF-AF1C-99019A2F9BF1}" destId="{2F2EC1A5-EEA0-413F-B86E-98549627C6A6}" srcOrd="0" destOrd="0" parTransId="{EE31127E-7219-449B-8FBD-0F4ED483030F}" sibTransId="{9E0AF338-4AA2-4244-ACEB-72220E95F024}"/>
    <dgm:cxn modelId="{EAB6D318-D874-4599-8984-8E9DC32DC193}" type="presOf" srcId="{5935CF40-DDB6-46CC-8EDA-DD6DDA6C0F36}" destId="{9B08B2F6-D8D2-44C8-B224-CCB0275E5943}" srcOrd="0" destOrd="0" presId="urn:microsoft.com/office/officeart/2009/3/layout/IncreasingArrowsProcess"/>
    <dgm:cxn modelId="{C97FC520-C3E4-4798-BE36-5CFDD895AE63}" srcId="{544BBC77-E087-42AC-AC53-BCA053295992}" destId="{F71E0DFF-3F38-4F39-9FEA-CEF1C9452A15}" srcOrd="3" destOrd="0" parTransId="{40D438F8-0A38-4C75-A13B-3133D3537513}" sibTransId="{227EDDDE-C615-4587-BA03-ECB25919B7A4}"/>
    <dgm:cxn modelId="{5237B52B-7CD0-4C92-A012-D2E622B1A935}" type="presOf" srcId="{B7677A08-46FE-4020-A6FF-4C0C832B2AE0}" destId="{3C3F5B96-D7B5-467D-9FCE-67BBF2980ADF}" srcOrd="0" destOrd="0" presId="urn:microsoft.com/office/officeart/2009/3/layout/IncreasingArrowsProcess"/>
    <dgm:cxn modelId="{61357E66-599B-4CE8-8DA3-9122BB85B305}" srcId="{F71E0DFF-3F38-4F39-9FEA-CEF1C9452A15}" destId="{5935CF40-DDB6-46CC-8EDA-DD6DDA6C0F36}" srcOrd="0" destOrd="0" parTransId="{361A4750-3F00-46CD-8D19-CC828EBA705A}" sibTransId="{529754B1-1D42-4CB8-8A07-D5EF4BA00147}"/>
    <dgm:cxn modelId="{9CBBE96D-330A-42AB-9E29-6573E1C37E62}" type="presOf" srcId="{2F2EC1A5-EEA0-413F-B86E-98549627C6A6}" destId="{91439DB4-969C-4A56-AB39-D5BE6B5908F8}" srcOrd="0" destOrd="0" presId="urn:microsoft.com/office/officeart/2009/3/layout/IncreasingArrowsProcess"/>
    <dgm:cxn modelId="{BC189F79-A982-4A09-8AB8-450FFDB77761}" srcId="{B7677A08-46FE-4020-A6FF-4C0C832B2AE0}" destId="{A27A7BBE-941E-4598-98F6-010C8F81A5D5}" srcOrd="0" destOrd="0" parTransId="{3BCC6FED-3280-42EA-A047-A8C7B069FBF1}" sibTransId="{4BD240D3-9028-4FDE-95F0-9C5ABBCD14E4}"/>
    <dgm:cxn modelId="{C434E781-65E3-42E9-B049-B5CE5B962564}" type="presOf" srcId="{796540A4-E355-47AF-AF1C-99019A2F9BF1}" destId="{7BB6B4B2-AB20-49BC-AAE4-2DE88BBBD7A6}" srcOrd="0" destOrd="0" presId="urn:microsoft.com/office/officeart/2009/3/layout/IncreasingArrowsProcess"/>
    <dgm:cxn modelId="{6AD23F89-4255-4738-BEE9-49A029EF68A5}" srcId="{544BBC77-E087-42AC-AC53-BCA053295992}" destId="{796540A4-E355-47AF-AF1C-99019A2F9BF1}" srcOrd="2" destOrd="0" parTransId="{82DA9FFF-F24C-46A5-8B57-FE09E665B8F9}" sibTransId="{A15E9F92-C969-4E6A-8542-664ADD432D06}"/>
    <dgm:cxn modelId="{2DD8C8C1-2A5C-4402-8FE5-334FA61BDE01}" srcId="{544BBC77-E087-42AC-AC53-BCA053295992}" destId="{B7677A08-46FE-4020-A6FF-4C0C832B2AE0}" srcOrd="0" destOrd="0" parTransId="{BEA93BBA-211A-4C95-A40E-023C71E4D4C0}" sibTransId="{766ECF1C-F99D-4FAD-A281-02DB2D08CE59}"/>
    <dgm:cxn modelId="{54B7B7C4-F39E-464C-8A19-C3457820DDC8}" type="presOf" srcId="{544BBC77-E087-42AC-AC53-BCA053295992}" destId="{7437F762-F439-41AD-98D4-79EBB2063351}" srcOrd="0" destOrd="0" presId="urn:microsoft.com/office/officeart/2009/3/layout/IncreasingArrowsProcess"/>
    <dgm:cxn modelId="{D53275E8-5DC4-4F3C-8B49-44CC7677A9FE}" type="presOf" srcId="{F71E0DFF-3F38-4F39-9FEA-CEF1C9452A15}" destId="{12EA67C1-5FB7-4691-A30E-DB6D6EFA9318}" srcOrd="0" destOrd="0" presId="urn:microsoft.com/office/officeart/2009/3/layout/IncreasingArrowsProcess"/>
    <dgm:cxn modelId="{531FA8E8-E26F-4A2B-BD00-19BD51A9EA0C}" srcId="{DED61704-40B7-4075-9CB4-92FC0034C353}" destId="{5D6873E1-1CBD-4203-9ACE-DA7104079DAC}" srcOrd="0" destOrd="0" parTransId="{402E4C32-715D-4CD9-A8A9-A06136D2A3C8}" sibTransId="{FABAD612-23B6-4310-AFF0-1F818653D7CF}"/>
    <dgm:cxn modelId="{2F5D63FF-BC9D-4828-B7B2-8DD5DCA34BBB}" type="presOf" srcId="{5D6873E1-1CBD-4203-9ACE-DA7104079DAC}" destId="{201CBA86-90D7-4E85-89B6-FDF06269B262}" srcOrd="0" destOrd="0" presId="urn:microsoft.com/office/officeart/2009/3/layout/IncreasingArrowsProcess"/>
    <dgm:cxn modelId="{B9BAF6E9-03AB-4D6F-8038-345FC9C19FBD}" type="presParOf" srcId="{7437F762-F439-41AD-98D4-79EBB2063351}" destId="{3C3F5B96-D7B5-467D-9FCE-67BBF2980ADF}" srcOrd="0" destOrd="0" presId="urn:microsoft.com/office/officeart/2009/3/layout/IncreasingArrowsProcess"/>
    <dgm:cxn modelId="{543D5E40-C00B-4B6D-BC3B-98BFF7B130EC}" type="presParOf" srcId="{7437F762-F439-41AD-98D4-79EBB2063351}" destId="{26C47A34-8E59-4011-886D-D55930B02EF1}" srcOrd="1" destOrd="0" presId="urn:microsoft.com/office/officeart/2009/3/layout/IncreasingArrowsProcess"/>
    <dgm:cxn modelId="{B64A1901-BB74-4BEA-8AE9-D43D274CEEB1}" type="presParOf" srcId="{7437F762-F439-41AD-98D4-79EBB2063351}" destId="{10CE2CCF-5B1F-43E9-A19C-3481D0D3193E}" srcOrd="2" destOrd="0" presId="urn:microsoft.com/office/officeart/2009/3/layout/IncreasingArrowsProcess"/>
    <dgm:cxn modelId="{F796B579-BB83-426B-8819-953FC34836E9}" type="presParOf" srcId="{7437F762-F439-41AD-98D4-79EBB2063351}" destId="{201CBA86-90D7-4E85-89B6-FDF06269B262}" srcOrd="3" destOrd="0" presId="urn:microsoft.com/office/officeart/2009/3/layout/IncreasingArrowsProcess"/>
    <dgm:cxn modelId="{945FF88E-ED99-471C-BDB6-AE271E29155F}" type="presParOf" srcId="{7437F762-F439-41AD-98D4-79EBB2063351}" destId="{7BB6B4B2-AB20-49BC-AAE4-2DE88BBBD7A6}" srcOrd="4" destOrd="0" presId="urn:microsoft.com/office/officeart/2009/3/layout/IncreasingArrowsProcess"/>
    <dgm:cxn modelId="{C159414B-C65F-4018-BECD-C37FAB6F289C}" type="presParOf" srcId="{7437F762-F439-41AD-98D4-79EBB2063351}" destId="{91439DB4-969C-4A56-AB39-D5BE6B5908F8}" srcOrd="5" destOrd="0" presId="urn:microsoft.com/office/officeart/2009/3/layout/IncreasingArrowsProcess"/>
    <dgm:cxn modelId="{9C715F19-A34A-4D4B-AFBD-18B7F3CD2FA9}" type="presParOf" srcId="{7437F762-F439-41AD-98D4-79EBB2063351}" destId="{12EA67C1-5FB7-4691-A30E-DB6D6EFA9318}" srcOrd="6" destOrd="0" presId="urn:microsoft.com/office/officeart/2009/3/layout/IncreasingArrowsProcess"/>
    <dgm:cxn modelId="{9DDF5136-6029-476E-9AA4-E3FCE9CC90E1}" type="presParOf" srcId="{7437F762-F439-41AD-98D4-79EBB2063351}" destId="{9B08B2F6-D8D2-44C8-B224-CCB0275E5943}" srcOrd="7" destOrd="0" presId="urn:microsoft.com/office/officeart/2009/3/layout/IncreasingArrows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4630CF4-BC3F-4101-B524-197349683D97}" type="doc">
      <dgm:prSet loTypeId="urn:microsoft.com/office/officeart/2008/layout/VerticalCurvedList" loCatId="list" qsTypeId="urn:microsoft.com/office/officeart/2005/8/quickstyle/simple3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8667AD11-2B5D-4568-B9A8-85CB0967B1AA}">
      <dgm:prSet phldrT="[Text]"/>
      <dgm:spPr/>
      <dgm:t>
        <a:bodyPr/>
        <a:lstStyle/>
        <a:p>
          <a:r>
            <a:rPr lang="en-US" dirty="0"/>
            <a:t>Enhancing model accuracy and performance</a:t>
          </a:r>
        </a:p>
      </dgm:t>
    </dgm:pt>
    <dgm:pt modelId="{78F12D2C-96FC-4B8A-A9A2-BEBD4C7B17DB}" type="parTrans" cxnId="{21FD3B2E-A219-4604-8458-9E43523654E0}">
      <dgm:prSet/>
      <dgm:spPr/>
      <dgm:t>
        <a:bodyPr/>
        <a:lstStyle/>
        <a:p>
          <a:endParaRPr lang="en-US"/>
        </a:p>
      </dgm:t>
    </dgm:pt>
    <dgm:pt modelId="{2A83E600-702F-41C1-8AB5-4A6F37A477E6}" type="sibTrans" cxnId="{21FD3B2E-A219-4604-8458-9E43523654E0}">
      <dgm:prSet/>
      <dgm:spPr/>
      <dgm:t>
        <a:bodyPr/>
        <a:lstStyle/>
        <a:p>
          <a:endParaRPr lang="en-US"/>
        </a:p>
      </dgm:t>
    </dgm:pt>
    <dgm:pt modelId="{4AD7101E-253B-4151-B0FF-58A345DD09A4}">
      <dgm:prSet/>
      <dgm:spPr/>
      <dgm:t>
        <a:bodyPr/>
        <a:lstStyle/>
        <a:p>
          <a:r>
            <a:rPr lang="en-US" dirty="0"/>
            <a:t>Facilitating effective decision-making</a:t>
          </a:r>
        </a:p>
      </dgm:t>
    </dgm:pt>
    <dgm:pt modelId="{AC45D6D9-BF66-4723-9E56-81FDE819FCA7}" type="parTrans" cxnId="{AAA6647B-552D-4763-87F7-97C8D0526F68}">
      <dgm:prSet/>
      <dgm:spPr/>
      <dgm:t>
        <a:bodyPr/>
        <a:lstStyle/>
        <a:p>
          <a:endParaRPr lang="en-US"/>
        </a:p>
      </dgm:t>
    </dgm:pt>
    <dgm:pt modelId="{6E19BFF8-CEE8-4507-ACA5-8364ADCA9C9C}" type="sibTrans" cxnId="{AAA6647B-552D-4763-87F7-97C8D0526F68}">
      <dgm:prSet/>
      <dgm:spPr/>
      <dgm:t>
        <a:bodyPr/>
        <a:lstStyle/>
        <a:p>
          <a:endParaRPr lang="en-US"/>
        </a:p>
      </dgm:t>
    </dgm:pt>
    <dgm:pt modelId="{9493F5CC-E8CF-4C8B-AA1F-6A75ED4A2089}">
      <dgm:prSet/>
      <dgm:spPr/>
      <dgm:t>
        <a:bodyPr/>
        <a:lstStyle/>
        <a:p>
          <a:r>
            <a:rPr lang="en-US" dirty="0"/>
            <a:t>Driving innovation and competitive advantage</a:t>
          </a:r>
        </a:p>
      </dgm:t>
    </dgm:pt>
    <dgm:pt modelId="{64FDDD5D-2475-41C7-9C92-AF7CD9AFA335}" type="parTrans" cxnId="{0D761E84-9483-4DE2-8894-94C50C6A36E6}">
      <dgm:prSet/>
      <dgm:spPr/>
      <dgm:t>
        <a:bodyPr/>
        <a:lstStyle/>
        <a:p>
          <a:endParaRPr lang="en-US"/>
        </a:p>
      </dgm:t>
    </dgm:pt>
    <dgm:pt modelId="{156F0ECA-0F64-4DD5-A088-343073EA4DEF}" type="sibTrans" cxnId="{0D761E84-9483-4DE2-8894-94C50C6A36E6}">
      <dgm:prSet/>
      <dgm:spPr/>
      <dgm:t>
        <a:bodyPr/>
        <a:lstStyle/>
        <a:p>
          <a:endParaRPr lang="en-US"/>
        </a:p>
      </dgm:t>
    </dgm:pt>
    <dgm:pt modelId="{D4626E0B-379E-46D2-9B26-39DE5D8C70F3}" type="pres">
      <dgm:prSet presAssocID="{F4630CF4-BC3F-4101-B524-197349683D97}" presName="Name0" presStyleCnt="0">
        <dgm:presLayoutVars>
          <dgm:chMax val="7"/>
          <dgm:chPref val="7"/>
          <dgm:dir/>
        </dgm:presLayoutVars>
      </dgm:prSet>
      <dgm:spPr/>
    </dgm:pt>
    <dgm:pt modelId="{EEED27CC-481C-4CC1-8FD6-64B4728364C8}" type="pres">
      <dgm:prSet presAssocID="{F4630CF4-BC3F-4101-B524-197349683D97}" presName="Name1" presStyleCnt="0"/>
      <dgm:spPr/>
    </dgm:pt>
    <dgm:pt modelId="{72837367-31A4-4657-827F-CCB0961A06A4}" type="pres">
      <dgm:prSet presAssocID="{F4630CF4-BC3F-4101-B524-197349683D97}" presName="cycle" presStyleCnt="0"/>
      <dgm:spPr/>
    </dgm:pt>
    <dgm:pt modelId="{4B8A9F46-74D4-4A4D-AB35-07B2AF96A6C7}" type="pres">
      <dgm:prSet presAssocID="{F4630CF4-BC3F-4101-B524-197349683D97}" presName="srcNode" presStyleLbl="node1" presStyleIdx="0" presStyleCnt="3"/>
      <dgm:spPr/>
    </dgm:pt>
    <dgm:pt modelId="{71058AB0-B16E-4A2C-84CC-6D27C58FD994}" type="pres">
      <dgm:prSet presAssocID="{F4630CF4-BC3F-4101-B524-197349683D97}" presName="conn" presStyleLbl="parChTrans1D2" presStyleIdx="0" presStyleCnt="1"/>
      <dgm:spPr/>
    </dgm:pt>
    <dgm:pt modelId="{DC8140E4-9C12-4444-BF9E-E4F86D3EBC1A}" type="pres">
      <dgm:prSet presAssocID="{F4630CF4-BC3F-4101-B524-197349683D97}" presName="extraNode" presStyleLbl="node1" presStyleIdx="0" presStyleCnt="3"/>
      <dgm:spPr/>
    </dgm:pt>
    <dgm:pt modelId="{16F8579E-1E9A-4795-BED2-1D6E2634D3DD}" type="pres">
      <dgm:prSet presAssocID="{F4630CF4-BC3F-4101-B524-197349683D97}" presName="dstNode" presStyleLbl="node1" presStyleIdx="0" presStyleCnt="3"/>
      <dgm:spPr/>
    </dgm:pt>
    <dgm:pt modelId="{D79F07D1-53FE-40D4-9BF0-A45DA4A57D9C}" type="pres">
      <dgm:prSet presAssocID="{8667AD11-2B5D-4568-B9A8-85CB0967B1AA}" presName="text_1" presStyleLbl="node1" presStyleIdx="0" presStyleCnt="3">
        <dgm:presLayoutVars>
          <dgm:bulletEnabled val="1"/>
        </dgm:presLayoutVars>
      </dgm:prSet>
      <dgm:spPr/>
    </dgm:pt>
    <dgm:pt modelId="{4934D1D0-BD09-4901-9087-14D8046B06D5}" type="pres">
      <dgm:prSet presAssocID="{8667AD11-2B5D-4568-B9A8-85CB0967B1AA}" presName="accent_1" presStyleCnt="0"/>
      <dgm:spPr/>
    </dgm:pt>
    <dgm:pt modelId="{4BF610E0-4888-4A7A-8B84-2873CA4CEE97}" type="pres">
      <dgm:prSet presAssocID="{8667AD11-2B5D-4568-B9A8-85CB0967B1AA}" presName="accentRepeatNode" presStyleLbl="solidFgAcc1" presStyleIdx="0" presStyleCnt="3"/>
      <dgm:spPr/>
    </dgm:pt>
    <dgm:pt modelId="{910EA185-A1C5-471C-B4DE-59F945C4BC12}" type="pres">
      <dgm:prSet presAssocID="{4AD7101E-253B-4151-B0FF-58A345DD09A4}" presName="text_2" presStyleLbl="node1" presStyleIdx="1" presStyleCnt="3">
        <dgm:presLayoutVars>
          <dgm:bulletEnabled val="1"/>
        </dgm:presLayoutVars>
      </dgm:prSet>
      <dgm:spPr/>
    </dgm:pt>
    <dgm:pt modelId="{45EB0CAD-41A9-40B8-B2BD-268DEB9B58B4}" type="pres">
      <dgm:prSet presAssocID="{4AD7101E-253B-4151-B0FF-58A345DD09A4}" presName="accent_2" presStyleCnt="0"/>
      <dgm:spPr/>
    </dgm:pt>
    <dgm:pt modelId="{A3FD49A4-9981-46AA-96BD-1C4D1CDA2C9D}" type="pres">
      <dgm:prSet presAssocID="{4AD7101E-253B-4151-B0FF-58A345DD09A4}" presName="accentRepeatNode" presStyleLbl="solidFgAcc1" presStyleIdx="1" presStyleCnt="3"/>
      <dgm:spPr/>
    </dgm:pt>
    <dgm:pt modelId="{81FDCF57-39E4-4742-8000-1D6B9287C8B1}" type="pres">
      <dgm:prSet presAssocID="{9493F5CC-E8CF-4C8B-AA1F-6A75ED4A2089}" presName="text_3" presStyleLbl="node1" presStyleIdx="2" presStyleCnt="3">
        <dgm:presLayoutVars>
          <dgm:bulletEnabled val="1"/>
        </dgm:presLayoutVars>
      </dgm:prSet>
      <dgm:spPr/>
    </dgm:pt>
    <dgm:pt modelId="{952CCD1C-4367-41AA-8797-1E551A106999}" type="pres">
      <dgm:prSet presAssocID="{9493F5CC-E8CF-4C8B-AA1F-6A75ED4A2089}" presName="accent_3" presStyleCnt="0"/>
      <dgm:spPr/>
    </dgm:pt>
    <dgm:pt modelId="{BB66D7AD-0FDE-4498-8C20-02EBCC9B9A83}" type="pres">
      <dgm:prSet presAssocID="{9493F5CC-E8CF-4C8B-AA1F-6A75ED4A2089}" presName="accentRepeatNode" presStyleLbl="solidFgAcc1" presStyleIdx="2" presStyleCnt="3"/>
      <dgm:spPr/>
    </dgm:pt>
  </dgm:ptLst>
  <dgm:cxnLst>
    <dgm:cxn modelId="{BDDC1321-37E8-4686-9AA9-80520C2364AD}" type="presOf" srcId="{9493F5CC-E8CF-4C8B-AA1F-6A75ED4A2089}" destId="{81FDCF57-39E4-4742-8000-1D6B9287C8B1}" srcOrd="0" destOrd="0" presId="urn:microsoft.com/office/officeart/2008/layout/VerticalCurvedList"/>
    <dgm:cxn modelId="{21FD3B2E-A219-4604-8458-9E43523654E0}" srcId="{F4630CF4-BC3F-4101-B524-197349683D97}" destId="{8667AD11-2B5D-4568-B9A8-85CB0967B1AA}" srcOrd="0" destOrd="0" parTransId="{78F12D2C-96FC-4B8A-A9A2-BEBD4C7B17DB}" sibTransId="{2A83E600-702F-41C1-8AB5-4A6F37A477E6}"/>
    <dgm:cxn modelId="{61A93834-76F1-4F11-9F3C-815C37F52FE4}" type="presOf" srcId="{2A83E600-702F-41C1-8AB5-4A6F37A477E6}" destId="{71058AB0-B16E-4A2C-84CC-6D27C58FD994}" srcOrd="0" destOrd="0" presId="urn:microsoft.com/office/officeart/2008/layout/VerticalCurvedList"/>
    <dgm:cxn modelId="{E91D1D74-0915-4793-95BC-9116B3642FFE}" type="presOf" srcId="{8667AD11-2B5D-4568-B9A8-85CB0967B1AA}" destId="{D79F07D1-53FE-40D4-9BF0-A45DA4A57D9C}" srcOrd="0" destOrd="0" presId="urn:microsoft.com/office/officeart/2008/layout/VerticalCurvedList"/>
    <dgm:cxn modelId="{AAA6647B-552D-4763-87F7-97C8D0526F68}" srcId="{F4630CF4-BC3F-4101-B524-197349683D97}" destId="{4AD7101E-253B-4151-B0FF-58A345DD09A4}" srcOrd="1" destOrd="0" parTransId="{AC45D6D9-BF66-4723-9E56-81FDE819FCA7}" sibTransId="{6E19BFF8-CEE8-4507-ACA5-8364ADCA9C9C}"/>
    <dgm:cxn modelId="{0D761E84-9483-4DE2-8894-94C50C6A36E6}" srcId="{F4630CF4-BC3F-4101-B524-197349683D97}" destId="{9493F5CC-E8CF-4C8B-AA1F-6A75ED4A2089}" srcOrd="2" destOrd="0" parTransId="{64FDDD5D-2475-41C7-9C92-AF7CD9AFA335}" sibTransId="{156F0ECA-0F64-4DD5-A088-343073EA4DEF}"/>
    <dgm:cxn modelId="{97BE50F2-190E-408B-AED7-16696954B6D1}" type="presOf" srcId="{F4630CF4-BC3F-4101-B524-197349683D97}" destId="{D4626E0B-379E-46D2-9B26-39DE5D8C70F3}" srcOrd="0" destOrd="0" presId="urn:microsoft.com/office/officeart/2008/layout/VerticalCurvedList"/>
    <dgm:cxn modelId="{268C8CF8-AE1B-4417-B0A0-F1B7B36CD003}" type="presOf" srcId="{4AD7101E-253B-4151-B0FF-58A345DD09A4}" destId="{910EA185-A1C5-471C-B4DE-59F945C4BC12}" srcOrd="0" destOrd="0" presId="urn:microsoft.com/office/officeart/2008/layout/VerticalCurvedList"/>
    <dgm:cxn modelId="{5232D95E-A5F8-411C-9FBF-6B101EEADF76}" type="presParOf" srcId="{D4626E0B-379E-46D2-9B26-39DE5D8C70F3}" destId="{EEED27CC-481C-4CC1-8FD6-64B4728364C8}" srcOrd="0" destOrd="0" presId="urn:microsoft.com/office/officeart/2008/layout/VerticalCurvedList"/>
    <dgm:cxn modelId="{A45C0D26-094A-41E2-ADCD-B09801DBB3BF}" type="presParOf" srcId="{EEED27CC-481C-4CC1-8FD6-64B4728364C8}" destId="{72837367-31A4-4657-827F-CCB0961A06A4}" srcOrd="0" destOrd="0" presId="urn:microsoft.com/office/officeart/2008/layout/VerticalCurvedList"/>
    <dgm:cxn modelId="{C9667B00-18C6-4CA5-ACF3-E1FC8A2B2CF2}" type="presParOf" srcId="{72837367-31A4-4657-827F-CCB0961A06A4}" destId="{4B8A9F46-74D4-4A4D-AB35-07B2AF96A6C7}" srcOrd="0" destOrd="0" presId="urn:microsoft.com/office/officeart/2008/layout/VerticalCurvedList"/>
    <dgm:cxn modelId="{4E5FEDF5-AB85-40A2-A120-59D420D8B128}" type="presParOf" srcId="{72837367-31A4-4657-827F-CCB0961A06A4}" destId="{71058AB0-B16E-4A2C-84CC-6D27C58FD994}" srcOrd="1" destOrd="0" presId="urn:microsoft.com/office/officeart/2008/layout/VerticalCurvedList"/>
    <dgm:cxn modelId="{7A9E5488-CC2A-4154-8EEF-3560CA7C0372}" type="presParOf" srcId="{72837367-31A4-4657-827F-CCB0961A06A4}" destId="{DC8140E4-9C12-4444-BF9E-E4F86D3EBC1A}" srcOrd="2" destOrd="0" presId="urn:microsoft.com/office/officeart/2008/layout/VerticalCurvedList"/>
    <dgm:cxn modelId="{65FED012-5645-462C-B48C-32ED12E2C5E2}" type="presParOf" srcId="{72837367-31A4-4657-827F-CCB0961A06A4}" destId="{16F8579E-1E9A-4795-BED2-1D6E2634D3DD}" srcOrd="3" destOrd="0" presId="urn:microsoft.com/office/officeart/2008/layout/VerticalCurvedList"/>
    <dgm:cxn modelId="{97C99A92-4F12-4CF2-82ED-FAEC5E333434}" type="presParOf" srcId="{EEED27CC-481C-4CC1-8FD6-64B4728364C8}" destId="{D79F07D1-53FE-40D4-9BF0-A45DA4A57D9C}" srcOrd="1" destOrd="0" presId="urn:microsoft.com/office/officeart/2008/layout/VerticalCurvedList"/>
    <dgm:cxn modelId="{5C283982-0D63-4EBA-B692-FA42B18F1B00}" type="presParOf" srcId="{EEED27CC-481C-4CC1-8FD6-64B4728364C8}" destId="{4934D1D0-BD09-4901-9087-14D8046B06D5}" srcOrd="2" destOrd="0" presId="urn:microsoft.com/office/officeart/2008/layout/VerticalCurvedList"/>
    <dgm:cxn modelId="{767E9253-9B81-460A-9344-8C6AD2D1D20B}" type="presParOf" srcId="{4934D1D0-BD09-4901-9087-14D8046B06D5}" destId="{4BF610E0-4888-4A7A-8B84-2873CA4CEE97}" srcOrd="0" destOrd="0" presId="urn:microsoft.com/office/officeart/2008/layout/VerticalCurvedList"/>
    <dgm:cxn modelId="{C628F9E5-8450-4E49-B2A8-93E778E84A17}" type="presParOf" srcId="{EEED27CC-481C-4CC1-8FD6-64B4728364C8}" destId="{910EA185-A1C5-471C-B4DE-59F945C4BC12}" srcOrd="3" destOrd="0" presId="urn:microsoft.com/office/officeart/2008/layout/VerticalCurvedList"/>
    <dgm:cxn modelId="{8D78B486-D19C-4168-AD7A-B48BE992A79F}" type="presParOf" srcId="{EEED27CC-481C-4CC1-8FD6-64B4728364C8}" destId="{45EB0CAD-41A9-40B8-B2BD-268DEB9B58B4}" srcOrd="4" destOrd="0" presId="urn:microsoft.com/office/officeart/2008/layout/VerticalCurvedList"/>
    <dgm:cxn modelId="{8F7D00F0-5EA1-4B25-BE37-C9B07D00B915}" type="presParOf" srcId="{45EB0CAD-41A9-40B8-B2BD-268DEB9B58B4}" destId="{A3FD49A4-9981-46AA-96BD-1C4D1CDA2C9D}" srcOrd="0" destOrd="0" presId="urn:microsoft.com/office/officeart/2008/layout/VerticalCurvedList"/>
    <dgm:cxn modelId="{26E7B361-9D7C-4A21-B746-A1CB1B962A17}" type="presParOf" srcId="{EEED27CC-481C-4CC1-8FD6-64B4728364C8}" destId="{81FDCF57-39E4-4742-8000-1D6B9287C8B1}" srcOrd="5" destOrd="0" presId="urn:microsoft.com/office/officeart/2008/layout/VerticalCurvedList"/>
    <dgm:cxn modelId="{46A8942F-43D3-44CF-8918-7B431373EBAB}" type="presParOf" srcId="{EEED27CC-481C-4CC1-8FD6-64B4728364C8}" destId="{952CCD1C-4367-41AA-8797-1E551A106999}" srcOrd="6" destOrd="0" presId="urn:microsoft.com/office/officeart/2008/layout/VerticalCurvedList"/>
    <dgm:cxn modelId="{7EE4647A-DB08-44BC-BCB7-E8E3B0791E6A}" type="presParOf" srcId="{952CCD1C-4367-41AA-8797-1E551A106999}" destId="{BB66D7AD-0FDE-4498-8C20-02EBCC9B9A83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4630CF4-BC3F-4101-B524-197349683D97}" type="doc">
      <dgm:prSet loTypeId="urn:microsoft.com/office/officeart/2008/layout/VerticalCurvedList" loCatId="list" qsTypeId="urn:microsoft.com/office/officeart/2005/8/quickstyle/simple3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8667AD11-2B5D-4568-B9A8-85CB0967B1AA}">
      <dgm:prSet phldrT="[Text]"/>
      <dgm:spPr/>
      <dgm:t>
        <a:bodyPr/>
        <a:lstStyle/>
        <a:p>
          <a:r>
            <a:rPr lang="en-US" dirty="0"/>
            <a:t>Improved customer understanding and targeting</a:t>
          </a:r>
        </a:p>
      </dgm:t>
    </dgm:pt>
    <dgm:pt modelId="{78F12D2C-96FC-4B8A-A9A2-BEBD4C7B17DB}" type="parTrans" cxnId="{21FD3B2E-A219-4604-8458-9E43523654E0}">
      <dgm:prSet/>
      <dgm:spPr/>
      <dgm:t>
        <a:bodyPr/>
        <a:lstStyle/>
        <a:p>
          <a:endParaRPr lang="en-US"/>
        </a:p>
      </dgm:t>
    </dgm:pt>
    <dgm:pt modelId="{2A83E600-702F-41C1-8AB5-4A6F37A477E6}" type="sibTrans" cxnId="{21FD3B2E-A219-4604-8458-9E43523654E0}">
      <dgm:prSet/>
      <dgm:spPr/>
      <dgm:t>
        <a:bodyPr/>
        <a:lstStyle/>
        <a:p>
          <a:endParaRPr lang="en-US"/>
        </a:p>
      </dgm:t>
    </dgm:pt>
    <dgm:pt modelId="{BF23C3E3-DA78-41D4-96CD-B6D4E3E779FF}">
      <dgm:prSet/>
      <dgm:spPr/>
      <dgm:t>
        <a:bodyPr/>
        <a:lstStyle/>
        <a:p>
          <a:r>
            <a:rPr lang="en-US" dirty="0"/>
            <a:t>Enhanced operational efficiency and cost reduction</a:t>
          </a:r>
        </a:p>
      </dgm:t>
    </dgm:pt>
    <dgm:pt modelId="{9ED9D1E7-B29D-4CB5-B42C-D71DFC09FDE4}" type="parTrans" cxnId="{A547DDE8-8B55-4EBA-B844-B7062511ECF2}">
      <dgm:prSet/>
      <dgm:spPr/>
      <dgm:t>
        <a:bodyPr/>
        <a:lstStyle/>
        <a:p>
          <a:endParaRPr lang="en-US"/>
        </a:p>
      </dgm:t>
    </dgm:pt>
    <dgm:pt modelId="{692D794F-F833-41B2-9FE9-1C80310929D2}" type="sibTrans" cxnId="{A547DDE8-8B55-4EBA-B844-B7062511ECF2}">
      <dgm:prSet/>
      <dgm:spPr/>
      <dgm:t>
        <a:bodyPr/>
        <a:lstStyle/>
        <a:p>
          <a:endParaRPr lang="en-US"/>
        </a:p>
      </dgm:t>
    </dgm:pt>
    <dgm:pt modelId="{6CC8C476-A85F-4D63-808F-2D724BD4B7BC}">
      <dgm:prSet/>
      <dgm:spPr/>
      <dgm:t>
        <a:bodyPr/>
        <a:lstStyle/>
        <a:p>
          <a:r>
            <a:rPr lang="en-US" dirty="0"/>
            <a:t>Data-driven innovation and product development</a:t>
          </a:r>
        </a:p>
      </dgm:t>
    </dgm:pt>
    <dgm:pt modelId="{902FDE53-7F5F-471B-AFA6-35C1F7DB9EBE}" type="parTrans" cxnId="{81DDAFE3-D5A0-463B-9E36-20ACA6B0A538}">
      <dgm:prSet/>
      <dgm:spPr/>
      <dgm:t>
        <a:bodyPr/>
        <a:lstStyle/>
        <a:p>
          <a:endParaRPr lang="en-US"/>
        </a:p>
      </dgm:t>
    </dgm:pt>
    <dgm:pt modelId="{D3633E66-33C8-4D00-BF96-8A8F0B057EE5}" type="sibTrans" cxnId="{81DDAFE3-D5A0-463B-9E36-20ACA6B0A538}">
      <dgm:prSet/>
      <dgm:spPr/>
      <dgm:t>
        <a:bodyPr/>
        <a:lstStyle/>
        <a:p>
          <a:endParaRPr lang="en-US"/>
        </a:p>
      </dgm:t>
    </dgm:pt>
    <dgm:pt modelId="{D4626E0B-379E-46D2-9B26-39DE5D8C70F3}" type="pres">
      <dgm:prSet presAssocID="{F4630CF4-BC3F-4101-B524-197349683D97}" presName="Name0" presStyleCnt="0">
        <dgm:presLayoutVars>
          <dgm:chMax val="7"/>
          <dgm:chPref val="7"/>
          <dgm:dir val="rev"/>
        </dgm:presLayoutVars>
      </dgm:prSet>
      <dgm:spPr/>
    </dgm:pt>
    <dgm:pt modelId="{EEED27CC-481C-4CC1-8FD6-64B4728364C8}" type="pres">
      <dgm:prSet presAssocID="{F4630CF4-BC3F-4101-B524-197349683D97}" presName="Name1" presStyleCnt="0"/>
      <dgm:spPr/>
    </dgm:pt>
    <dgm:pt modelId="{72837367-31A4-4657-827F-CCB0961A06A4}" type="pres">
      <dgm:prSet presAssocID="{F4630CF4-BC3F-4101-B524-197349683D97}" presName="cycle" presStyleCnt="0"/>
      <dgm:spPr/>
    </dgm:pt>
    <dgm:pt modelId="{4B8A9F46-74D4-4A4D-AB35-07B2AF96A6C7}" type="pres">
      <dgm:prSet presAssocID="{F4630CF4-BC3F-4101-B524-197349683D97}" presName="srcNode" presStyleLbl="node1" presStyleIdx="0" presStyleCnt="3"/>
      <dgm:spPr/>
    </dgm:pt>
    <dgm:pt modelId="{71058AB0-B16E-4A2C-84CC-6D27C58FD994}" type="pres">
      <dgm:prSet presAssocID="{F4630CF4-BC3F-4101-B524-197349683D97}" presName="conn" presStyleLbl="parChTrans1D2" presStyleIdx="0" presStyleCnt="1"/>
      <dgm:spPr/>
    </dgm:pt>
    <dgm:pt modelId="{DC8140E4-9C12-4444-BF9E-E4F86D3EBC1A}" type="pres">
      <dgm:prSet presAssocID="{F4630CF4-BC3F-4101-B524-197349683D97}" presName="extraNode" presStyleLbl="node1" presStyleIdx="0" presStyleCnt="3"/>
      <dgm:spPr/>
    </dgm:pt>
    <dgm:pt modelId="{16F8579E-1E9A-4795-BED2-1D6E2634D3DD}" type="pres">
      <dgm:prSet presAssocID="{F4630CF4-BC3F-4101-B524-197349683D97}" presName="dstNode" presStyleLbl="node1" presStyleIdx="0" presStyleCnt="3"/>
      <dgm:spPr/>
    </dgm:pt>
    <dgm:pt modelId="{D79F07D1-53FE-40D4-9BF0-A45DA4A57D9C}" type="pres">
      <dgm:prSet presAssocID="{8667AD11-2B5D-4568-B9A8-85CB0967B1AA}" presName="text_1" presStyleLbl="node1" presStyleIdx="0" presStyleCnt="3">
        <dgm:presLayoutVars>
          <dgm:bulletEnabled val="1"/>
        </dgm:presLayoutVars>
      </dgm:prSet>
      <dgm:spPr/>
    </dgm:pt>
    <dgm:pt modelId="{4934D1D0-BD09-4901-9087-14D8046B06D5}" type="pres">
      <dgm:prSet presAssocID="{8667AD11-2B5D-4568-B9A8-85CB0967B1AA}" presName="accent_1" presStyleCnt="0"/>
      <dgm:spPr/>
    </dgm:pt>
    <dgm:pt modelId="{4BF610E0-4888-4A7A-8B84-2873CA4CEE97}" type="pres">
      <dgm:prSet presAssocID="{8667AD11-2B5D-4568-B9A8-85CB0967B1AA}" presName="accentRepeatNode" presStyleLbl="solidFgAcc1" presStyleIdx="0" presStyleCnt="3"/>
      <dgm:spPr/>
    </dgm:pt>
    <dgm:pt modelId="{01D5D25E-0AFB-43DE-8362-13C738AD10A8}" type="pres">
      <dgm:prSet presAssocID="{BF23C3E3-DA78-41D4-96CD-B6D4E3E779FF}" presName="text_2" presStyleLbl="node1" presStyleIdx="1" presStyleCnt="3">
        <dgm:presLayoutVars>
          <dgm:bulletEnabled val="1"/>
        </dgm:presLayoutVars>
      </dgm:prSet>
      <dgm:spPr/>
    </dgm:pt>
    <dgm:pt modelId="{F54E746C-A909-4012-ADC4-36410B34D146}" type="pres">
      <dgm:prSet presAssocID="{BF23C3E3-DA78-41D4-96CD-B6D4E3E779FF}" presName="accent_2" presStyleCnt="0"/>
      <dgm:spPr/>
    </dgm:pt>
    <dgm:pt modelId="{4D4D063D-0222-4522-9EE5-CEF790A8FF39}" type="pres">
      <dgm:prSet presAssocID="{BF23C3E3-DA78-41D4-96CD-B6D4E3E779FF}" presName="accentRepeatNode" presStyleLbl="solidFgAcc1" presStyleIdx="1" presStyleCnt="3"/>
      <dgm:spPr/>
    </dgm:pt>
    <dgm:pt modelId="{1D5738DB-8C05-4EE1-891D-46262510C8A3}" type="pres">
      <dgm:prSet presAssocID="{6CC8C476-A85F-4D63-808F-2D724BD4B7BC}" presName="text_3" presStyleLbl="node1" presStyleIdx="2" presStyleCnt="3">
        <dgm:presLayoutVars>
          <dgm:bulletEnabled val="1"/>
        </dgm:presLayoutVars>
      </dgm:prSet>
      <dgm:spPr/>
    </dgm:pt>
    <dgm:pt modelId="{0DF6D288-51AB-4094-9E84-8C0A245CADB2}" type="pres">
      <dgm:prSet presAssocID="{6CC8C476-A85F-4D63-808F-2D724BD4B7BC}" presName="accent_3" presStyleCnt="0"/>
      <dgm:spPr/>
    </dgm:pt>
    <dgm:pt modelId="{75DC6478-F915-4D65-8A22-10AB38ECAD50}" type="pres">
      <dgm:prSet presAssocID="{6CC8C476-A85F-4D63-808F-2D724BD4B7BC}" presName="accentRepeatNode" presStyleLbl="solidFgAcc1" presStyleIdx="2" presStyleCnt="3"/>
      <dgm:spPr/>
    </dgm:pt>
  </dgm:ptLst>
  <dgm:cxnLst>
    <dgm:cxn modelId="{21FD3B2E-A219-4604-8458-9E43523654E0}" srcId="{F4630CF4-BC3F-4101-B524-197349683D97}" destId="{8667AD11-2B5D-4568-B9A8-85CB0967B1AA}" srcOrd="0" destOrd="0" parTransId="{78F12D2C-96FC-4B8A-A9A2-BEBD4C7B17DB}" sibTransId="{2A83E600-702F-41C1-8AB5-4A6F37A477E6}"/>
    <dgm:cxn modelId="{D1CE1333-FCFA-4F06-99D9-5D9E9A60727F}" type="presOf" srcId="{6CC8C476-A85F-4D63-808F-2D724BD4B7BC}" destId="{1D5738DB-8C05-4EE1-891D-46262510C8A3}" srcOrd="0" destOrd="0" presId="urn:microsoft.com/office/officeart/2008/layout/VerticalCurvedList"/>
    <dgm:cxn modelId="{E91D1D74-0915-4793-95BC-9116B3642FFE}" type="presOf" srcId="{8667AD11-2B5D-4568-B9A8-85CB0967B1AA}" destId="{D79F07D1-53FE-40D4-9BF0-A45DA4A57D9C}" srcOrd="0" destOrd="0" presId="urn:microsoft.com/office/officeart/2008/layout/VerticalCurvedList"/>
    <dgm:cxn modelId="{02693756-BB4B-4462-95D7-68869A9B1936}" type="presOf" srcId="{2A83E600-702F-41C1-8AB5-4A6F37A477E6}" destId="{71058AB0-B16E-4A2C-84CC-6D27C58FD994}" srcOrd="0" destOrd="0" presId="urn:microsoft.com/office/officeart/2008/layout/VerticalCurvedList"/>
    <dgm:cxn modelId="{681508AB-A07C-4BD0-A9D5-78B4215D0C4F}" type="presOf" srcId="{BF23C3E3-DA78-41D4-96CD-B6D4E3E779FF}" destId="{01D5D25E-0AFB-43DE-8362-13C738AD10A8}" srcOrd="0" destOrd="0" presId="urn:microsoft.com/office/officeart/2008/layout/VerticalCurvedList"/>
    <dgm:cxn modelId="{81DDAFE3-D5A0-463B-9E36-20ACA6B0A538}" srcId="{F4630CF4-BC3F-4101-B524-197349683D97}" destId="{6CC8C476-A85F-4D63-808F-2D724BD4B7BC}" srcOrd="2" destOrd="0" parTransId="{902FDE53-7F5F-471B-AFA6-35C1F7DB9EBE}" sibTransId="{D3633E66-33C8-4D00-BF96-8A8F0B057EE5}"/>
    <dgm:cxn modelId="{A547DDE8-8B55-4EBA-B844-B7062511ECF2}" srcId="{F4630CF4-BC3F-4101-B524-197349683D97}" destId="{BF23C3E3-DA78-41D4-96CD-B6D4E3E779FF}" srcOrd="1" destOrd="0" parTransId="{9ED9D1E7-B29D-4CB5-B42C-D71DFC09FDE4}" sibTransId="{692D794F-F833-41B2-9FE9-1C80310929D2}"/>
    <dgm:cxn modelId="{97BE50F2-190E-408B-AED7-16696954B6D1}" type="presOf" srcId="{F4630CF4-BC3F-4101-B524-197349683D97}" destId="{D4626E0B-379E-46D2-9B26-39DE5D8C70F3}" srcOrd="0" destOrd="0" presId="urn:microsoft.com/office/officeart/2008/layout/VerticalCurvedList"/>
    <dgm:cxn modelId="{5232D95E-A5F8-411C-9FBF-6B101EEADF76}" type="presParOf" srcId="{D4626E0B-379E-46D2-9B26-39DE5D8C70F3}" destId="{EEED27CC-481C-4CC1-8FD6-64B4728364C8}" srcOrd="0" destOrd="0" presId="urn:microsoft.com/office/officeart/2008/layout/VerticalCurvedList"/>
    <dgm:cxn modelId="{A45C0D26-094A-41E2-ADCD-B09801DBB3BF}" type="presParOf" srcId="{EEED27CC-481C-4CC1-8FD6-64B4728364C8}" destId="{72837367-31A4-4657-827F-CCB0961A06A4}" srcOrd="0" destOrd="0" presId="urn:microsoft.com/office/officeart/2008/layout/VerticalCurvedList"/>
    <dgm:cxn modelId="{C9667B00-18C6-4CA5-ACF3-E1FC8A2B2CF2}" type="presParOf" srcId="{72837367-31A4-4657-827F-CCB0961A06A4}" destId="{4B8A9F46-74D4-4A4D-AB35-07B2AF96A6C7}" srcOrd="0" destOrd="0" presId="urn:microsoft.com/office/officeart/2008/layout/VerticalCurvedList"/>
    <dgm:cxn modelId="{4E5FEDF5-AB85-40A2-A120-59D420D8B128}" type="presParOf" srcId="{72837367-31A4-4657-827F-CCB0961A06A4}" destId="{71058AB0-B16E-4A2C-84CC-6D27C58FD994}" srcOrd="1" destOrd="0" presId="urn:microsoft.com/office/officeart/2008/layout/VerticalCurvedList"/>
    <dgm:cxn modelId="{7A9E5488-CC2A-4154-8EEF-3560CA7C0372}" type="presParOf" srcId="{72837367-31A4-4657-827F-CCB0961A06A4}" destId="{DC8140E4-9C12-4444-BF9E-E4F86D3EBC1A}" srcOrd="2" destOrd="0" presId="urn:microsoft.com/office/officeart/2008/layout/VerticalCurvedList"/>
    <dgm:cxn modelId="{65FED012-5645-462C-B48C-32ED12E2C5E2}" type="presParOf" srcId="{72837367-31A4-4657-827F-CCB0961A06A4}" destId="{16F8579E-1E9A-4795-BED2-1D6E2634D3DD}" srcOrd="3" destOrd="0" presId="urn:microsoft.com/office/officeart/2008/layout/VerticalCurvedList"/>
    <dgm:cxn modelId="{97C99A92-4F12-4CF2-82ED-FAEC5E333434}" type="presParOf" srcId="{EEED27CC-481C-4CC1-8FD6-64B4728364C8}" destId="{D79F07D1-53FE-40D4-9BF0-A45DA4A57D9C}" srcOrd="1" destOrd="0" presId="urn:microsoft.com/office/officeart/2008/layout/VerticalCurvedList"/>
    <dgm:cxn modelId="{5C283982-0D63-4EBA-B692-FA42B18F1B00}" type="presParOf" srcId="{EEED27CC-481C-4CC1-8FD6-64B4728364C8}" destId="{4934D1D0-BD09-4901-9087-14D8046B06D5}" srcOrd="2" destOrd="0" presId="urn:microsoft.com/office/officeart/2008/layout/VerticalCurvedList"/>
    <dgm:cxn modelId="{767E9253-9B81-460A-9344-8C6AD2D1D20B}" type="presParOf" srcId="{4934D1D0-BD09-4901-9087-14D8046B06D5}" destId="{4BF610E0-4888-4A7A-8B84-2873CA4CEE97}" srcOrd="0" destOrd="0" presId="urn:microsoft.com/office/officeart/2008/layout/VerticalCurvedList"/>
    <dgm:cxn modelId="{2E2EA73C-FD95-4F81-9A0C-BEE7F2CD0D29}" type="presParOf" srcId="{EEED27CC-481C-4CC1-8FD6-64B4728364C8}" destId="{01D5D25E-0AFB-43DE-8362-13C738AD10A8}" srcOrd="3" destOrd="0" presId="urn:microsoft.com/office/officeart/2008/layout/VerticalCurvedList"/>
    <dgm:cxn modelId="{54B4F4BA-E9E1-415B-8A9B-4C3EA37E865F}" type="presParOf" srcId="{EEED27CC-481C-4CC1-8FD6-64B4728364C8}" destId="{F54E746C-A909-4012-ADC4-36410B34D146}" srcOrd="4" destOrd="0" presId="urn:microsoft.com/office/officeart/2008/layout/VerticalCurvedList"/>
    <dgm:cxn modelId="{C829C017-64CB-4A04-8C3E-D9AE19E0EB43}" type="presParOf" srcId="{F54E746C-A909-4012-ADC4-36410B34D146}" destId="{4D4D063D-0222-4522-9EE5-CEF790A8FF39}" srcOrd="0" destOrd="0" presId="urn:microsoft.com/office/officeart/2008/layout/VerticalCurvedList"/>
    <dgm:cxn modelId="{20D286DB-4EFB-418C-806B-0D19D302124A}" type="presParOf" srcId="{EEED27CC-481C-4CC1-8FD6-64B4728364C8}" destId="{1D5738DB-8C05-4EE1-891D-46262510C8A3}" srcOrd="5" destOrd="0" presId="urn:microsoft.com/office/officeart/2008/layout/VerticalCurvedList"/>
    <dgm:cxn modelId="{8EAF014D-AAD3-422E-A385-956C85CE315E}" type="presParOf" srcId="{EEED27CC-481C-4CC1-8FD6-64B4728364C8}" destId="{0DF6D288-51AB-4094-9E84-8C0A245CADB2}" srcOrd="6" destOrd="0" presId="urn:microsoft.com/office/officeart/2008/layout/VerticalCurvedList"/>
    <dgm:cxn modelId="{7C27A7E0-3A05-48C5-AEAA-CF6CCDA89A2F}" type="presParOf" srcId="{0DF6D288-51AB-4094-9E84-8C0A245CADB2}" destId="{75DC6478-F915-4D65-8A22-10AB38ECAD50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888D226-70EC-45EB-A25A-C6F327A81C95}" type="doc">
      <dgm:prSet loTypeId="urn:microsoft.com/office/officeart/2005/8/layout/hierarchy1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808A225A-ECE1-4998-87DC-E98371E131A5}">
      <dgm:prSet/>
      <dgm:spPr/>
      <dgm:t>
        <a:bodyPr/>
        <a:lstStyle/>
        <a:p>
          <a:r>
            <a:rPr lang="en-US" dirty="0"/>
            <a:t>Inaccurate data</a:t>
          </a:r>
        </a:p>
      </dgm:t>
    </dgm:pt>
    <dgm:pt modelId="{08094666-D692-4B4C-B649-9345516BB8C2}" type="parTrans" cxnId="{E25E4F86-3A7E-465B-9EBD-5E6500760A84}">
      <dgm:prSet/>
      <dgm:spPr/>
      <dgm:t>
        <a:bodyPr/>
        <a:lstStyle/>
        <a:p>
          <a:endParaRPr lang="en-US"/>
        </a:p>
      </dgm:t>
    </dgm:pt>
    <dgm:pt modelId="{0EDA0042-97B4-4402-BC73-44CE9DBBE3BB}" type="sibTrans" cxnId="{E25E4F86-3A7E-465B-9EBD-5E6500760A84}">
      <dgm:prSet/>
      <dgm:spPr/>
      <dgm:t>
        <a:bodyPr/>
        <a:lstStyle/>
        <a:p>
          <a:endParaRPr lang="en-US"/>
        </a:p>
      </dgm:t>
    </dgm:pt>
    <dgm:pt modelId="{26C08017-A965-437B-8B7C-563FAC658CE4}">
      <dgm:prSet/>
      <dgm:spPr/>
      <dgm:t>
        <a:bodyPr/>
        <a:lstStyle/>
        <a:p>
          <a:r>
            <a:rPr lang="en-US" dirty="0"/>
            <a:t>Example: Recording incorrect sales figures or customer details due to human error or technical glitches.</a:t>
          </a:r>
        </a:p>
      </dgm:t>
    </dgm:pt>
    <dgm:pt modelId="{B8EEB99B-F7F5-4ECD-BD3E-1072E4904341}" type="parTrans" cxnId="{4DFCE4DA-606E-4B80-B4DC-3E86326F6A09}">
      <dgm:prSet/>
      <dgm:spPr/>
      <dgm:t>
        <a:bodyPr/>
        <a:lstStyle/>
        <a:p>
          <a:endParaRPr lang="en-US"/>
        </a:p>
      </dgm:t>
    </dgm:pt>
    <dgm:pt modelId="{1765EE6B-93BD-4B12-9F93-AA522ACBAA40}" type="sibTrans" cxnId="{4DFCE4DA-606E-4B80-B4DC-3E86326F6A09}">
      <dgm:prSet/>
      <dgm:spPr/>
      <dgm:t>
        <a:bodyPr/>
        <a:lstStyle/>
        <a:p>
          <a:endParaRPr lang="en-US"/>
        </a:p>
      </dgm:t>
    </dgm:pt>
    <dgm:pt modelId="{D6E8599E-2819-432A-8486-6137D8BF14F4}">
      <dgm:prSet/>
      <dgm:spPr/>
      <dgm:t>
        <a:bodyPr/>
        <a:lstStyle/>
        <a:p>
          <a:r>
            <a:rPr lang="en-US" dirty="0"/>
            <a:t>Incomplete data</a:t>
          </a:r>
        </a:p>
      </dgm:t>
    </dgm:pt>
    <dgm:pt modelId="{A69C0968-3B50-4355-BE98-1A14AA13C007}" type="parTrans" cxnId="{040BA512-1845-4562-8FCC-4FD5F3AF4F8F}">
      <dgm:prSet/>
      <dgm:spPr/>
      <dgm:t>
        <a:bodyPr/>
        <a:lstStyle/>
        <a:p>
          <a:endParaRPr lang="en-US"/>
        </a:p>
      </dgm:t>
    </dgm:pt>
    <dgm:pt modelId="{23DAFD82-01A7-4E98-9A18-A9F336AB0EA7}" type="sibTrans" cxnId="{040BA512-1845-4562-8FCC-4FD5F3AF4F8F}">
      <dgm:prSet/>
      <dgm:spPr/>
      <dgm:t>
        <a:bodyPr/>
        <a:lstStyle/>
        <a:p>
          <a:endParaRPr lang="en-US"/>
        </a:p>
      </dgm:t>
    </dgm:pt>
    <dgm:pt modelId="{755CB088-DE5C-4F17-976F-62154B9AACDD}">
      <dgm:prSet/>
      <dgm:spPr/>
      <dgm:t>
        <a:bodyPr/>
        <a:lstStyle/>
        <a:p>
          <a:r>
            <a:rPr lang="en-US" dirty="0"/>
            <a:t>Example: Missing fields in a customer database, such as contact information or purchase history.</a:t>
          </a:r>
        </a:p>
      </dgm:t>
    </dgm:pt>
    <dgm:pt modelId="{ACAF8248-FBD2-468A-8D0E-0CC27AD5F317}" type="parTrans" cxnId="{96EF4088-4752-4285-98C0-30AA47F3B791}">
      <dgm:prSet/>
      <dgm:spPr/>
      <dgm:t>
        <a:bodyPr/>
        <a:lstStyle/>
        <a:p>
          <a:endParaRPr lang="en-US"/>
        </a:p>
      </dgm:t>
    </dgm:pt>
    <dgm:pt modelId="{70C99915-0CC4-4B7D-B617-6356944AEAA8}" type="sibTrans" cxnId="{96EF4088-4752-4285-98C0-30AA47F3B791}">
      <dgm:prSet/>
      <dgm:spPr/>
      <dgm:t>
        <a:bodyPr/>
        <a:lstStyle/>
        <a:p>
          <a:endParaRPr lang="en-US"/>
        </a:p>
      </dgm:t>
    </dgm:pt>
    <dgm:pt modelId="{A983E8CA-34F8-443C-A8FA-7C6797299D4A}">
      <dgm:prSet/>
      <dgm:spPr/>
      <dgm:t>
        <a:bodyPr/>
        <a:lstStyle/>
        <a:p>
          <a:r>
            <a:rPr lang="en-US" dirty="0"/>
            <a:t>Biased data</a:t>
          </a:r>
        </a:p>
      </dgm:t>
    </dgm:pt>
    <dgm:pt modelId="{2DFD11B3-0098-4773-9499-995C9CAA5FD0}" type="parTrans" cxnId="{F423917F-339D-4927-9C47-89312122A7F3}">
      <dgm:prSet/>
      <dgm:spPr/>
      <dgm:t>
        <a:bodyPr/>
        <a:lstStyle/>
        <a:p>
          <a:endParaRPr lang="en-US"/>
        </a:p>
      </dgm:t>
    </dgm:pt>
    <dgm:pt modelId="{CF2BB315-0415-4DB4-B4A2-567F66C4A039}" type="sibTrans" cxnId="{F423917F-339D-4927-9C47-89312122A7F3}">
      <dgm:prSet/>
      <dgm:spPr/>
      <dgm:t>
        <a:bodyPr/>
        <a:lstStyle/>
        <a:p>
          <a:endParaRPr lang="en-US"/>
        </a:p>
      </dgm:t>
    </dgm:pt>
    <dgm:pt modelId="{44A42A04-ECE2-4649-A64E-9841B3E41FB9}">
      <dgm:prSet/>
      <dgm:spPr/>
      <dgm:t>
        <a:bodyPr/>
        <a:lstStyle/>
        <a:p>
          <a:r>
            <a:rPr lang="en-US" dirty="0"/>
            <a:t>Example: Biased survey responses due to sampling bias or leading questions.</a:t>
          </a:r>
        </a:p>
      </dgm:t>
    </dgm:pt>
    <dgm:pt modelId="{106CA18D-A012-4568-A523-352B652BE045}" type="parTrans" cxnId="{9FABF398-7650-47BD-9AF1-3004B823C424}">
      <dgm:prSet/>
      <dgm:spPr/>
      <dgm:t>
        <a:bodyPr/>
        <a:lstStyle/>
        <a:p>
          <a:endParaRPr lang="en-US"/>
        </a:p>
      </dgm:t>
    </dgm:pt>
    <dgm:pt modelId="{315B1944-22E4-4252-AB30-CE12430DA65D}" type="sibTrans" cxnId="{9FABF398-7650-47BD-9AF1-3004B823C424}">
      <dgm:prSet/>
      <dgm:spPr/>
      <dgm:t>
        <a:bodyPr/>
        <a:lstStyle/>
        <a:p>
          <a:endParaRPr lang="en-US"/>
        </a:p>
      </dgm:t>
    </dgm:pt>
    <dgm:pt modelId="{F869D964-9F66-4E53-83EC-F3946A16BC97}">
      <dgm:prSet/>
      <dgm:spPr/>
      <dgm:t>
        <a:bodyPr/>
        <a:lstStyle/>
        <a:p>
          <a:r>
            <a:rPr lang="en-US" dirty="0"/>
            <a:t>contains errors, mistakes, or false information.</a:t>
          </a:r>
        </a:p>
      </dgm:t>
    </dgm:pt>
    <dgm:pt modelId="{77BBBEFF-4589-4A5E-BB10-F410CBFCD8C9}" type="parTrans" cxnId="{C69FA5D2-DF51-4D8B-9BB9-C533BA63771C}">
      <dgm:prSet/>
      <dgm:spPr/>
      <dgm:t>
        <a:bodyPr/>
        <a:lstStyle/>
        <a:p>
          <a:endParaRPr lang="en-US"/>
        </a:p>
      </dgm:t>
    </dgm:pt>
    <dgm:pt modelId="{86347076-DC91-4935-ABE6-F94625568EFD}" type="sibTrans" cxnId="{C69FA5D2-DF51-4D8B-9BB9-C533BA63771C}">
      <dgm:prSet/>
      <dgm:spPr/>
      <dgm:t>
        <a:bodyPr/>
        <a:lstStyle/>
        <a:p>
          <a:endParaRPr lang="en-US"/>
        </a:p>
      </dgm:t>
    </dgm:pt>
    <dgm:pt modelId="{E455CCD9-B381-4364-990A-D6AA3B6B4E6B}">
      <dgm:prSet/>
      <dgm:spPr/>
      <dgm:t>
        <a:bodyPr/>
        <a:lstStyle/>
        <a:p>
          <a:r>
            <a:rPr lang="en-US" dirty="0"/>
            <a:t>lacks necessary information or has missing values.</a:t>
          </a:r>
        </a:p>
      </dgm:t>
    </dgm:pt>
    <dgm:pt modelId="{29C9BC16-2F2B-464B-91B7-39C18EE97E96}" type="parTrans" cxnId="{93E79A8A-1DB3-4127-810B-BCC7D3359396}">
      <dgm:prSet/>
      <dgm:spPr/>
      <dgm:t>
        <a:bodyPr/>
        <a:lstStyle/>
        <a:p>
          <a:endParaRPr lang="en-US"/>
        </a:p>
      </dgm:t>
    </dgm:pt>
    <dgm:pt modelId="{DF547737-153D-4EAE-BACA-81B6459D20F4}" type="sibTrans" cxnId="{93E79A8A-1DB3-4127-810B-BCC7D3359396}">
      <dgm:prSet/>
      <dgm:spPr/>
      <dgm:t>
        <a:bodyPr/>
        <a:lstStyle/>
        <a:p>
          <a:endParaRPr lang="en-US"/>
        </a:p>
      </dgm:t>
    </dgm:pt>
    <dgm:pt modelId="{D310934F-10FE-441D-BE70-B746138E8E28}">
      <dgm:prSet/>
      <dgm:spPr/>
      <dgm:t>
        <a:bodyPr/>
        <a:lstStyle/>
        <a:p>
          <a:r>
            <a:rPr lang="en-US" dirty="0"/>
            <a:t>reflects a particular viewpoint or is influenced by prejudice.</a:t>
          </a:r>
        </a:p>
      </dgm:t>
    </dgm:pt>
    <dgm:pt modelId="{B5075AB5-A349-4D27-9CD9-2F59D51486E7}" type="parTrans" cxnId="{89DF0A1D-9B72-488B-A0F9-8F6ACD7341FF}">
      <dgm:prSet/>
      <dgm:spPr/>
      <dgm:t>
        <a:bodyPr/>
        <a:lstStyle/>
        <a:p>
          <a:endParaRPr lang="en-US"/>
        </a:p>
      </dgm:t>
    </dgm:pt>
    <dgm:pt modelId="{EC2100FD-F07A-4184-BDCF-65507F70F451}" type="sibTrans" cxnId="{89DF0A1D-9B72-488B-A0F9-8F6ACD7341FF}">
      <dgm:prSet/>
      <dgm:spPr/>
      <dgm:t>
        <a:bodyPr/>
        <a:lstStyle/>
        <a:p>
          <a:endParaRPr lang="en-US"/>
        </a:p>
      </dgm:t>
    </dgm:pt>
    <dgm:pt modelId="{4DBF7365-021A-4BB7-BFC0-38AAB66B0D88}" type="pres">
      <dgm:prSet presAssocID="{3888D226-70EC-45EB-A25A-C6F327A81C9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8EA9708-B31C-49AC-AC4D-BAB4712EA272}" type="pres">
      <dgm:prSet presAssocID="{808A225A-ECE1-4998-87DC-E98371E131A5}" presName="hierRoot1" presStyleCnt="0"/>
      <dgm:spPr/>
    </dgm:pt>
    <dgm:pt modelId="{49E7B3B4-B7BD-488C-91BD-5162D4D84F00}" type="pres">
      <dgm:prSet presAssocID="{808A225A-ECE1-4998-87DC-E98371E131A5}" presName="composite" presStyleCnt="0"/>
      <dgm:spPr/>
    </dgm:pt>
    <dgm:pt modelId="{C28A8078-903A-4C4A-B074-51C44DA7FC70}" type="pres">
      <dgm:prSet presAssocID="{808A225A-ECE1-4998-87DC-E98371E131A5}" presName="background" presStyleLbl="node0" presStyleIdx="0" presStyleCnt="3"/>
      <dgm:spPr/>
    </dgm:pt>
    <dgm:pt modelId="{FB6F10E2-491B-45A6-A28C-65579E4FF797}" type="pres">
      <dgm:prSet presAssocID="{808A225A-ECE1-4998-87DC-E98371E131A5}" presName="text" presStyleLbl="fgAcc0" presStyleIdx="0" presStyleCnt="3">
        <dgm:presLayoutVars>
          <dgm:chPref val="3"/>
        </dgm:presLayoutVars>
      </dgm:prSet>
      <dgm:spPr/>
    </dgm:pt>
    <dgm:pt modelId="{2A44F9A3-82E8-4186-8172-9DEB75E7456E}" type="pres">
      <dgm:prSet presAssocID="{808A225A-ECE1-4998-87DC-E98371E131A5}" presName="hierChild2" presStyleCnt="0"/>
      <dgm:spPr/>
    </dgm:pt>
    <dgm:pt modelId="{9D2993F3-04B3-4BE8-9CAF-4025C3F28399}" type="pres">
      <dgm:prSet presAssocID="{77BBBEFF-4589-4A5E-BB10-F410CBFCD8C9}" presName="Name10" presStyleLbl="parChTrans1D2" presStyleIdx="0" presStyleCnt="3"/>
      <dgm:spPr/>
    </dgm:pt>
    <dgm:pt modelId="{9242677A-525E-418B-B0A3-7670010044CF}" type="pres">
      <dgm:prSet presAssocID="{F869D964-9F66-4E53-83EC-F3946A16BC97}" presName="hierRoot2" presStyleCnt="0"/>
      <dgm:spPr/>
    </dgm:pt>
    <dgm:pt modelId="{D20AC7EA-6EB1-4FF9-AF85-070982A8AECB}" type="pres">
      <dgm:prSet presAssocID="{F869D964-9F66-4E53-83EC-F3946A16BC97}" presName="composite2" presStyleCnt="0"/>
      <dgm:spPr/>
    </dgm:pt>
    <dgm:pt modelId="{E912AC6A-CBD4-46E8-9562-B553ED5EAD1E}" type="pres">
      <dgm:prSet presAssocID="{F869D964-9F66-4E53-83EC-F3946A16BC97}" presName="background2" presStyleLbl="node2" presStyleIdx="0" presStyleCnt="3"/>
      <dgm:spPr/>
    </dgm:pt>
    <dgm:pt modelId="{7005EBB5-C42A-46B4-A498-66224955C096}" type="pres">
      <dgm:prSet presAssocID="{F869D964-9F66-4E53-83EC-F3946A16BC97}" presName="text2" presStyleLbl="fgAcc2" presStyleIdx="0" presStyleCnt="3">
        <dgm:presLayoutVars>
          <dgm:chPref val="3"/>
        </dgm:presLayoutVars>
      </dgm:prSet>
      <dgm:spPr/>
    </dgm:pt>
    <dgm:pt modelId="{ACBBCECE-BA0D-436F-97A4-DC31F03D71CD}" type="pres">
      <dgm:prSet presAssocID="{F869D964-9F66-4E53-83EC-F3946A16BC97}" presName="hierChild3" presStyleCnt="0"/>
      <dgm:spPr/>
    </dgm:pt>
    <dgm:pt modelId="{4541F300-182A-4250-AA30-9A798E22AA2A}" type="pres">
      <dgm:prSet presAssocID="{B8EEB99B-F7F5-4ECD-BD3E-1072E4904341}" presName="Name17" presStyleLbl="parChTrans1D3" presStyleIdx="0" presStyleCnt="3"/>
      <dgm:spPr/>
    </dgm:pt>
    <dgm:pt modelId="{ACB5BBE7-4EF2-4044-8828-DED2258369C0}" type="pres">
      <dgm:prSet presAssocID="{26C08017-A965-437B-8B7C-563FAC658CE4}" presName="hierRoot3" presStyleCnt="0"/>
      <dgm:spPr/>
    </dgm:pt>
    <dgm:pt modelId="{9946B2FC-FFEA-4AC3-8C17-7CA402224DBD}" type="pres">
      <dgm:prSet presAssocID="{26C08017-A965-437B-8B7C-563FAC658CE4}" presName="composite3" presStyleCnt="0"/>
      <dgm:spPr/>
    </dgm:pt>
    <dgm:pt modelId="{EC3019AF-E518-4A15-BC7E-DE6E4F2FA9E2}" type="pres">
      <dgm:prSet presAssocID="{26C08017-A965-437B-8B7C-563FAC658CE4}" presName="background3" presStyleLbl="node3" presStyleIdx="0" presStyleCnt="3"/>
      <dgm:spPr/>
    </dgm:pt>
    <dgm:pt modelId="{10362348-9BEB-4DCF-A697-F0D0BA4CC52F}" type="pres">
      <dgm:prSet presAssocID="{26C08017-A965-437B-8B7C-563FAC658CE4}" presName="text3" presStyleLbl="fgAcc3" presStyleIdx="0" presStyleCnt="3">
        <dgm:presLayoutVars>
          <dgm:chPref val="3"/>
        </dgm:presLayoutVars>
      </dgm:prSet>
      <dgm:spPr/>
    </dgm:pt>
    <dgm:pt modelId="{7351C11C-24DF-4626-BAED-5C067AD9327F}" type="pres">
      <dgm:prSet presAssocID="{26C08017-A965-437B-8B7C-563FAC658CE4}" presName="hierChild4" presStyleCnt="0"/>
      <dgm:spPr/>
    </dgm:pt>
    <dgm:pt modelId="{C40E8A22-6D0D-40DD-A4E8-1B692F6DA55E}" type="pres">
      <dgm:prSet presAssocID="{D6E8599E-2819-432A-8486-6137D8BF14F4}" presName="hierRoot1" presStyleCnt="0"/>
      <dgm:spPr/>
    </dgm:pt>
    <dgm:pt modelId="{E0877119-A4A1-47C5-9697-B57178CBF8AF}" type="pres">
      <dgm:prSet presAssocID="{D6E8599E-2819-432A-8486-6137D8BF14F4}" presName="composite" presStyleCnt="0"/>
      <dgm:spPr/>
    </dgm:pt>
    <dgm:pt modelId="{B2B93058-49E4-40FE-999C-E4CCD581A527}" type="pres">
      <dgm:prSet presAssocID="{D6E8599E-2819-432A-8486-6137D8BF14F4}" presName="background" presStyleLbl="node0" presStyleIdx="1" presStyleCnt="3"/>
      <dgm:spPr/>
    </dgm:pt>
    <dgm:pt modelId="{B9FC4478-8E60-46A3-AD0C-FF802243EA2B}" type="pres">
      <dgm:prSet presAssocID="{D6E8599E-2819-432A-8486-6137D8BF14F4}" presName="text" presStyleLbl="fgAcc0" presStyleIdx="1" presStyleCnt="3">
        <dgm:presLayoutVars>
          <dgm:chPref val="3"/>
        </dgm:presLayoutVars>
      </dgm:prSet>
      <dgm:spPr/>
    </dgm:pt>
    <dgm:pt modelId="{C37993D3-FFD4-4611-A94B-7C3DE530203F}" type="pres">
      <dgm:prSet presAssocID="{D6E8599E-2819-432A-8486-6137D8BF14F4}" presName="hierChild2" presStyleCnt="0"/>
      <dgm:spPr/>
    </dgm:pt>
    <dgm:pt modelId="{7026A6CA-4AE0-452E-9E0D-9F98C7C6FEB5}" type="pres">
      <dgm:prSet presAssocID="{29C9BC16-2F2B-464B-91B7-39C18EE97E96}" presName="Name10" presStyleLbl="parChTrans1D2" presStyleIdx="1" presStyleCnt="3"/>
      <dgm:spPr/>
    </dgm:pt>
    <dgm:pt modelId="{2D6A237B-E9F3-45B8-82B3-7DD6AA87CE85}" type="pres">
      <dgm:prSet presAssocID="{E455CCD9-B381-4364-990A-D6AA3B6B4E6B}" presName="hierRoot2" presStyleCnt="0"/>
      <dgm:spPr/>
    </dgm:pt>
    <dgm:pt modelId="{4CB676BE-DBDE-4A01-9D4A-A27770E983C0}" type="pres">
      <dgm:prSet presAssocID="{E455CCD9-B381-4364-990A-D6AA3B6B4E6B}" presName="composite2" presStyleCnt="0"/>
      <dgm:spPr/>
    </dgm:pt>
    <dgm:pt modelId="{B4A07F86-84AB-45E8-8F59-73397A08B9E0}" type="pres">
      <dgm:prSet presAssocID="{E455CCD9-B381-4364-990A-D6AA3B6B4E6B}" presName="background2" presStyleLbl="node2" presStyleIdx="1" presStyleCnt="3"/>
      <dgm:spPr/>
    </dgm:pt>
    <dgm:pt modelId="{4DE0E69D-84AE-4CF9-BEC1-CC18CECF079D}" type="pres">
      <dgm:prSet presAssocID="{E455CCD9-B381-4364-990A-D6AA3B6B4E6B}" presName="text2" presStyleLbl="fgAcc2" presStyleIdx="1" presStyleCnt="3">
        <dgm:presLayoutVars>
          <dgm:chPref val="3"/>
        </dgm:presLayoutVars>
      </dgm:prSet>
      <dgm:spPr/>
    </dgm:pt>
    <dgm:pt modelId="{1000DFE7-3BA4-4F6A-8F75-62178F352480}" type="pres">
      <dgm:prSet presAssocID="{E455CCD9-B381-4364-990A-D6AA3B6B4E6B}" presName="hierChild3" presStyleCnt="0"/>
      <dgm:spPr/>
    </dgm:pt>
    <dgm:pt modelId="{5F2CA937-754B-41F8-A284-E264EC3CB79E}" type="pres">
      <dgm:prSet presAssocID="{ACAF8248-FBD2-468A-8D0E-0CC27AD5F317}" presName="Name17" presStyleLbl="parChTrans1D3" presStyleIdx="1" presStyleCnt="3"/>
      <dgm:spPr/>
    </dgm:pt>
    <dgm:pt modelId="{970CA837-980C-4E3C-ADA8-3DA45139A4CE}" type="pres">
      <dgm:prSet presAssocID="{755CB088-DE5C-4F17-976F-62154B9AACDD}" presName="hierRoot3" presStyleCnt="0"/>
      <dgm:spPr/>
    </dgm:pt>
    <dgm:pt modelId="{374E034F-805F-4AB3-9AFE-2FD83DED6B31}" type="pres">
      <dgm:prSet presAssocID="{755CB088-DE5C-4F17-976F-62154B9AACDD}" presName="composite3" presStyleCnt="0"/>
      <dgm:spPr/>
    </dgm:pt>
    <dgm:pt modelId="{8F5622D3-1067-49B9-B757-A1612589E8B2}" type="pres">
      <dgm:prSet presAssocID="{755CB088-DE5C-4F17-976F-62154B9AACDD}" presName="background3" presStyleLbl="node3" presStyleIdx="1" presStyleCnt="3"/>
      <dgm:spPr/>
    </dgm:pt>
    <dgm:pt modelId="{F21656F0-C11A-4D03-B06B-E808E801ECFD}" type="pres">
      <dgm:prSet presAssocID="{755CB088-DE5C-4F17-976F-62154B9AACDD}" presName="text3" presStyleLbl="fgAcc3" presStyleIdx="1" presStyleCnt="3">
        <dgm:presLayoutVars>
          <dgm:chPref val="3"/>
        </dgm:presLayoutVars>
      </dgm:prSet>
      <dgm:spPr/>
    </dgm:pt>
    <dgm:pt modelId="{EF1DB02C-13CF-4144-B95D-AAE3199B95A2}" type="pres">
      <dgm:prSet presAssocID="{755CB088-DE5C-4F17-976F-62154B9AACDD}" presName="hierChild4" presStyleCnt="0"/>
      <dgm:spPr/>
    </dgm:pt>
    <dgm:pt modelId="{8091856C-8116-436A-92BD-272707CF730E}" type="pres">
      <dgm:prSet presAssocID="{A983E8CA-34F8-443C-A8FA-7C6797299D4A}" presName="hierRoot1" presStyleCnt="0"/>
      <dgm:spPr/>
    </dgm:pt>
    <dgm:pt modelId="{E87D2249-F4D8-476B-84E0-A6E7884AD677}" type="pres">
      <dgm:prSet presAssocID="{A983E8CA-34F8-443C-A8FA-7C6797299D4A}" presName="composite" presStyleCnt="0"/>
      <dgm:spPr/>
    </dgm:pt>
    <dgm:pt modelId="{E50EE7B9-31E5-4657-A04A-1BAA187C3079}" type="pres">
      <dgm:prSet presAssocID="{A983E8CA-34F8-443C-A8FA-7C6797299D4A}" presName="background" presStyleLbl="node0" presStyleIdx="2" presStyleCnt="3"/>
      <dgm:spPr/>
    </dgm:pt>
    <dgm:pt modelId="{AADE0A9F-EEE7-40ED-A4FF-E116F3D5E716}" type="pres">
      <dgm:prSet presAssocID="{A983E8CA-34F8-443C-A8FA-7C6797299D4A}" presName="text" presStyleLbl="fgAcc0" presStyleIdx="2" presStyleCnt="3">
        <dgm:presLayoutVars>
          <dgm:chPref val="3"/>
        </dgm:presLayoutVars>
      </dgm:prSet>
      <dgm:spPr/>
    </dgm:pt>
    <dgm:pt modelId="{28BBC26E-1298-429A-9254-C2AC76A5CA37}" type="pres">
      <dgm:prSet presAssocID="{A983E8CA-34F8-443C-A8FA-7C6797299D4A}" presName="hierChild2" presStyleCnt="0"/>
      <dgm:spPr/>
    </dgm:pt>
    <dgm:pt modelId="{AFC0330C-4317-4773-AA17-64B61267D155}" type="pres">
      <dgm:prSet presAssocID="{B5075AB5-A349-4D27-9CD9-2F59D51486E7}" presName="Name10" presStyleLbl="parChTrans1D2" presStyleIdx="2" presStyleCnt="3"/>
      <dgm:spPr/>
    </dgm:pt>
    <dgm:pt modelId="{060D6D37-E580-4041-B254-409F50A066CA}" type="pres">
      <dgm:prSet presAssocID="{D310934F-10FE-441D-BE70-B746138E8E28}" presName="hierRoot2" presStyleCnt="0"/>
      <dgm:spPr/>
    </dgm:pt>
    <dgm:pt modelId="{DBADB150-0513-4DF9-AAE9-EBD4B0A124A9}" type="pres">
      <dgm:prSet presAssocID="{D310934F-10FE-441D-BE70-B746138E8E28}" presName="composite2" presStyleCnt="0"/>
      <dgm:spPr/>
    </dgm:pt>
    <dgm:pt modelId="{56874EEB-2F2A-48F5-969E-DB93C99A75CA}" type="pres">
      <dgm:prSet presAssocID="{D310934F-10FE-441D-BE70-B746138E8E28}" presName="background2" presStyleLbl="node2" presStyleIdx="2" presStyleCnt="3"/>
      <dgm:spPr/>
    </dgm:pt>
    <dgm:pt modelId="{0131B704-B530-4D7D-8B2D-7E8A2B5DF1CE}" type="pres">
      <dgm:prSet presAssocID="{D310934F-10FE-441D-BE70-B746138E8E28}" presName="text2" presStyleLbl="fgAcc2" presStyleIdx="2" presStyleCnt="3">
        <dgm:presLayoutVars>
          <dgm:chPref val="3"/>
        </dgm:presLayoutVars>
      </dgm:prSet>
      <dgm:spPr/>
    </dgm:pt>
    <dgm:pt modelId="{EE059F99-498B-4AD7-9A32-C3FA18BBDE3F}" type="pres">
      <dgm:prSet presAssocID="{D310934F-10FE-441D-BE70-B746138E8E28}" presName="hierChild3" presStyleCnt="0"/>
      <dgm:spPr/>
    </dgm:pt>
    <dgm:pt modelId="{8F9CE3EA-F542-4EF8-8A6D-0175588B46F0}" type="pres">
      <dgm:prSet presAssocID="{106CA18D-A012-4568-A523-352B652BE045}" presName="Name17" presStyleLbl="parChTrans1D3" presStyleIdx="2" presStyleCnt="3"/>
      <dgm:spPr/>
    </dgm:pt>
    <dgm:pt modelId="{81904465-50A2-45DE-9B66-53A319B6081D}" type="pres">
      <dgm:prSet presAssocID="{44A42A04-ECE2-4649-A64E-9841B3E41FB9}" presName="hierRoot3" presStyleCnt="0"/>
      <dgm:spPr/>
    </dgm:pt>
    <dgm:pt modelId="{2F450341-1A1D-47D2-9EA9-1922E921B491}" type="pres">
      <dgm:prSet presAssocID="{44A42A04-ECE2-4649-A64E-9841B3E41FB9}" presName="composite3" presStyleCnt="0"/>
      <dgm:spPr/>
    </dgm:pt>
    <dgm:pt modelId="{C0FD14EC-7A5D-4D28-BB8E-BE1C940E0CF4}" type="pres">
      <dgm:prSet presAssocID="{44A42A04-ECE2-4649-A64E-9841B3E41FB9}" presName="background3" presStyleLbl="node3" presStyleIdx="2" presStyleCnt="3"/>
      <dgm:spPr/>
    </dgm:pt>
    <dgm:pt modelId="{22D822A5-4083-4870-9090-D6E7D649B5EA}" type="pres">
      <dgm:prSet presAssocID="{44A42A04-ECE2-4649-A64E-9841B3E41FB9}" presName="text3" presStyleLbl="fgAcc3" presStyleIdx="2" presStyleCnt="3">
        <dgm:presLayoutVars>
          <dgm:chPref val="3"/>
        </dgm:presLayoutVars>
      </dgm:prSet>
      <dgm:spPr/>
    </dgm:pt>
    <dgm:pt modelId="{3812F9FD-D138-453E-BD33-C1982944C6F8}" type="pres">
      <dgm:prSet presAssocID="{44A42A04-ECE2-4649-A64E-9841B3E41FB9}" presName="hierChild4" presStyleCnt="0"/>
      <dgm:spPr/>
    </dgm:pt>
  </dgm:ptLst>
  <dgm:cxnLst>
    <dgm:cxn modelId="{E42A7902-5B4D-456C-9089-6E3D3D991EE0}" type="presOf" srcId="{26C08017-A965-437B-8B7C-563FAC658CE4}" destId="{10362348-9BEB-4DCF-A697-F0D0BA4CC52F}" srcOrd="0" destOrd="0" presId="urn:microsoft.com/office/officeart/2005/8/layout/hierarchy1"/>
    <dgm:cxn modelId="{040BA512-1845-4562-8FCC-4FD5F3AF4F8F}" srcId="{3888D226-70EC-45EB-A25A-C6F327A81C95}" destId="{D6E8599E-2819-432A-8486-6137D8BF14F4}" srcOrd="1" destOrd="0" parTransId="{A69C0968-3B50-4355-BE98-1A14AA13C007}" sibTransId="{23DAFD82-01A7-4E98-9A18-A9F336AB0EA7}"/>
    <dgm:cxn modelId="{89DF0A1D-9B72-488B-A0F9-8F6ACD7341FF}" srcId="{A983E8CA-34F8-443C-A8FA-7C6797299D4A}" destId="{D310934F-10FE-441D-BE70-B746138E8E28}" srcOrd="0" destOrd="0" parTransId="{B5075AB5-A349-4D27-9CD9-2F59D51486E7}" sibTransId="{EC2100FD-F07A-4184-BDCF-65507F70F451}"/>
    <dgm:cxn modelId="{B8C9D830-692B-4104-83E0-1D1F64987902}" type="presOf" srcId="{106CA18D-A012-4568-A523-352B652BE045}" destId="{8F9CE3EA-F542-4EF8-8A6D-0175588B46F0}" srcOrd="0" destOrd="0" presId="urn:microsoft.com/office/officeart/2005/8/layout/hierarchy1"/>
    <dgm:cxn modelId="{3F9F2B31-5590-4914-8542-561519EBCED8}" type="presOf" srcId="{808A225A-ECE1-4998-87DC-E98371E131A5}" destId="{FB6F10E2-491B-45A6-A28C-65579E4FF797}" srcOrd="0" destOrd="0" presId="urn:microsoft.com/office/officeart/2005/8/layout/hierarchy1"/>
    <dgm:cxn modelId="{0B73153E-B896-4FFF-9CB2-689E3F30FD1B}" type="presOf" srcId="{D6E8599E-2819-432A-8486-6137D8BF14F4}" destId="{B9FC4478-8E60-46A3-AD0C-FF802243EA2B}" srcOrd="0" destOrd="0" presId="urn:microsoft.com/office/officeart/2005/8/layout/hierarchy1"/>
    <dgm:cxn modelId="{639C575D-9760-4304-993B-475DA81FD4CF}" type="presOf" srcId="{44A42A04-ECE2-4649-A64E-9841B3E41FB9}" destId="{22D822A5-4083-4870-9090-D6E7D649B5EA}" srcOrd="0" destOrd="0" presId="urn:microsoft.com/office/officeart/2005/8/layout/hierarchy1"/>
    <dgm:cxn modelId="{D33FB853-6A75-47DC-B167-59F9B0B50673}" type="presOf" srcId="{29C9BC16-2F2B-464B-91B7-39C18EE97E96}" destId="{7026A6CA-4AE0-452E-9E0D-9F98C7C6FEB5}" srcOrd="0" destOrd="0" presId="urn:microsoft.com/office/officeart/2005/8/layout/hierarchy1"/>
    <dgm:cxn modelId="{2679A856-6561-4626-AFEA-F161F0E9AB39}" type="presOf" srcId="{77BBBEFF-4589-4A5E-BB10-F410CBFCD8C9}" destId="{9D2993F3-04B3-4BE8-9CAF-4025C3F28399}" srcOrd="0" destOrd="0" presId="urn:microsoft.com/office/officeart/2005/8/layout/hierarchy1"/>
    <dgm:cxn modelId="{A830ED76-7B57-4C85-9B3D-7B6E3347B8E5}" type="presOf" srcId="{A983E8CA-34F8-443C-A8FA-7C6797299D4A}" destId="{AADE0A9F-EEE7-40ED-A4FF-E116F3D5E716}" srcOrd="0" destOrd="0" presId="urn:microsoft.com/office/officeart/2005/8/layout/hierarchy1"/>
    <dgm:cxn modelId="{B948377A-82FB-4C3E-9B58-1DFFB551F47A}" type="presOf" srcId="{D310934F-10FE-441D-BE70-B746138E8E28}" destId="{0131B704-B530-4D7D-8B2D-7E8A2B5DF1CE}" srcOrd="0" destOrd="0" presId="urn:microsoft.com/office/officeart/2005/8/layout/hierarchy1"/>
    <dgm:cxn modelId="{F1B78B7B-B32E-4C51-AEFB-5D2AE2067CF1}" type="presOf" srcId="{755CB088-DE5C-4F17-976F-62154B9AACDD}" destId="{F21656F0-C11A-4D03-B06B-E808E801ECFD}" srcOrd="0" destOrd="0" presId="urn:microsoft.com/office/officeart/2005/8/layout/hierarchy1"/>
    <dgm:cxn modelId="{F423917F-339D-4927-9C47-89312122A7F3}" srcId="{3888D226-70EC-45EB-A25A-C6F327A81C95}" destId="{A983E8CA-34F8-443C-A8FA-7C6797299D4A}" srcOrd="2" destOrd="0" parTransId="{2DFD11B3-0098-4773-9499-995C9CAA5FD0}" sibTransId="{CF2BB315-0415-4DB4-B4A2-567F66C4A039}"/>
    <dgm:cxn modelId="{E25E4F86-3A7E-465B-9EBD-5E6500760A84}" srcId="{3888D226-70EC-45EB-A25A-C6F327A81C95}" destId="{808A225A-ECE1-4998-87DC-E98371E131A5}" srcOrd="0" destOrd="0" parTransId="{08094666-D692-4B4C-B649-9345516BB8C2}" sibTransId="{0EDA0042-97B4-4402-BC73-44CE9DBBE3BB}"/>
    <dgm:cxn modelId="{96EF4088-4752-4285-98C0-30AA47F3B791}" srcId="{E455CCD9-B381-4364-990A-D6AA3B6B4E6B}" destId="{755CB088-DE5C-4F17-976F-62154B9AACDD}" srcOrd="0" destOrd="0" parTransId="{ACAF8248-FBD2-468A-8D0E-0CC27AD5F317}" sibTransId="{70C99915-0CC4-4B7D-B617-6356944AEAA8}"/>
    <dgm:cxn modelId="{93E79A8A-1DB3-4127-810B-BCC7D3359396}" srcId="{D6E8599E-2819-432A-8486-6137D8BF14F4}" destId="{E455CCD9-B381-4364-990A-D6AA3B6B4E6B}" srcOrd="0" destOrd="0" parTransId="{29C9BC16-2F2B-464B-91B7-39C18EE97E96}" sibTransId="{DF547737-153D-4EAE-BACA-81B6459D20F4}"/>
    <dgm:cxn modelId="{9FABF398-7650-47BD-9AF1-3004B823C424}" srcId="{D310934F-10FE-441D-BE70-B746138E8E28}" destId="{44A42A04-ECE2-4649-A64E-9841B3E41FB9}" srcOrd="0" destOrd="0" parTransId="{106CA18D-A012-4568-A523-352B652BE045}" sibTransId="{315B1944-22E4-4252-AB30-CE12430DA65D}"/>
    <dgm:cxn modelId="{B717F3C3-EBA3-4825-B92F-4154B2BC4FE1}" type="presOf" srcId="{F869D964-9F66-4E53-83EC-F3946A16BC97}" destId="{7005EBB5-C42A-46B4-A498-66224955C096}" srcOrd="0" destOrd="0" presId="urn:microsoft.com/office/officeart/2005/8/layout/hierarchy1"/>
    <dgm:cxn modelId="{C69FA5D2-DF51-4D8B-9BB9-C533BA63771C}" srcId="{808A225A-ECE1-4998-87DC-E98371E131A5}" destId="{F869D964-9F66-4E53-83EC-F3946A16BC97}" srcOrd="0" destOrd="0" parTransId="{77BBBEFF-4589-4A5E-BB10-F410CBFCD8C9}" sibTransId="{86347076-DC91-4935-ABE6-F94625568EFD}"/>
    <dgm:cxn modelId="{4DFCE4DA-606E-4B80-B4DC-3E86326F6A09}" srcId="{F869D964-9F66-4E53-83EC-F3946A16BC97}" destId="{26C08017-A965-437B-8B7C-563FAC658CE4}" srcOrd="0" destOrd="0" parTransId="{B8EEB99B-F7F5-4ECD-BD3E-1072E4904341}" sibTransId="{1765EE6B-93BD-4B12-9F93-AA522ACBAA40}"/>
    <dgm:cxn modelId="{8F0650DC-28C8-4600-AB5C-1F5B38CE3718}" type="presOf" srcId="{B8EEB99B-F7F5-4ECD-BD3E-1072E4904341}" destId="{4541F300-182A-4250-AA30-9A798E22AA2A}" srcOrd="0" destOrd="0" presId="urn:microsoft.com/office/officeart/2005/8/layout/hierarchy1"/>
    <dgm:cxn modelId="{25DAEBF3-9E9F-4214-B87F-DC2498D4DB9D}" type="presOf" srcId="{B5075AB5-A349-4D27-9CD9-2F59D51486E7}" destId="{AFC0330C-4317-4773-AA17-64B61267D155}" srcOrd="0" destOrd="0" presId="urn:microsoft.com/office/officeart/2005/8/layout/hierarchy1"/>
    <dgm:cxn modelId="{6AA514F6-A509-42A0-8C87-B8BF9A52767F}" type="presOf" srcId="{E455CCD9-B381-4364-990A-D6AA3B6B4E6B}" destId="{4DE0E69D-84AE-4CF9-BEC1-CC18CECF079D}" srcOrd="0" destOrd="0" presId="urn:microsoft.com/office/officeart/2005/8/layout/hierarchy1"/>
    <dgm:cxn modelId="{FA3EC1FC-8897-44EB-A5F7-A27023CFA511}" type="presOf" srcId="{3888D226-70EC-45EB-A25A-C6F327A81C95}" destId="{4DBF7365-021A-4BB7-BFC0-38AAB66B0D88}" srcOrd="0" destOrd="0" presId="urn:microsoft.com/office/officeart/2005/8/layout/hierarchy1"/>
    <dgm:cxn modelId="{3159EBFD-28A8-40E3-AE3C-746A4A2A43F6}" type="presOf" srcId="{ACAF8248-FBD2-468A-8D0E-0CC27AD5F317}" destId="{5F2CA937-754B-41F8-A284-E264EC3CB79E}" srcOrd="0" destOrd="0" presId="urn:microsoft.com/office/officeart/2005/8/layout/hierarchy1"/>
    <dgm:cxn modelId="{5E48AA1C-F07F-4621-ADF7-F03FFFF0C670}" type="presParOf" srcId="{4DBF7365-021A-4BB7-BFC0-38AAB66B0D88}" destId="{68EA9708-B31C-49AC-AC4D-BAB4712EA272}" srcOrd="0" destOrd="0" presId="urn:microsoft.com/office/officeart/2005/8/layout/hierarchy1"/>
    <dgm:cxn modelId="{A67D27C8-C895-4830-91DD-0F2B762B7011}" type="presParOf" srcId="{68EA9708-B31C-49AC-AC4D-BAB4712EA272}" destId="{49E7B3B4-B7BD-488C-91BD-5162D4D84F00}" srcOrd="0" destOrd="0" presId="urn:microsoft.com/office/officeart/2005/8/layout/hierarchy1"/>
    <dgm:cxn modelId="{E2DA3C74-14B1-4678-A71B-CEABD0083F19}" type="presParOf" srcId="{49E7B3B4-B7BD-488C-91BD-5162D4D84F00}" destId="{C28A8078-903A-4C4A-B074-51C44DA7FC70}" srcOrd="0" destOrd="0" presId="urn:microsoft.com/office/officeart/2005/8/layout/hierarchy1"/>
    <dgm:cxn modelId="{29F56D9B-F572-4050-AA65-90DD17BE775D}" type="presParOf" srcId="{49E7B3B4-B7BD-488C-91BD-5162D4D84F00}" destId="{FB6F10E2-491B-45A6-A28C-65579E4FF797}" srcOrd="1" destOrd="0" presId="urn:microsoft.com/office/officeart/2005/8/layout/hierarchy1"/>
    <dgm:cxn modelId="{E04108AC-4DF2-42A4-AE28-72C644F211C0}" type="presParOf" srcId="{68EA9708-B31C-49AC-AC4D-BAB4712EA272}" destId="{2A44F9A3-82E8-4186-8172-9DEB75E7456E}" srcOrd="1" destOrd="0" presId="urn:microsoft.com/office/officeart/2005/8/layout/hierarchy1"/>
    <dgm:cxn modelId="{8B993C2E-3C19-44B8-8A5D-24B39F399FB2}" type="presParOf" srcId="{2A44F9A3-82E8-4186-8172-9DEB75E7456E}" destId="{9D2993F3-04B3-4BE8-9CAF-4025C3F28399}" srcOrd="0" destOrd="0" presId="urn:microsoft.com/office/officeart/2005/8/layout/hierarchy1"/>
    <dgm:cxn modelId="{06F58358-D92E-4CFC-97C5-4DA55F36AC1F}" type="presParOf" srcId="{2A44F9A3-82E8-4186-8172-9DEB75E7456E}" destId="{9242677A-525E-418B-B0A3-7670010044CF}" srcOrd="1" destOrd="0" presId="urn:microsoft.com/office/officeart/2005/8/layout/hierarchy1"/>
    <dgm:cxn modelId="{C3554E87-2E86-4DC5-BF13-1ACCB8659A1B}" type="presParOf" srcId="{9242677A-525E-418B-B0A3-7670010044CF}" destId="{D20AC7EA-6EB1-4FF9-AF85-070982A8AECB}" srcOrd="0" destOrd="0" presId="urn:microsoft.com/office/officeart/2005/8/layout/hierarchy1"/>
    <dgm:cxn modelId="{084CBC2E-9B52-48E2-B379-18D408319703}" type="presParOf" srcId="{D20AC7EA-6EB1-4FF9-AF85-070982A8AECB}" destId="{E912AC6A-CBD4-46E8-9562-B553ED5EAD1E}" srcOrd="0" destOrd="0" presId="urn:microsoft.com/office/officeart/2005/8/layout/hierarchy1"/>
    <dgm:cxn modelId="{9DB7F366-59F8-4908-A935-490862AB7BDF}" type="presParOf" srcId="{D20AC7EA-6EB1-4FF9-AF85-070982A8AECB}" destId="{7005EBB5-C42A-46B4-A498-66224955C096}" srcOrd="1" destOrd="0" presId="urn:microsoft.com/office/officeart/2005/8/layout/hierarchy1"/>
    <dgm:cxn modelId="{35BD01AF-C612-408D-B2C7-A21511E03697}" type="presParOf" srcId="{9242677A-525E-418B-B0A3-7670010044CF}" destId="{ACBBCECE-BA0D-436F-97A4-DC31F03D71CD}" srcOrd="1" destOrd="0" presId="urn:microsoft.com/office/officeart/2005/8/layout/hierarchy1"/>
    <dgm:cxn modelId="{D61E0AC6-A7DE-45CA-BA25-A55F66FD9046}" type="presParOf" srcId="{ACBBCECE-BA0D-436F-97A4-DC31F03D71CD}" destId="{4541F300-182A-4250-AA30-9A798E22AA2A}" srcOrd="0" destOrd="0" presId="urn:microsoft.com/office/officeart/2005/8/layout/hierarchy1"/>
    <dgm:cxn modelId="{51F28E4D-1109-423E-84BF-E624BF7808EA}" type="presParOf" srcId="{ACBBCECE-BA0D-436F-97A4-DC31F03D71CD}" destId="{ACB5BBE7-4EF2-4044-8828-DED2258369C0}" srcOrd="1" destOrd="0" presId="urn:microsoft.com/office/officeart/2005/8/layout/hierarchy1"/>
    <dgm:cxn modelId="{C060D85C-F2CB-443B-8B63-277CF9492F66}" type="presParOf" srcId="{ACB5BBE7-4EF2-4044-8828-DED2258369C0}" destId="{9946B2FC-FFEA-4AC3-8C17-7CA402224DBD}" srcOrd="0" destOrd="0" presId="urn:microsoft.com/office/officeart/2005/8/layout/hierarchy1"/>
    <dgm:cxn modelId="{BAA53817-20C6-4717-91D2-C08D361FE741}" type="presParOf" srcId="{9946B2FC-FFEA-4AC3-8C17-7CA402224DBD}" destId="{EC3019AF-E518-4A15-BC7E-DE6E4F2FA9E2}" srcOrd="0" destOrd="0" presId="urn:microsoft.com/office/officeart/2005/8/layout/hierarchy1"/>
    <dgm:cxn modelId="{7F47256E-3F4A-4FF2-94A4-307E5BCFC139}" type="presParOf" srcId="{9946B2FC-FFEA-4AC3-8C17-7CA402224DBD}" destId="{10362348-9BEB-4DCF-A697-F0D0BA4CC52F}" srcOrd="1" destOrd="0" presId="urn:microsoft.com/office/officeart/2005/8/layout/hierarchy1"/>
    <dgm:cxn modelId="{7BCE5322-C8CE-42D2-85A1-6AF971EF4242}" type="presParOf" srcId="{ACB5BBE7-4EF2-4044-8828-DED2258369C0}" destId="{7351C11C-24DF-4626-BAED-5C067AD9327F}" srcOrd="1" destOrd="0" presId="urn:microsoft.com/office/officeart/2005/8/layout/hierarchy1"/>
    <dgm:cxn modelId="{195510BC-8432-4387-A357-CBA098F1E459}" type="presParOf" srcId="{4DBF7365-021A-4BB7-BFC0-38AAB66B0D88}" destId="{C40E8A22-6D0D-40DD-A4E8-1B692F6DA55E}" srcOrd="1" destOrd="0" presId="urn:microsoft.com/office/officeart/2005/8/layout/hierarchy1"/>
    <dgm:cxn modelId="{6DCD4041-380F-4697-B84E-3EA5314605D3}" type="presParOf" srcId="{C40E8A22-6D0D-40DD-A4E8-1B692F6DA55E}" destId="{E0877119-A4A1-47C5-9697-B57178CBF8AF}" srcOrd="0" destOrd="0" presId="urn:microsoft.com/office/officeart/2005/8/layout/hierarchy1"/>
    <dgm:cxn modelId="{D2E5FA65-EAC6-4905-9600-145E09CB891F}" type="presParOf" srcId="{E0877119-A4A1-47C5-9697-B57178CBF8AF}" destId="{B2B93058-49E4-40FE-999C-E4CCD581A527}" srcOrd="0" destOrd="0" presId="urn:microsoft.com/office/officeart/2005/8/layout/hierarchy1"/>
    <dgm:cxn modelId="{D27D164D-6EC5-40EF-AEBD-8FEE721FEE3A}" type="presParOf" srcId="{E0877119-A4A1-47C5-9697-B57178CBF8AF}" destId="{B9FC4478-8E60-46A3-AD0C-FF802243EA2B}" srcOrd="1" destOrd="0" presId="urn:microsoft.com/office/officeart/2005/8/layout/hierarchy1"/>
    <dgm:cxn modelId="{0DB7382F-5EC5-4624-896A-4EAC81D6C128}" type="presParOf" srcId="{C40E8A22-6D0D-40DD-A4E8-1B692F6DA55E}" destId="{C37993D3-FFD4-4611-A94B-7C3DE530203F}" srcOrd="1" destOrd="0" presId="urn:microsoft.com/office/officeart/2005/8/layout/hierarchy1"/>
    <dgm:cxn modelId="{45580FC5-715C-4136-885B-2DCF1AC08E5D}" type="presParOf" srcId="{C37993D3-FFD4-4611-A94B-7C3DE530203F}" destId="{7026A6CA-4AE0-452E-9E0D-9F98C7C6FEB5}" srcOrd="0" destOrd="0" presId="urn:microsoft.com/office/officeart/2005/8/layout/hierarchy1"/>
    <dgm:cxn modelId="{C2DDE73B-7F5F-4D03-B005-C7716FA35C67}" type="presParOf" srcId="{C37993D3-FFD4-4611-A94B-7C3DE530203F}" destId="{2D6A237B-E9F3-45B8-82B3-7DD6AA87CE85}" srcOrd="1" destOrd="0" presId="urn:microsoft.com/office/officeart/2005/8/layout/hierarchy1"/>
    <dgm:cxn modelId="{67365941-B3ED-47A9-9270-34BC4FC6F0DA}" type="presParOf" srcId="{2D6A237B-E9F3-45B8-82B3-7DD6AA87CE85}" destId="{4CB676BE-DBDE-4A01-9D4A-A27770E983C0}" srcOrd="0" destOrd="0" presId="urn:microsoft.com/office/officeart/2005/8/layout/hierarchy1"/>
    <dgm:cxn modelId="{A034A0FA-23F2-4F58-BF10-DB48C16D694B}" type="presParOf" srcId="{4CB676BE-DBDE-4A01-9D4A-A27770E983C0}" destId="{B4A07F86-84AB-45E8-8F59-73397A08B9E0}" srcOrd="0" destOrd="0" presId="urn:microsoft.com/office/officeart/2005/8/layout/hierarchy1"/>
    <dgm:cxn modelId="{64AF80A2-4B5F-42CD-A6E8-F0E3E4282A15}" type="presParOf" srcId="{4CB676BE-DBDE-4A01-9D4A-A27770E983C0}" destId="{4DE0E69D-84AE-4CF9-BEC1-CC18CECF079D}" srcOrd="1" destOrd="0" presId="urn:microsoft.com/office/officeart/2005/8/layout/hierarchy1"/>
    <dgm:cxn modelId="{C86AC407-FFD6-4B12-BE28-CD91FFF1CD56}" type="presParOf" srcId="{2D6A237B-E9F3-45B8-82B3-7DD6AA87CE85}" destId="{1000DFE7-3BA4-4F6A-8F75-62178F352480}" srcOrd="1" destOrd="0" presId="urn:microsoft.com/office/officeart/2005/8/layout/hierarchy1"/>
    <dgm:cxn modelId="{33938E01-7D01-49DB-9C6F-19B1D133F286}" type="presParOf" srcId="{1000DFE7-3BA4-4F6A-8F75-62178F352480}" destId="{5F2CA937-754B-41F8-A284-E264EC3CB79E}" srcOrd="0" destOrd="0" presId="urn:microsoft.com/office/officeart/2005/8/layout/hierarchy1"/>
    <dgm:cxn modelId="{0FED8B2D-B311-419F-8F37-E316409EE59E}" type="presParOf" srcId="{1000DFE7-3BA4-4F6A-8F75-62178F352480}" destId="{970CA837-980C-4E3C-ADA8-3DA45139A4CE}" srcOrd="1" destOrd="0" presId="urn:microsoft.com/office/officeart/2005/8/layout/hierarchy1"/>
    <dgm:cxn modelId="{DD7E1C14-9B2D-492A-A954-BDB60650D743}" type="presParOf" srcId="{970CA837-980C-4E3C-ADA8-3DA45139A4CE}" destId="{374E034F-805F-4AB3-9AFE-2FD83DED6B31}" srcOrd="0" destOrd="0" presId="urn:microsoft.com/office/officeart/2005/8/layout/hierarchy1"/>
    <dgm:cxn modelId="{68DB5906-3F16-4081-B41C-DADB0B5CB191}" type="presParOf" srcId="{374E034F-805F-4AB3-9AFE-2FD83DED6B31}" destId="{8F5622D3-1067-49B9-B757-A1612589E8B2}" srcOrd="0" destOrd="0" presId="urn:microsoft.com/office/officeart/2005/8/layout/hierarchy1"/>
    <dgm:cxn modelId="{24185F60-CE38-436E-ABEA-D8C54E7A71AD}" type="presParOf" srcId="{374E034F-805F-4AB3-9AFE-2FD83DED6B31}" destId="{F21656F0-C11A-4D03-B06B-E808E801ECFD}" srcOrd="1" destOrd="0" presId="urn:microsoft.com/office/officeart/2005/8/layout/hierarchy1"/>
    <dgm:cxn modelId="{126D47F7-EC76-487A-8E5C-39F2CD4B6B31}" type="presParOf" srcId="{970CA837-980C-4E3C-ADA8-3DA45139A4CE}" destId="{EF1DB02C-13CF-4144-B95D-AAE3199B95A2}" srcOrd="1" destOrd="0" presId="urn:microsoft.com/office/officeart/2005/8/layout/hierarchy1"/>
    <dgm:cxn modelId="{DA7EE01F-AE91-42F5-8020-514017206C7E}" type="presParOf" srcId="{4DBF7365-021A-4BB7-BFC0-38AAB66B0D88}" destId="{8091856C-8116-436A-92BD-272707CF730E}" srcOrd="2" destOrd="0" presId="urn:microsoft.com/office/officeart/2005/8/layout/hierarchy1"/>
    <dgm:cxn modelId="{191C069D-C6B9-4BF2-8E08-E324758396E5}" type="presParOf" srcId="{8091856C-8116-436A-92BD-272707CF730E}" destId="{E87D2249-F4D8-476B-84E0-A6E7884AD677}" srcOrd="0" destOrd="0" presId="urn:microsoft.com/office/officeart/2005/8/layout/hierarchy1"/>
    <dgm:cxn modelId="{4F523E26-EA10-4629-B3EB-921F55FF0577}" type="presParOf" srcId="{E87D2249-F4D8-476B-84E0-A6E7884AD677}" destId="{E50EE7B9-31E5-4657-A04A-1BAA187C3079}" srcOrd="0" destOrd="0" presId="urn:microsoft.com/office/officeart/2005/8/layout/hierarchy1"/>
    <dgm:cxn modelId="{6277E8EA-4C24-4D23-B17C-1D5B949614E3}" type="presParOf" srcId="{E87D2249-F4D8-476B-84E0-A6E7884AD677}" destId="{AADE0A9F-EEE7-40ED-A4FF-E116F3D5E716}" srcOrd="1" destOrd="0" presId="urn:microsoft.com/office/officeart/2005/8/layout/hierarchy1"/>
    <dgm:cxn modelId="{6034DA7E-CA96-4F73-8C26-C39FDE9F4C2D}" type="presParOf" srcId="{8091856C-8116-436A-92BD-272707CF730E}" destId="{28BBC26E-1298-429A-9254-C2AC76A5CA37}" srcOrd="1" destOrd="0" presId="urn:microsoft.com/office/officeart/2005/8/layout/hierarchy1"/>
    <dgm:cxn modelId="{199D044C-59D8-4AA0-814A-65C1E5945332}" type="presParOf" srcId="{28BBC26E-1298-429A-9254-C2AC76A5CA37}" destId="{AFC0330C-4317-4773-AA17-64B61267D155}" srcOrd="0" destOrd="0" presId="urn:microsoft.com/office/officeart/2005/8/layout/hierarchy1"/>
    <dgm:cxn modelId="{B0B163CF-8AA5-493E-8C45-2C9FEBA80377}" type="presParOf" srcId="{28BBC26E-1298-429A-9254-C2AC76A5CA37}" destId="{060D6D37-E580-4041-B254-409F50A066CA}" srcOrd="1" destOrd="0" presId="urn:microsoft.com/office/officeart/2005/8/layout/hierarchy1"/>
    <dgm:cxn modelId="{EFB23F65-594A-45A0-8049-83C92008AEE6}" type="presParOf" srcId="{060D6D37-E580-4041-B254-409F50A066CA}" destId="{DBADB150-0513-4DF9-AAE9-EBD4B0A124A9}" srcOrd="0" destOrd="0" presId="urn:microsoft.com/office/officeart/2005/8/layout/hierarchy1"/>
    <dgm:cxn modelId="{A60BD030-1074-4854-8AA4-96B0BE6F7F20}" type="presParOf" srcId="{DBADB150-0513-4DF9-AAE9-EBD4B0A124A9}" destId="{56874EEB-2F2A-48F5-969E-DB93C99A75CA}" srcOrd="0" destOrd="0" presId="urn:microsoft.com/office/officeart/2005/8/layout/hierarchy1"/>
    <dgm:cxn modelId="{D00D5100-F699-4F5B-A475-75DDF0A6B85F}" type="presParOf" srcId="{DBADB150-0513-4DF9-AAE9-EBD4B0A124A9}" destId="{0131B704-B530-4D7D-8B2D-7E8A2B5DF1CE}" srcOrd="1" destOrd="0" presId="urn:microsoft.com/office/officeart/2005/8/layout/hierarchy1"/>
    <dgm:cxn modelId="{E36C0883-945B-4472-8F7B-96EFD12015E8}" type="presParOf" srcId="{060D6D37-E580-4041-B254-409F50A066CA}" destId="{EE059F99-498B-4AD7-9A32-C3FA18BBDE3F}" srcOrd="1" destOrd="0" presId="urn:microsoft.com/office/officeart/2005/8/layout/hierarchy1"/>
    <dgm:cxn modelId="{25F9E508-6438-422C-BCE8-D51523359E30}" type="presParOf" srcId="{EE059F99-498B-4AD7-9A32-C3FA18BBDE3F}" destId="{8F9CE3EA-F542-4EF8-8A6D-0175588B46F0}" srcOrd="0" destOrd="0" presId="urn:microsoft.com/office/officeart/2005/8/layout/hierarchy1"/>
    <dgm:cxn modelId="{C7F4DD63-7C40-4A33-8DF8-2626EB01B805}" type="presParOf" srcId="{EE059F99-498B-4AD7-9A32-C3FA18BBDE3F}" destId="{81904465-50A2-45DE-9B66-53A319B6081D}" srcOrd="1" destOrd="0" presId="urn:microsoft.com/office/officeart/2005/8/layout/hierarchy1"/>
    <dgm:cxn modelId="{2B5C4B57-138F-4069-A372-CDA2D67975F1}" type="presParOf" srcId="{81904465-50A2-45DE-9B66-53A319B6081D}" destId="{2F450341-1A1D-47D2-9EA9-1922E921B491}" srcOrd="0" destOrd="0" presId="urn:microsoft.com/office/officeart/2005/8/layout/hierarchy1"/>
    <dgm:cxn modelId="{857DABE2-A137-4A33-88D1-9A17CC6D9CDA}" type="presParOf" srcId="{2F450341-1A1D-47D2-9EA9-1922E921B491}" destId="{C0FD14EC-7A5D-4D28-BB8E-BE1C940E0CF4}" srcOrd="0" destOrd="0" presId="urn:microsoft.com/office/officeart/2005/8/layout/hierarchy1"/>
    <dgm:cxn modelId="{06793FC1-9BC0-404C-8514-DD915C537068}" type="presParOf" srcId="{2F450341-1A1D-47D2-9EA9-1922E921B491}" destId="{22D822A5-4083-4870-9090-D6E7D649B5EA}" srcOrd="1" destOrd="0" presId="urn:microsoft.com/office/officeart/2005/8/layout/hierarchy1"/>
    <dgm:cxn modelId="{B149D02C-D4F4-4322-9EEC-A0016AE113D2}" type="presParOf" srcId="{81904465-50A2-45DE-9B66-53A319B6081D}" destId="{3812F9FD-D138-453E-BD33-C1982944C6F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FE52991-EDF5-4133-8897-0D4EE4D41724}" type="doc">
      <dgm:prSet loTypeId="urn:microsoft.com/office/officeart/2008/layout/AlternatingHexagons" loCatId="list" qsTypeId="urn:microsoft.com/office/officeart/2005/8/quickstyle/simple3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8F12BEDF-83DC-4C1C-A849-5A2C93433D36}">
      <dgm:prSet phldrT="[Text]" custT="1"/>
      <dgm:spPr>
        <a:gradFill rotWithShape="0">
          <a:gsLst>
            <a:gs pos="0">
              <a:srgbClr val="FF4343"/>
            </a:gs>
            <a:gs pos="35000">
              <a:srgbClr val="FF575B"/>
            </a:gs>
            <a:gs pos="100000">
              <a:srgbClr val="FFCDCD"/>
            </a:gs>
          </a:gsLst>
        </a:gradFill>
      </dgm:spPr>
      <dgm:t>
        <a:bodyPr/>
        <a:lstStyle/>
        <a:p>
          <a:r>
            <a:rPr lang="en-US" sz="1200" dirty="0">
              <a:solidFill>
                <a:schemeClr val="bg1"/>
              </a:solidFill>
            </a:rPr>
            <a:t>Incorrect insights</a:t>
          </a:r>
        </a:p>
      </dgm:t>
    </dgm:pt>
    <dgm:pt modelId="{2CDF6CA5-83D8-44A4-9E16-A27477E36D6B}" type="parTrans" cxnId="{8231F35D-1A9C-4791-BBF2-7B8F04531691}">
      <dgm:prSet/>
      <dgm:spPr/>
      <dgm:t>
        <a:bodyPr/>
        <a:lstStyle/>
        <a:p>
          <a:endParaRPr lang="en-US"/>
        </a:p>
      </dgm:t>
    </dgm:pt>
    <dgm:pt modelId="{6E2A0523-2543-4B3C-A4DE-7B040B7D19B6}" type="sibTrans" cxnId="{8231F35D-1A9C-4791-BBF2-7B8F04531691}">
      <dgm:prSet/>
      <dgm:spPr>
        <a:gradFill rotWithShape="0">
          <a:gsLst>
            <a:gs pos="0">
              <a:srgbClr val="FF4343"/>
            </a:gs>
            <a:gs pos="35000">
              <a:srgbClr val="FF575B"/>
            </a:gs>
            <a:gs pos="100000">
              <a:srgbClr val="FFCDCD"/>
            </a:gs>
          </a:gsLst>
        </a:gradFill>
      </dgm:spPr>
      <dgm:t>
        <a:bodyPr/>
        <a:lstStyle/>
        <a:p>
          <a:endParaRPr lang="en-US"/>
        </a:p>
      </dgm:t>
    </dgm:pt>
    <dgm:pt modelId="{23CD66DF-3072-4856-BC88-0CE4867DB183}">
      <dgm:prSet phldrT="[Text]" custT="1"/>
      <dgm:spPr>
        <a:gradFill rotWithShape="0">
          <a:gsLst>
            <a:gs pos="0">
              <a:srgbClr val="FF4343"/>
            </a:gs>
            <a:gs pos="35000">
              <a:srgbClr val="FF575B"/>
            </a:gs>
            <a:gs pos="100000">
              <a:srgbClr val="FFCDCD"/>
            </a:gs>
          </a:gsLst>
        </a:gradFill>
      </dgm:spPr>
      <dgm:t>
        <a:bodyPr/>
        <a:lstStyle/>
        <a:p>
          <a:r>
            <a:rPr lang="en-US" sz="1200" dirty="0">
              <a:solidFill>
                <a:schemeClr val="bg1"/>
              </a:solidFill>
            </a:rPr>
            <a:t>flawed conclusions</a:t>
          </a:r>
        </a:p>
      </dgm:t>
    </dgm:pt>
    <dgm:pt modelId="{FA77304C-770B-44D3-8D0A-968ED009CC1A}" type="parTrans" cxnId="{E0710A4D-34F2-49B1-90C8-D72F02F67CEC}">
      <dgm:prSet/>
      <dgm:spPr/>
      <dgm:t>
        <a:bodyPr/>
        <a:lstStyle/>
        <a:p>
          <a:endParaRPr lang="en-US"/>
        </a:p>
      </dgm:t>
    </dgm:pt>
    <dgm:pt modelId="{A9169E60-F215-42A9-BCFD-6F0F705926C3}" type="sibTrans" cxnId="{E0710A4D-34F2-49B1-90C8-D72F02F67CEC}">
      <dgm:prSet/>
      <dgm:spPr>
        <a:gradFill rotWithShape="0">
          <a:gsLst>
            <a:gs pos="0">
              <a:srgbClr val="FF4343"/>
            </a:gs>
            <a:gs pos="35000">
              <a:srgbClr val="FF575B"/>
            </a:gs>
            <a:gs pos="100000">
              <a:srgbClr val="FFCDCD"/>
            </a:gs>
          </a:gsLst>
        </a:gradFill>
      </dgm:spPr>
      <dgm:t>
        <a:bodyPr/>
        <a:lstStyle/>
        <a:p>
          <a:endParaRPr lang="en-US"/>
        </a:p>
      </dgm:t>
    </dgm:pt>
    <dgm:pt modelId="{0840225E-117A-41C9-B27F-C76C6B68132E}">
      <dgm:prSet phldrT="[Text]" custT="1"/>
      <dgm:spPr>
        <a:gradFill rotWithShape="0">
          <a:gsLst>
            <a:gs pos="0">
              <a:srgbClr val="FF4343"/>
            </a:gs>
            <a:gs pos="35000">
              <a:srgbClr val="FF575B"/>
            </a:gs>
            <a:gs pos="100000">
              <a:srgbClr val="FFCDCD"/>
            </a:gs>
          </a:gsLst>
        </a:gradFill>
      </dgm:spPr>
      <dgm:t>
        <a:bodyPr/>
        <a:lstStyle/>
        <a:p>
          <a:r>
            <a:rPr lang="en-US" sz="1200" dirty="0">
              <a:solidFill>
                <a:schemeClr val="bg1"/>
              </a:solidFill>
            </a:rPr>
            <a:t>biased predictions</a:t>
          </a:r>
        </a:p>
      </dgm:t>
    </dgm:pt>
    <dgm:pt modelId="{70CB295D-39E2-4F21-BD47-401529CD5357}" type="parTrans" cxnId="{9EDEC9C2-7300-4948-99FF-0935845B165F}">
      <dgm:prSet/>
      <dgm:spPr/>
      <dgm:t>
        <a:bodyPr/>
        <a:lstStyle/>
        <a:p>
          <a:endParaRPr lang="en-US"/>
        </a:p>
      </dgm:t>
    </dgm:pt>
    <dgm:pt modelId="{096EE31C-F7A7-4895-9FED-0AC11FBF755F}" type="sibTrans" cxnId="{9EDEC9C2-7300-4948-99FF-0935845B165F}">
      <dgm:prSet/>
      <dgm:spPr>
        <a:gradFill rotWithShape="0">
          <a:gsLst>
            <a:gs pos="0">
              <a:srgbClr val="FF4343"/>
            </a:gs>
            <a:gs pos="35000">
              <a:srgbClr val="FF575B"/>
            </a:gs>
            <a:gs pos="100000">
              <a:srgbClr val="FFCDCD"/>
            </a:gs>
          </a:gsLst>
        </a:gradFill>
      </dgm:spPr>
      <dgm:t>
        <a:bodyPr/>
        <a:lstStyle/>
        <a:p>
          <a:endParaRPr lang="en-US"/>
        </a:p>
      </dgm:t>
    </dgm:pt>
    <dgm:pt modelId="{73E21269-7D79-474A-BEB7-29EA6CD7414C}" type="pres">
      <dgm:prSet presAssocID="{9FE52991-EDF5-4133-8897-0D4EE4D41724}" presName="Name0" presStyleCnt="0">
        <dgm:presLayoutVars>
          <dgm:chMax/>
          <dgm:chPref/>
          <dgm:dir/>
          <dgm:animLvl val="lvl"/>
        </dgm:presLayoutVars>
      </dgm:prSet>
      <dgm:spPr/>
    </dgm:pt>
    <dgm:pt modelId="{B6FE7550-B978-4D3C-BC8E-BF7BBAA34AA8}" type="pres">
      <dgm:prSet presAssocID="{8F12BEDF-83DC-4C1C-A849-5A2C93433D36}" presName="composite" presStyleCnt="0"/>
      <dgm:spPr/>
    </dgm:pt>
    <dgm:pt modelId="{0C38CB99-4457-4487-AB49-64D472A08181}" type="pres">
      <dgm:prSet presAssocID="{8F12BEDF-83DC-4C1C-A849-5A2C93433D36}" presName="Parent1" presStyleLbl="node1" presStyleIdx="0" presStyleCnt="6" custLinFactNeighborY="0">
        <dgm:presLayoutVars>
          <dgm:chMax val="1"/>
          <dgm:chPref val="1"/>
          <dgm:bulletEnabled val="1"/>
        </dgm:presLayoutVars>
      </dgm:prSet>
      <dgm:spPr/>
    </dgm:pt>
    <dgm:pt modelId="{FBA83884-DB63-48B0-8A54-BF578938F5E9}" type="pres">
      <dgm:prSet presAssocID="{8F12BEDF-83DC-4C1C-A849-5A2C93433D36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DC10F4B2-9CBD-4ADA-AA4C-C7EDF959EB9D}" type="pres">
      <dgm:prSet presAssocID="{8F12BEDF-83DC-4C1C-A849-5A2C93433D36}" presName="BalanceSpacing" presStyleCnt="0"/>
      <dgm:spPr/>
    </dgm:pt>
    <dgm:pt modelId="{3DF72811-CFE5-48ED-A42D-EBF484A61E10}" type="pres">
      <dgm:prSet presAssocID="{8F12BEDF-83DC-4C1C-A849-5A2C93433D36}" presName="BalanceSpacing1" presStyleCnt="0"/>
      <dgm:spPr/>
    </dgm:pt>
    <dgm:pt modelId="{2C2231EA-DD68-4A01-9D34-9D643800C80D}" type="pres">
      <dgm:prSet presAssocID="{6E2A0523-2543-4B3C-A4DE-7B040B7D19B6}" presName="Accent1Text" presStyleLbl="node1" presStyleIdx="1" presStyleCnt="6" custLinFactNeighborY="0"/>
      <dgm:spPr/>
    </dgm:pt>
    <dgm:pt modelId="{27C0524A-161F-461B-928E-54F15B0AAF15}" type="pres">
      <dgm:prSet presAssocID="{6E2A0523-2543-4B3C-A4DE-7B040B7D19B6}" presName="spaceBetweenRectangles" presStyleCnt="0"/>
      <dgm:spPr/>
    </dgm:pt>
    <dgm:pt modelId="{C9091AC5-EC10-4A60-8194-210AD99C5AD7}" type="pres">
      <dgm:prSet presAssocID="{23CD66DF-3072-4856-BC88-0CE4867DB183}" presName="composite" presStyleCnt="0"/>
      <dgm:spPr/>
    </dgm:pt>
    <dgm:pt modelId="{69CCA41F-1940-4763-95EE-4AC58A02A91B}" type="pres">
      <dgm:prSet presAssocID="{23CD66DF-3072-4856-BC88-0CE4867DB183}" presName="Parent1" presStyleLbl="node1" presStyleIdx="2" presStyleCnt="6" custLinFactNeighborY="0">
        <dgm:presLayoutVars>
          <dgm:chMax val="1"/>
          <dgm:chPref val="1"/>
          <dgm:bulletEnabled val="1"/>
        </dgm:presLayoutVars>
      </dgm:prSet>
      <dgm:spPr/>
    </dgm:pt>
    <dgm:pt modelId="{709228DF-1D6F-43F9-8CD3-EC604506F40D}" type="pres">
      <dgm:prSet presAssocID="{23CD66DF-3072-4856-BC88-0CE4867DB183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E9B50EDF-BF62-470D-B234-A926359E49E4}" type="pres">
      <dgm:prSet presAssocID="{23CD66DF-3072-4856-BC88-0CE4867DB183}" presName="BalanceSpacing" presStyleCnt="0"/>
      <dgm:spPr/>
    </dgm:pt>
    <dgm:pt modelId="{20FD8043-6E83-49F2-BCF8-D607ECC724DD}" type="pres">
      <dgm:prSet presAssocID="{23CD66DF-3072-4856-BC88-0CE4867DB183}" presName="BalanceSpacing1" presStyleCnt="0"/>
      <dgm:spPr/>
    </dgm:pt>
    <dgm:pt modelId="{B05A401A-C083-45C5-9CB8-0CF33C22C846}" type="pres">
      <dgm:prSet presAssocID="{A9169E60-F215-42A9-BCFD-6F0F705926C3}" presName="Accent1Text" presStyleLbl="node1" presStyleIdx="3" presStyleCnt="6" custLinFactNeighborY="0"/>
      <dgm:spPr/>
    </dgm:pt>
    <dgm:pt modelId="{F54D197D-6D5F-4C35-ACC6-02489DEC0610}" type="pres">
      <dgm:prSet presAssocID="{A9169E60-F215-42A9-BCFD-6F0F705926C3}" presName="spaceBetweenRectangles" presStyleCnt="0"/>
      <dgm:spPr/>
    </dgm:pt>
    <dgm:pt modelId="{3A8C53C7-F87A-478D-BBF0-765E30A65188}" type="pres">
      <dgm:prSet presAssocID="{0840225E-117A-41C9-B27F-C76C6B68132E}" presName="composite" presStyleCnt="0"/>
      <dgm:spPr/>
    </dgm:pt>
    <dgm:pt modelId="{31B281BC-FE10-4C81-BD40-04C26F7ACBD7}" type="pres">
      <dgm:prSet presAssocID="{0840225E-117A-41C9-B27F-C76C6B68132E}" presName="Parent1" presStyleLbl="node1" presStyleIdx="4" presStyleCnt="6" custLinFactNeighborY="0">
        <dgm:presLayoutVars>
          <dgm:chMax val="1"/>
          <dgm:chPref val="1"/>
          <dgm:bulletEnabled val="1"/>
        </dgm:presLayoutVars>
      </dgm:prSet>
      <dgm:spPr/>
    </dgm:pt>
    <dgm:pt modelId="{C536DF99-CCFF-4E13-B43D-5B69E4225E48}" type="pres">
      <dgm:prSet presAssocID="{0840225E-117A-41C9-B27F-C76C6B68132E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39AE741D-6B5A-4A48-898C-38E3E5787693}" type="pres">
      <dgm:prSet presAssocID="{0840225E-117A-41C9-B27F-C76C6B68132E}" presName="BalanceSpacing" presStyleCnt="0"/>
      <dgm:spPr/>
    </dgm:pt>
    <dgm:pt modelId="{603841A7-1160-4F5F-B407-F5E4172042DB}" type="pres">
      <dgm:prSet presAssocID="{0840225E-117A-41C9-B27F-C76C6B68132E}" presName="BalanceSpacing1" presStyleCnt="0"/>
      <dgm:spPr/>
    </dgm:pt>
    <dgm:pt modelId="{E882642A-14C2-40EC-A466-DB0F5D0B7D0E}" type="pres">
      <dgm:prSet presAssocID="{096EE31C-F7A7-4895-9FED-0AC11FBF755F}" presName="Accent1Text" presStyleLbl="node1" presStyleIdx="5" presStyleCnt="6" custLinFactNeighborY="0"/>
      <dgm:spPr/>
    </dgm:pt>
  </dgm:ptLst>
  <dgm:cxnLst>
    <dgm:cxn modelId="{3E099E21-2874-4557-9F02-B125E201D8E1}" type="presOf" srcId="{A9169E60-F215-42A9-BCFD-6F0F705926C3}" destId="{B05A401A-C083-45C5-9CB8-0CF33C22C846}" srcOrd="0" destOrd="0" presId="urn:microsoft.com/office/officeart/2008/layout/AlternatingHexagons"/>
    <dgm:cxn modelId="{A202C828-F4BC-471A-A53C-C79DF9228F9B}" type="presOf" srcId="{0840225E-117A-41C9-B27F-C76C6B68132E}" destId="{31B281BC-FE10-4C81-BD40-04C26F7ACBD7}" srcOrd="0" destOrd="0" presId="urn:microsoft.com/office/officeart/2008/layout/AlternatingHexagons"/>
    <dgm:cxn modelId="{8231F35D-1A9C-4791-BBF2-7B8F04531691}" srcId="{9FE52991-EDF5-4133-8897-0D4EE4D41724}" destId="{8F12BEDF-83DC-4C1C-A849-5A2C93433D36}" srcOrd="0" destOrd="0" parTransId="{2CDF6CA5-83D8-44A4-9E16-A27477E36D6B}" sibTransId="{6E2A0523-2543-4B3C-A4DE-7B040B7D19B6}"/>
    <dgm:cxn modelId="{E0710A4D-34F2-49B1-90C8-D72F02F67CEC}" srcId="{9FE52991-EDF5-4133-8897-0D4EE4D41724}" destId="{23CD66DF-3072-4856-BC88-0CE4867DB183}" srcOrd="1" destOrd="0" parTransId="{FA77304C-770B-44D3-8D0A-968ED009CC1A}" sibTransId="{A9169E60-F215-42A9-BCFD-6F0F705926C3}"/>
    <dgm:cxn modelId="{CCA1D86F-B891-4D20-9C77-C6A5D4F2E248}" type="presOf" srcId="{6E2A0523-2543-4B3C-A4DE-7B040B7D19B6}" destId="{2C2231EA-DD68-4A01-9D34-9D643800C80D}" srcOrd="0" destOrd="0" presId="urn:microsoft.com/office/officeart/2008/layout/AlternatingHexagons"/>
    <dgm:cxn modelId="{DEF5087A-C6C7-43CF-9F96-4C19F75C1FE0}" type="presOf" srcId="{096EE31C-F7A7-4895-9FED-0AC11FBF755F}" destId="{E882642A-14C2-40EC-A466-DB0F5D0B7D0E}" srcOrd="0" destOrd="0" presId="urn:microsoft.com/office/officeart/2008/layout/AlternatingHexagons"/>
    <dgm:cxn modelId="{FCD13198-13C1-49B5-AE71-F72D205BEF01}" type="presOf" srcId="{9FE52991-EDF5-4133-8897-0D4EE4D41724}" destId="{73E21269-7D79-474A-BEB7-29EA6CD7414C}" srcOrd="0" destOrd="0" presId="urn:microsoft.com/office/officeart/2008/layout/AlternatingHexagons"/>
    <dgm:cxn modelId="{2C37E5B3-F88A-4370-8897-5C7E488F8FF2}" type="presOf" srcId="{23CD66DF-3072-4856-BC88-0CE4867DB183}" destId="{69CCA41F-1940-4763-95EE-4AC58A02A91B}" srcOrd="0" destOrd="0" presId="urn:microsoft.com/office/officeart/2008/layout/AlternatingHexagons"/>
    <dgm:cxn modelId="{B52AB9BD-48C7-410A-B8AF-C75B602B508D}" type="presOf" srcId="{8F12BEDF-83DC-4C1C-A849-5A2C93433D36}" destId="{0C38CB99-4457-4487-AB49-64D472A08181}" srcOrd="0" destOrd="0" presId="urn:microsoft.com/office/officeart/2008/layout/AlternatingHexagons"/>
    <dgm:cxn modelId="{9EDEC9C2-7300-4948-99FF-0935845B165F}" srcId="{9FE52991-EDF5-4133-8897-0D4EE4D41724}" destId="{0840225E-117A-41C9-B27F-C76C6B68132E}" srcOrd="2" destOrd="0" parTransId="{70CB295D-39E2-4F21-BD47-401529CD5357}" sibTransId="{096EE31C-F7A7-4895-9FED-0AC11FBF755F}"/>
    <dgm:cxn modelId="{3B41986B-9985-470C-85A2-608F9C74A446}" type="presParOf" srcId="{73E21269-7D79-474A-BEB7-29EA6CD7414C}" destId="{B6FE7550-B978-4D3C-BC8E-BF7BBAA34AA8}" srcOrd="0" destOrd="0" presId="urn:microsoft.com/office/officeart/2008/layout/AlternatingHexagons"/>
    <dgm:cxn modelId="{29AC95F8-513B-4BF3-AAD8-07D17B78CD3C}" type="presParOf" srcId="{B6FE7550-B978-4D3C-BC8E-BF7BBAA34AA8}" destId="{0C38CB99-4457-4487-AB49-64D472A08181}" srcOrd="0" destOrd="0" presId="urn:microsoft.com/office/officeart/2008/layout/AlternatingHexagons"/>
    <dgm:cxn modelId="{28D03583-E0EB-46C8-BA9B-A5396108A875}" type="presParOf" srcId="{B6FE7550-B978-4D3C-BC8E-BF7BBAA34AA8}" destId="{FBA83884-DB63-48B0-8A54-BF578938F5E9}" srcOrd="1" destOrd="0" presId="urn:microsoft.com/office/officeart/2008/layout/AlternatingHexagons"/>
    <dgm:cxn modelId="{24168AC4-1621-4395-8F38-31F817DDA467}" type="presParOf" srcId="{B6FE7550-B978-4D3C-BC8E-BF7BBAA34AA8}" destId="{DC10F4B2-9CBD-4ADA-AA4C-C7EDF959EB9D}" srcOrd="2" destOrd="0" presId="urn:microsoft.com/office/officeart/2008/layout/AlternatingHexagons"/>
    <dgm:cxn modelId="{01A964E5-F201-448B-9B7F-730D10C58BEF}" type="presParOf" srcId="{B6FE7550-B978-4D3C-BC8E-BF7BBAA34AA8}" destId="{3DF72811-CFE5-48ED-A42D-EBF484A61E10}" srcOrd="3" destOrd="0" presId="urn:microsoft.com/office/officeart/2008/layout/AlternatingHexagons"/>
    <dgm:cxn modelId="{EDB51DCB-8CC7-4451-904C-C88F90F81963}" type="presParOf" srcId="{B6FE7550-B978-4D3C-BC8E-BF7BBAA34AA8}" destId="{2C2231EA-DD68-4A01-9D34-9D643800C80D}" srcOrd="4" destOrd="0" presId="urn:microsoft.com/office/officeart/2008/layout/AlternatingHexagons"/>
    <dgm:cxn modelId="{7B369407-FAD9-40CF-A1FA-472750F5B7B9}" type="presParOf" srcId="{73E21269-7D79-474A-BEB7-29EA6CD7414C}" destId="{27C0524A-161F-461B-928E-54F15B0AAF15}" srcOrd="1" destOrd="0" presId="urn:microsoft.com/office/officeart/2008/layout/AlternatingHexagons"/>
    <dgm:cxn modelId="{D3FF6EDE-D0CB-4D5C-9941-53EA60018550}" type="presParOf" srcId="{73E21269-7D79-474A-BEB7-29EA6CD7414C}" destId="{C9091AC5-EC10-4A60-8194-210AD99C5AD7}" srcOrd="2" destOrd="0" presId="urn:microsoft.com/office/officeart/2008/layout/AlternatingHexagons"/>
    <dgm:cxn modelId="{839DBED2-FCFD-4027-85BE-556706F91D6B}" type="presParOf" srcId="{C9091AC5-EC10-4A60-8194-210AD99C5AD7}" destId="{69CCA41F-1940-4763-95EE-4AC58A02A91B}" srcOrd="0" destOrd="0" presId="urn:microsoft.com/office/officeart/2008/layout/AlternatingHexagons"/>
    <dgm:cxn modelId="{F08948E8-8DCD-4296-A044-C9E430655A63}" type="presParOf" srcId="{C9091AC5-EC10-4A60-8194-210AD99C5AD7}" destId="{709228DF-1D6F-43F9-8CD3-EC604506F40D}" srcOrd="1" destOrd="0" presId="urn:microsoft.com/office/officeart/2008/layout/AlternatingHexagons"/>
    <dgm:cxn modelId="{3349C5EA-7FE1-4618-A3C2-AFD7CB79F24F}" type="presParOf" srcId="{C9091AC5-EC10-4A60-8194-210AD99C5AD7}" destId="{E9B50EDF-BF62-470D-B234-A926359E49E4}" srcOrd="2" destOrd="0" presId="urn:microsoft.com/office/officeart/2008/layout/AlternatingHexagons"/>
    <dgm:cxn modelId="{7EA30351-450F-4A4D-8DEA-BA5539FEA55A}" type="presParOf" srcId="{C9091AC5-EC10-4A60-8194-210AD99C5AD7}" destId="{20FD8043-6E83-49F2-BCF8-D607ECC724DD}" srcOrd="3" destOrd="0" presId="urn:microsoft.com/office/officeart/2008/layout/AlternatingHexagons"/>
    <dgm:cxn modelId="{B5A47D9B-ADCC-46ED-95C7-5FE66663E04A}" type="presParOf" srcId="{C9091AC5-EC10-4A60-8194-210AD99C5AD7}" destId="{B05A401A-C083-45C5-9CB8-0CF33C22C846}" srcOrd="4" destOrd="0" presId="urn:microsoft.com/office/officeart/2008/layout/AlternatingHexagons"/>
    <dgm:cxn modelId="{70723D63-BD46-44F5-A91F-32A9284D60D1}" type="presParOf" srcId="{73E21269-7D79-474A-BEB7-29EA6CD7414C}" destId="{F54D197D-6D5F-4C35-ACC6-02489DEC0610}" srcOrd="3" destOrd="0" presId="urn:microsoft.com/office/officeart/2008/layout/AlternatingHexagons"/>
    <dgm:cxn modelId="{C39305B5-4E82-4142-BE25-917787E83CFF}" type="presParOf" srcId="{73E21269-7D79-474A-BEB7-29EA6CD7414C}" destId="{3A8C53C7-F87A-478D-BBF0-765E30A65188}" srcOrd="4" destOrd="0" presId="urn:microsoft.com/office/officeart/2008/layout/AlternatingHexagons"/>
    <dgm:cxn modelId="{BFD0BEBD-E205-48B3-995C-6B8F82CC4821}" type="presParOf" srcId="{3A8C53C7-F87A-478D-BBF0-765E30A65188}" destId="{31B281BC-FE10-4C81-BD40-04C26F7ACBD7}" srcOrd="0" destOrd="0" presId="urn:microsoft.com/office/officeart/2008/layout/AlternatingHexagons"/>
    <dgm:cxn modelId="{04992C03-4027-4CED-8DD5-02F9C0B9B2CC}" type="presParOf" srcId="{3A8C53C7-F87A-478D-BBF0-765E30A65188}" destId="{C536DF99-CCFF-4E13-B43D-5B69E4225E48}" srcOrd="1" destOrd="0" presId="urn:microsoft.com/office/officeart/2008/layout/AlternatingHexagons"/>
    <dgm:cxn modelId="{787F42BD-6A65-410E-A877-C441F4873DB7}" type="presParOf" srcId="{3A8C53C7-F87A-478D-BBF0-765E30A65188}" destId="{39AE741D-6B5A-4A48-898C-38E3E5787693}" srcOrd="2" destOrd="0" presId="urn:microsoft.com/office/officeart/2008/layout/AlternatingHexagons"/>
    <dgm:cxn modelId="{4E7066B8-1C06-4375-8133-E3D9AAEFC107}" type="presParOf" srcId="{3A8C53C7-F87A-478D-BBF0-765E30A65188}" destId="{603841A7-1160-4F5F-B407-F5E4172042DB}" srcOrd="3" destOrd="0" presId="urn:microsoft.com/office/officeart/2008/layout/AlternatingHexagons"/>
    <dgm:cxn modelId="{94B7F89C-D78B-45DE-85C0-1295A8DE2D1A}" type="presParOf" srcId="{3A8C53C7-F87A-478D-BBF0-765E30A65188}" destId="{E882642A-14C2-40EC-A466-DB0F5D0B7D0E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A314C08-3EE2-4B08-87A6-1640DF91A2B7}" type="doc">
      <dgm:prSet loTypeId="urn:microsoft.com/office/officeart/2005/8/layout/pList2" loCatId="picture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30614E2B-9622-4F0F-BDAA-1034AA518A4A}">
      <dgm:prSet custT="1"/>
      <dgm:spPr/>
      <dgm:t>
        <a:bodyPr/>
        <a:lstStyle/>
        <a:p>
          <a:pPr algn="just"/>
          <a:r>
            <a:rPr lang="en-US" sz="1600" dirty="0"/>
            <a:t>Surveys</a:t>
          </a:r>
        </a:p>
      </dgm:t>
    </dgm:pt>
    <dgm:pt modelId="{B9FA206C-2D4C-4EAA-A816-85549740039A}" type="parTrans" cxnId="{115DBA47-72AA-4695-B130-1AC4565A2E10}">
      <dgm:prSet/>
      <dgm:spPr/>
      <dgm:t>
        <a:bodyPr/>
        <a:lstStyle/>
        <a:p>
          <a:endParaRPr lang="en-US"/>
        </a:p>
      </dgm:t>
    </dgm:pt>
    <dgm:pt modelId="{BDFA49B2-648F-4636-AE25-E2A1A08A79B7}" type="sibTrans" cxnId="{115DBA47-72AA-4695-B130-1AC4565A2E10}">
      <dgm:prSet/>
      <dgm:spPr/>
      <dgm:t>
        <a:bodyPr/>
        <a:lstStyle/>
        <a:p>
          <a:endParaRPr lang="en-US"/>
        </a:p>
      </dgm:t>
    </dgm:pt>
    <dgm:pt modelId="{A0B2B137-015C-4558-A3A3-FF4282D9D6DE}">
      <dgm:prSet custT="1"/>
      <dgm:spPr/>
      <dgm:t>
        <a:bodyPr/>
        <a:lstStyle/>
        <a:p>
          <a:pPr algn="just"/>
          <a:r>
            <a:rPr lang="en-US" sz="1600" dirty="0"/>
            <a:t>Experiments</a:t>
          </a:r>
        </a:p>
      </dgm:t>
    </dgm:pt>
    <dgm:pt modelId="{E26FE0DC-13EC-4F2F-8F01-31CD6C0E4457}" type="parTrans" cxnId="{E547BA9E-6E95-4E86-80CD-62B9CBE98233}">
      <dgm:prSet/>
      <dgm:spPr/>
      <dgm:t>
        <a:bodyPr/>
        <a:lstStyle/>
        <a:p>
          <a:endParaRPr lang="en-US"/>
        </a:p>
      </dgm:t>
    </dgm:pt>
    <dgm:pt modelId="{A4839D80-CDC9-408E-8E08-30CC5D441B63}" type="sibTrans" cxnId="{E547BA9E-6E95-4E86-80CD-62B9CBE98233}">
      <dgm:prSet/>
      <dgm:spPr/>
      <dgm:t>
        <a:bodyPr/>
        <a:lstStyle/>
        <a:p>
          <a:endParaRPr lang="en-US"/>
        </a:p>
      </dgm:t>
    </dgm:pt>
    <dgm:pt modelId="{039B0DA5-35D2-478C-AF6D-F7963DA9483A}">
      <dgm:prSet custT="1"/>
      <dgm:spPr/>
      <dgm:t>
        <a:bodyPr/>
        <a:lstStyle/>
        <a:p>
          <a:pPr algn="just"/>
          <a:r>
            <a:rPr lang="en-US" sz="1600" dirty="0"/>
            <a:t>Observations from the real world</a:t>
          </a:r>
        </a:p>
      </dgm:t>
    </dgm:pt>
    <dgm:pt modelId="{C7916601-188C-4F9B-8883-66F5B9B531F0}" type="parTrans" cxnId="{B1058CB0-A695-488B-BF20-C6C72DE764B3}">
      <dgm:prSet/>
      <dgm:spPr/>
      <dgm:t>
        <a:bodyPr/>
        <a:lstStyle/>
        <a:p>
          <a:endParaRPr lang="en-US"/>
        </a:p>
      </dgm:t>
    </dgm:pt>
    <dgm:pt modelId="{2F73F3EE-815E-4C04-A301-359682B69C2B}" type="sibTrans" cxnId="{B1058CB0-A695-488B-BF20-C6C72DE764B3}">
      <dgm:prSet/>
      <dgm:spPr/>
      <dgm:t>
        <a:bodyPr/>
        <a:lstStyle/>
        <a:p>
          <a:endParaRPr lang="en-US"/>
        </a:p>
      </dgm:t>
    </dgm:pt>
    <dgm:pt modelId="{24B8ECE3-4CE5-48A5-9950-4DA7636C4153}">
      <dgm:prSet custT="1"/>
      <dgm:spPr/>
      <dgm:t>
        <a:bodyPr/>
        <a:lstStyle/>
        <a:p>
          <a:pPr algn="just"/>
          <a:r>
            <a:rPr lang="en-US" sz="1600" dirty="0"/>
            <a:t>Existing databases, data providers, and open data sources</a:t>
          </a:r>
        </a:p>
      </dgm:t>
    </dgm:pt>
    <dgm:pt modelId="{3DDDAD3C-C7E3-44F9-B8A0-693B584763FD}" type="parTrans" cxnId="{37BAF5B3-D1A5-49B0-A5DB-A6394CD2E118}">
      <dgm:prSet/>
      <dgm:spPr/>
      <dgm:t>
        <a:bodyPr/>
        <a:lstStyle/>
        <a:p>
          <a:endParaRPr lang="en-US"/>
        </a:p>
      </dgm:t>
    </dgm:pt>
    <dgm:pt modelId="{5159A2A7-85FD-4E24-99A4-67A965CACC51}" type="sibTrans" cxnId="{37BAF5B3-D1A5-49B0-A5DB-A6394CD2E118}">
      <dgm:prSet/>
      <dgm:spPr/>
      <dgm:t>
        <a:bodyPr/>
        <a:lstStyle/>
        <a:p>
          <a:endParaRPr lang="en-US"/>
        </a:p>
      </dgm:t>
    </dgm:pt>
    <dgm:pt modelId="{D85A9351-FB4E-4627-9EC9-5862566DE640}">
      <dgm:prSet custT="1"/>
      <dgm:spPr/>
      <dgm:t>
        <a:bodyPr/>
        <a:lstStyle/>
        <a:p>
          <a:pPr algn="just"/>
          <a:r>
            <a:rPr lang="en-US" sz="1600" dirty="0"/>
            <a:t>Other methods</a:t>
          </a:r>
        </a:p>
      </dgm:t>
    </dgm:pt>
    <dgm:pt modelId="{83DF70B2-222F-4EE8-B6EF-2C4899578030}" type="parTrans" cxnId="{93B2BAD8-16A8-409F-B17C-840E124A7FD0}">
      <dgm:prSet/>
      <dgm:spPr/>
      <dgm:t>
        <a:bodyPr/>
        <a:lstStyle/>
        <a:p>
          <a:endParaRPr lang="en-US"/>
        </a:p>
      </dgm:t>
    </dgm:pt>
    <dgm:pt modelId="{7BC1E9C3-4FD2-4BBE-A9F7-E0E3A423B06C}" type="sibTrans" cxnId="{93B2BAD8-16A8-409F-B17C-840E124A7FD0}">
      <dgm:prSet/>
      <dgm:spPr/>
      <dgm:t>
        <a:bodyPr/>
        <a:lstStyle/>
        <a:p>
          <a:endParaRPr lang="en-US"/>
        </a:p>
      </dgm:t>
    </dgm:pt>
    <dgm:pt modelId="{3CBC7614-3756-4165-87B9-71448A58ED37}">
      <dgm:prSet custT="1"/>
      <dgm:spPr/>
      <dgm:t>
        <a:bodyPr/>
        <a:lstStyle/>
        <a:p>
          <a:pPr algn="just"/>
          <a:r>
            <a:rPr lang="en-US" sz="1600" dirty="0"/>
            <a:t>Controlled experiments</a:t>
          </a:r>
        </a:p>
      </dgm:t>
    </dgm:pt>
    <dgm:pt modelId="{3FA65879-E77F-4DD4-8B35-88D03FF85F1A}" type="parTrans" cxnId="{CFF31BCE-22BD-44A7-864A-15780BF96E7F}">
      <dgm:prSet/>
      <dgm:spPr/>
      <dgm:t>
        <a:bodyPr/>
        <a:lstStyle/>
        <a:p>
          <a:endParaRPr lang="en-US"/>
        </a:p>
      </dgm:t>
    </dgm:pt>
    <dgm:pt modelId="{8D1924C0-92A3-4913-9928-C5FD55A96764}" type="sibTrans" cxnId="{CFF31BCE-22BD-44A7-864A-15780BF96E7F}">
      <dgm:prSet/>
      <dgm:spPr/>
      <dgm:t>
        <a:bodyPr/>
        <a:lstStyle/>
        <a:p>
          <a:endParaRPr lang="en-US"/>
        </a:p>
      </dgm:t>
    </dgm:pt>
    <dgm:pt modelId="{6DAAD826-0D35-4FA2-9316-3530599B6DD5}">
      <dgm:prSet custT="1"/>
      <dgm:spPr/>
      <dgm:t>
        <a:bodyPr/>
        <a:lstStyle/>
        <a:p>
          <a:pPr algn="just"/>
          <a:r>
            <a:rPr lang="en-US" sz="1600" dirty="0"/>
            <a:t>Focus groups</a:t>
          </a:r>
        </a:p>
      </dgm:t>
    </dgm:pt>
    <dgm:pt modelId="{F06DF705-50CD-4756-BA50-1B9F1C0692BD}" type="parTrans" cxnId="{309C93B8-4A3E-4750-A000-9AEBE5284B9E}">
      <dgm:prSet/>
      <dgm:spPr/>
      <dgm:t>
        <a:bodyPr/>
        <a:lstStyle/>
        <a:p>
          <a:endParaRPr lang="en-US"/>
        </a:p>
      </dgm:t>
    </dgm:pt>
    <dgm:pt modelId="{8CDD82A2-660E-48FA-BE06-693EECB8BD64}" type="sibTrans" cxnId="{309C93B8-4A3E-4750-A000-9AEBE5284B9E}">
      <dgm:prSet/>
      <dgm:spPr/>
      <dgm:t>
        <a:bodyPr/>
        <a:lstStyle/>
        <a:p>
          <a:endParaRPr lang="en-US"/>
        </a:p>
      </dgm:t>
    </dgm:pt>
    <dgm:pt modelId="{FD686BD5-6AC0-477F-812F-37883204B98D}">
      <dgm:prSet custT="1"/>
      <dgm:spPr/>
      <dgm:t>
        <a:bodyPr/>
        <a:lstStyle/>
        <a:p>
          <a:pPr algn="just"/>
          <a:r>
            <a:rPr lang="en-US" sz="1600" dirty="0"/>
            <a:t>Case studies</a:t>
          </a:r>
        </a:p>
      </dgm:t>
    </dgm:pt>
    <dgm:pt modelId="{02BD1F8B-B47C-4C36-9AE6-6EA5DC5E1A4E}" type="parTrans" cxnId="{442BBBBC-1E66-4FF1-9A87-E22BE9EBAB1A}">
      <dgm:prSet/>
      <dgm:spPr/>
      <dgm:t>
        <a:bodyPr/>
        <a:lstStyle/>
        <a:p>
          <a:endParaRPr lang="en-US"/>
        </a:p>
      </dgm:t>
    </dgm:pt>
    <dgm:pt modelId="{C9206844-B868-4777-BADC-6279BEB13CC3}" type="sibTrans" cxnId="{442BBBBC-1E66-4FF1-9A87-E22BE9EBAB1A}">
      <dgm:prSet/>
      <dgm:spPr/>
      <dgm:t>
        <a:bodyPr/>
        <a:lstStyle/>
        <a:p>
          <a:endParaRPr lang="en-US"/>
        </a:p>
      </dgm:t>
    </dgm:pt>
    <dgm:pt modelId="{99CD9F1E-F38B-4709-A4C9-3C953C5DE45D}">
      <dgm:prSet custT="1"/>
      <dgm:spPr/>
      <dgm:t>
        <a:bodyPr/>
        <a:lstStyle/>
        <a:p>
          <a:pPr algn="just"/>
          <a:r>
            <a:rPr lang="en-US" sz="1600" dirty="0"/>
            <a:t>Ethnographic research</a:t>
          </a:r>
        </a:p>
      </dgm:t>
    </dgm:pt>
    <dgm:pt modelId="{8DFF1FA7-9808-4852-BD1A-AD9422CBF7DA}" type="parTrans" cxnId="{763BA331-0C58-44BE-A674-74B4387999D9}">
      <dgm:prSet/>
      <dgm:spPr/>
      <dgm:t>
        <a:bodyPr/>
        <a:lstStyle/>
        <a:p>
          <a:endParaRPr lang="en-US"/>
        </a:p>
      </dgm:t>
    </dgm:pt>
    <dgm:pt modelId="{95717DEA-009A-4433-954A-86868D61F64B}" type="sibTrans" cxnId="{763BA331-0C58-44BE-A674-74B4387999D9}">
      <dgm:prSet/>
      <dgm:spPr/>
      <dgm:t>
        <a:bodyPr/>
        <a:lstStyle/>
        <a:p>
          <a:endParaRPr lang="en-US"/>
        </a:p>
      </dgm:t>
    </dgm:pt>
    <dgm:pt modelId="{D562F3FE-4AF6-45DB-82F1-2E1F56B33E1F}">
      <dgm:prSet custT="1"/>
      <dgm:spPr/>
      <dgm:t>
        <a:bodyPr/>
        <a:lstStyle/>
        <a:p>
          <a:pPr algn="just"/>
          <a:r>
            <a:rPr lang="en-US" sz="1600" dirty="0"/>
            <a:t>Questionnaires</a:t>
          </a:r>
        </a:p>
      </dgm:t>
    </dgm:pt>
    <dgm:pt modelId="{78907053-7510-40A1-896B-197796927BFC}" type="parTrans" cxnId="{6C89443D-A9BB-4B01-802D-6105C04D9214}">
      <dgm:prSet/>
      <dgm:spPr/>
      <dgm:t>
        <a:bodyPr/>
        <a:lstStyle/>
        <a:p>
          <a:endParaRPr lang="en-US"/>
        </a:p>
      </dgm:t>
    </dgm:pt>
    <dgm:pt modelId="{97BD1738-47B8-4AAB-A69A-BE7BD1B6FB7B}" type="sibTrans" cxnId="{6C89443D-A9BB-4B01-802D-6105C04D9214}">
      <dgm:prSet/>
      <dgm:spPr/>
      <dgm:t>
        <a:bodyPr/>
        <a:lstStyle/>
        <a:p>
          <a:endParaRPr lang="en-US"/>
        </a:p>
      </dgm:t>
    </dgm:pt>
    <dgm:pt modelId="{57DD8A01-B79E-4DA3-8FD1-ACF58197C3DF}">
      <dgm:prSet custT="1"/>
      <dgm:spPr/>
      <dgm:t>
        <a:bodyPr/>
        <a:lstStyle/>
        <a:p>
          <a:pPr algn="just"/>
          <a:r>
            <a:rPr lang="en-US" sz="1600" dirty="0"/>
            <a:t>Interviews</a:t>
          </a:r>
        </a:p>
      </dgm:t>
    </dgm:pt>
    <dgm:pt modelId="{34801EA8-20FB-4800-ACD0-18A30AC2AADE}" type="parTrans" cxnId="{C2B29466-685A-40F1-9A7C-000F0BEC9373}">
      <dgm:prSet/>
      <dgm:spPr/>
      <dgm:t>
        <a:bodyPr/>
        <a:lstStyle/>
        <a:p>
          <a:endParaRPr lang="en-US"/>
        </a:p>
      </dgm:t>
    </dgm:pt>
    <dgm:pt modelId="{67F88611-104B-4D24-94A8-02F20CBEAC31}" type="sibTrans" cxnId="{C2B29466-685A-40F1-9A7C-000F0BEC9373}">
      <dgm:prSet/>
      <dgm:spPr/>
      <dgm:t>
        <a:bodyPr/>
        <a:lstStyle/>
        <a:p>
          <a:endParaRPr lang="en-US"/>
        </a:p>
      </dgm:t>
    </dgm:pt>
    <dgm:pt modelId="{1C74DBF7-2F6E-4960-AC37-F61889057D4B}">
      <dgm:prSet custT="1"/>
      <dgm:spPr/>
      <dgm:t>
        <a:bodyPr/>
        <a:lstStyle/>
        <a:p>
          <a:pPr algn="just"/>
          <a:r>
            <a:rPr lang="en-US" sz="1600" dirty="0"/>
            <a:t>A/B testing</a:t>
          </a:r>
        </a:p>
      </dgm:t>
    </dgm:pt>
    <dgm:pt modelId="{BE50C954-5A30-49F8-ABBF-10047BCC44CE}" type="parTrans" cxnId="{498FA1C9-2643-410C-800C-6C40D3575F6F}">
      <dgm:prSet/>
      <dgm:spPr/>
      <dgm:t>
        <a:bodyPr/>
        <a:lstStyle/>
        <a:p>
          <a:endParaRPr lang="en-US"/>
        </a:p>
      </dgm:t>
    </dgm:pt>
    <dgm:pt modelId="{8C5EEFEE-5408-48F1-9759-E90417D402EB}" type="sibTrans" cxnId="{498FA1C9-2643-410C-800C-6C40D3575F6F}">
      <dgm:prSet/>
      <dgm:spPr/>
      <dgm:t>
        <a:bodyPr/>
        <a:lstStyle/>
        <a:p>
          <a:endParaRPr lang="en-US"/>
        </a:p>
      </dgm:t>
    </dgm:pt>
    <dgm:pt modelId="{5FB9E2F1-0718-4498-8A5F-77F77B305C83}" type="pres">
      <dgm:prSet presAssocID="{8A314C08-3EE2-4B08-87A6-1640DF91A2B7}" presName="Name0" presStyleCnt="0">
        <dgm:presLayoutVars>
          <dgm:dir/>
          <dgm:resizeHandles val="exact"/>
        </dgm:presLayoutVars>
      </dgm:prSet>
      <dgm:spPr/>
    </dgm:pt>
    <dgm:pt modelId="{B05D5721-2914-46D0-A405-44468B0623C6}" type="pres">
      <dgm:prSet presAssocID="{8A314C08-3EE2-4B08-87A6-1640DF91A2B7}" presName="bkgdShp" presStyleLbl="alignAccFollowNode1" presStyleIdx="0" presStyleCnt="1"/>
      <dgm:spPr/>
    </dgm:pt>
    <dgm:pt modelId="{A7D11BF1-C6AF-4C7C-B4A4-3824B0483252}" type="pres">
      <dgm:prSet presAssocID="{8A314C08-3EE2-4B08-87A6-1640DF91A2B7}" presName="linComp" presStyleCnt="0"/>
      <dgm:spPr/>
    </dgm:pt>
    <dgm:pt modelId="{9D8B0F19-6ADC-44A3-8508-EBED97B85C8B}" type="pres">
      <dgm:prSet presAssocID="{30614E2B-9622-4F0F-BDAA-1034AA518A4A}" presName="compNode" presStyleCnt="0"/>
      <dgm:spPr/>
    </dgm:pt>
    <dgm:pt modelId="{D0EC1630-F8E6-4220-94E7-6268F0A1D9E1}" type="pres">
      <dgm:prSet presAssocID="{30614E2B-9622-4F0F-BDAA-1034AA518A4A}" presName="node" presStyleLbl="node1" presStyleIdx="0" presStyleCnt="5">
        <dgm:presLayoutVars>
          <dgm:bulletEnabled val="1"/>
        </dgm:presLayoutVars>
      </dgm:prSet>
      <dgm:spPr/>
    </dgm:pt>
    <dgm:pt modelId="{48C15611-2FEB-4691-8875-6F3B8571C3CF}" type="pres">
      <dgm:prSet presAssocID="{30614E2B-9622-4F0F-BDAA-1034AA518A4A}" presName="invisiNode" presStyleLbl="node1" presStyleIdx="0" presStyleCnt="5"/>
      <dgm:spPr/>
    </dgm:pt>
    <dgm:pt modelId="{60988E0B-86D9-4F3C-B913-903FD78BA9DF}" type="pres">
      <dgm:prSet presAssocID="{30614E2B-9622-4F0F-BDAA-1034AA518A4A}" presName="imagNode" presStyleLbl="fgImgPlac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3000" b="-23000"/>
          </a:stretch>
        </a:blipFill>
      </dgm:spPr>
    </dgm:pt>
    <dgm:pt modelId="{AA9C1103-FCB4-4A44-90D4-E0B3857157B3}" type="pres">
      <dgm:prSet presAssocID="{BDFA49B2-648F-4636-AE25-E2A1A08A79B7}" presName="sibTrans" presStyleLbl="sibTrans2D1" presStyleIdx="0" presStyleCnt="0"/>
      <dgm:spPr/>
    </dgm:pt>
    <dgm:pt modelId="{4047E789-F18C-4825-AB41-3F6BAB64D1BD}" type="pres">
      <dgm:prSet presAssocID="{A0B2B137-015C-4558-A3A3-FF4282D9D6DE}" presName="compNode" presStyleCnt="0"/>
      <dgm:spPr/>
    </dgm:pt>
    <dgm:pt modelId="{E8479F1C-D961-4AB8-8E0F-1260A10999E3}" type="pres">
      <dgm:prSet presAssocID="{A0B2B137-015C-4558-A3A3-FF4282D9D6DE}" presName="node" presStyleLbl="node1" presStyleIdx="1" presStyleCnt="5">
        <dgm:presLayoutVars>
          <dgm:bulletEnabled val="1"/>
        </dgm:presLayoutVars>
      </dgm:prSet>
      <dgm:spPr/>
    </dgm:pt>
    <dgm:pt modelId="{215E09EB-0BB0-443D-B3EC-42121F9A010F}" type="pres">
      <dgm:prSet presAssocID="{A0B2B137-015C-4558-A3A3-FF4282D9D6DE}" presName="invisiNode" presStyleLbl="node1" presStyleIdx="1" presStyleCnt="5"/>
      <dgm:spPr/>
    </dgm:pt>
    <dgm:pt modelId="{91DB2D7A-7A78-4C7A-8AD9-E8E8484A94D8}" type="pres">
      <dgm:prSet presAssocID="{A0B2B137-015C-4558-A3A3-FF4282D9D6DE}" presName="imagNode" presStyleLbl="fgImgPlace1" presStyleIdx="1" presStyleCnt="5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3000" b="-23000"/>
          </a:stretch>
        </a:blipFill>
      </dgm:spPr>
    </dgm:pt>
    <dgm:pt modelId="{B93CE337-F713-4378-AA13-4951EC5AF4DC}" type="pres">
      <dgm:prSet presAssocID="{A4839D80-CDC9-408E-8E08-30CC5D441B63}" presName="sibTrans" presStyleLbl="sibTrans2D1" presStyleIdx="0" presStyleCnt="0"/>
      <dgm:spPr/>
    </dgm:pt>
    <dgm:pt modelId="{49DA4FF7-FF6D-4297-852B-D503C1B54A55}" type="pres">
      <dgm:prSet presAssocID="{039B0DA5-35D2-478C-AF6D-F7963DA9483A}" presName="compNode" presStyleCnt="0"/>
      <dgm:spPr/>
    </dgm:pt>
    <dgm:pt modelId="{8DBA5D63-CCF0-4DAE-B518-ED4E8F00C394}" type="pres">
      <dgm:prSet presAssocID="{039B0DA5-35D2-478C-AF6D-F7963DA9483A}" presName="node" presStyleLbl="node1" presStyleIdx="2" presStyleCnt="5">
        <dgm:presLayoutVars>
          <dgm:bulletEnabled val="1"/>
        </dgm:presLayoutVars>
      </dgm:prSet>
      <dgm:spPr/>
    </dgm:pt>
    <dgm:pt modelId="{C579FC66-899E-4F95-9A45-9C6615CE8763}" type="pres">
      <dgm:prSet presAssocID="{039B0DA5-35D2-478C-AF6D-F7963DA9483A}" presName="invisiNode" presStyleLbl="node1" presStyleIdx="2" presStyleCnt="5"/>
      <dgm:spPr/>
    </dgm:pt>
    <dgm:pt modelId="{1EB96E29-4CC7-4A89-A9E0-103168A5B5E5}" type="pres">
      <dgm:prSet presAssocID="{039B0DA5-35D2-478C-AF6D-F7963DA9483A}" presName="imagNode" presStyleLbl="fgImgPlace1" presStyleIdx="2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3000" b="-23000"/>
          </a:stretch>
        </a:blipFill>
      </dgm:spPr>
    </dgm:pt>
    <dgm:pt modelId="{81867F70-F142-4443-B29B-DA79BD700E9E}" type="pres">
      <dgm:prSet presAssocID="{2F73F3EE-815E-4C04-A301-359682B69C2B}" presName="sibTrans" presStyleLbl="sibTrans2D1" presStyleIdx="0" presStyleCnt="0"/>
      <dgm:spPr/>
    </dgm:pt>
    <dgm:pt modelId="{EF0562E2-2296-4FA1-A269-64F6D08FB59D}" type="pres">
      <dgm:prSet presAssocID="{24B8ECE3-4CE5-48A5-9950-4DA7636C4153}" presName="compNode" presStyleCnt="0"/>
      <dgm:spPr/>
    </dgm:pt>
    <dgm:pt modelId="{3A15476A-238E-45B5-B64F-9DF7C9931DDA}" type="pres">
      <dgm:prSet presAssocID="{24B8ECE3-4CE5-48A5-9950-4DA7636C4153}" presName="node" presStyleLbl="node1" presStyleIdx="3" presStyleCnt="5">
        <dgm:presLayoutVars>
          <dgm:bulletEnabled val="1"/>
        </dgm:presLayoutVars>
      </dgm:prSet>
      <dgm:spPr/>
    </dgm:pt>
    <dgm:pt modelId="{5418C17B-3800-490A-BE99-9ED78F39264B}" type="pres">
      <dgm:prSet presAssocID="{24B8ECE3-4CE5-48A5-9950-4DA7636C4153}" presName="invisiNode" presStyleLbl="node1" presStyleIdx="3" presStyleCnt="5"/>
      <dgm:spPr/>
    </dgm:pt>
    <dgm:pt modelId="{62BFE688-3692-4D75-8BBE-4877A2F5CB24}" type="pres">
      <dgm:prSet presAssocID="{24B8ECE3-4CE5-48A5-9950-4DA7636C4153}" presName="imagNode" presStyleLbl="fgImgPlace1" presStyleIdx="3" presStyleCnt="5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3000" b="-23000"/>
          </a:stretch>
        </a:blipFill>
      </dgm:spPr>
    </dgm:pt>
    <dgm:pt modelId="{F7891C89-194D-4823-91FE-11771BABFAFF}" type="pres">
      <dgm:prSet presAssocID="{5159A2A7-85FD-4E24-99A4-67A965CACC51}" presName="sibTrans" presStyleLbl="sibTrans2D1" presStyleIdx="0" presStyleCnt="0"/>
      <dgm:spPr/>
    </dgm:pt>
    <dgm:pt modelId="{FFAFA435-96BB-4221-A5AD-5B0DC74EC9B6}" type="pres">
      <dgm:prSet presAssocID="{D85A9351-FB4E-4627-9EC9-5862566DE640}" presName="compNode" presStyleCnt="0"/>
      <dgm:spPr/>
    </dgm:pt>
    <dgm:pt modelId="{D6333E7B-A95A-409F-AD91-E9139D991E8B}" type="pres">
      <dgm:prSet presAssocID="{D85A9351-FB4E-4627-9EC9-5862566DE640}" presName="node" presStyleLbl="node1" presStyleIdx="4" presStyleCnt="5">
        <dgm:presLayoutVars>
          <dgm:bulletEnabled val="1"/>
        </dgm:presLayoutVars>
      </dgm:prSet>
      <dgm:spPr/>
    </dgm:pt>
    <dgm:pt modelId="{1716E8F8-FF6C-40C3-83A1-BE82E6688522}" type="pres">
      <dgm:prSet presAssocID="{D85A9351-FB4E-4627-9EC9-5862566DE640}" presName="invisiNode" presStyleLbl="node1" presStyleIdx="4" presStyleCnt="5"/>
      <dgm:spPr/>
    </dgm:pt>
    <dgm:pt modelId="{D89EF8A7-A6DB-4538-9EF5-4C8C119EE43A}" type="pres">
      <dgm:prSet presAssocID="{D85A9351-FB4E-4627-9EC9-5862566DE640}" presName="imagNode" presStyleLbl="fgImgPlace1" presStyleIdx="4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3000" b="-23000"/>
          </a:stretch>
        </a:blipFill>
      </dgm:spPr>
    </dgm:pt>
  </dgm:ptLst>
  <dgm:cxnLst>
    <dgm:cxn modelId="{E2E91817-D1DB-4604-944A-84399833E3CC}" type="presOf" srcId="{1C74DBF7-2F6E-4960-AC37-F61889057D4B}" destId="{E8479F1C-D961-4AB8-8E0F-1260A10999E3}" srcOrd="0" destOrd="2" presId="urn:microsoft.com/office/officeart/2005/8/layout/pList2"/>
    <dgm:cxn modelId="{763BA331-0C58-44BE-A674-74B4387999D9}" srcId="{D85A9351-FB4E-4627-9EC9-5862566DE640}" destId="{99CD9F1E-F38B-4709-A4C9-3C953C5DE45D}" srcOrd="2" destOrd="0" parTransId="{8DFF1FA7-9808-4852-BD1A-AD9422CBF7DA}" sibTransId="{95717DEA-009A-4433-954A-86868D61F64B}"/>
    <dgm:cxn modelId="{4FCCFD35-C6EA-4D02-9FAC-B6212E07F542}" type="presOf" srcId="{5159A2A7-85FD-4E24-99A4-67A965CACC51}" destId="{F7891C89-194D-4823-91FE-11771BABFAFF}" srcOrd="0" destOrd="0" presId="urn:microsoft.com/office/officeart/2005/8/layout/pList2"/>
    <dgm:cxn modelId="{6C89443D-A9BB-4B01-802D-6105C04D9214}" srcId="{30614E2B-9622-4F0F-BDAA-1034AA518A4A}" destId="{D562F3FE-4AF6-45DB-82F1-2E1F56B33E1F}" srcOrd="0" destOrd="0" parTransId="{78907053-7510-40A1-896B-197796927BFC}" sibTransId="{97BD1738-47B8-4AAB-A69A-BE7BD1B6FB7B}"/>
    <dgm:cxn modelId="{C2B29466-685A-40F1-9A7C-000F0BEC9373}" srcId="{30614E2B-9622-4F0F-BDAA-1034AA518A4A}" destId="{57DD8A01-B79E-4DA3-8FD1-ACF58197C3DF}" srcOrd="1" destOrd="0" parTransId="{34801EA8-20FB-4800-ACD0-18A30AC2AADE}" sibTransId="{67F88611-104B-4D24-94A8-02F20CBEAC31}"/>
    <dgm:cxn modelId="{655FAE46-33CD-46BB-B8A5-BAA3DA27C3F8}" type="presOf" srcId="{BDFA49B2-648F-4636-AE25-E2A1A08A79B7}" destId="{AA9C1103-FCB4-4A44-90D4-E0B3857157B3}" srcOrd="0" destOrd="0" presId="urn:microsoft.com/office/officeart/2005/8/layout/pList2"/>
    <dgm:cxn modelId="{115DBA47-72AA-4695-B130-1AC4565A2E10}" srcId="{8A314C08-3EE2-4B08-87A6-1640DF91A2B7}" destId="{30614E2B-9622-4F0F-BDAA-1034AA518A4A}" srcOrd="0" destOrd="0" parTransId="{B9FA206C-2D4C-4EAA-A816-85549740039A}" sibTransId="{BDFA49B2-648F-4636-AE25-E2A1A08A79B7}"/>
    <dgm:cxn modelId="{5EEAF567-76C8-478A-8FE4-B2BA6E642E58}" type="presOf" srcId="{A0B2B137-015C-4558-A3A3-FF4282D9D6DE}" destId="{E8479F1C-D961-4AB8-8E0F-1260A10999E3}" srcOrd="0" destOrd="0" presId="urn:microsoft.com/office/officeart/2005/8/layout/pList2"/>
    <dgm:cxn modelId="{8A6B4649-9F31-4A68-9969-16D3CC8C04E4}" type="presOf" srcId="{24B8ECE3-4CE5-48A5-9950-4DA7636C4153}" destId="{3A15476A-238E-45B5-B64F-9DF7C9931DDA}" srcOrd="0" destOrd="0" presId="urn:microsoft.com/office/officeart/2005/8/layout/pList2"/>
    <dgm:cxn modelId="{30484E71-6329-4A4F-89E2-3AB044569F56}" type="presOf" srcId="{2F73F3EE-815E-4C04-A301-359682B69C2B}" destId="{81867F70-F142-4443-B29B-DA79BD700E9E}" srcOrd="0" destOrd="0" presId="urn:microsoft.com/office/officeart/2005/8/layout/pList2"/>
    <dgm:cxn modelId="{4B49AA55-0001-4F60-9726-447C11EB3886}" type="presOf" srcId="{6DAAD826-0D35-4FA2-9316-3530599B6DD5}" destId="{D6333E7B-A95A-409F-AD91-E9139D991E8B}" srcOrd="0" destOrd="1" presId="urn:microsoft.com/office/officeart/2005/8/layout/pList2"/>
    <dgm:cxn modelId="{FB33C256-C31E-4DEA-AE67-D244EBABC379}" type="presOf" srcId="{30614E2B-9622-4F0F-BDAA-1034AA518A4A}" destId="{D0EC1630-F8E6-4220-94E7-6268F0A1D9E1}" srcOrd="0" destOrd="0" presId="urn:microsoft.com/office/officeart/2005/8/layout/pList2"/>
    <dgm:cxn modelId="{C2899C84-699D-4933-9C9E-5C804A4EB65F}" type="presOf" srcId="{D562F3FE-4AF6-45DB-82F1-2E1F56B33E1F}" destId="{D0EC1630-F8E6-4220-94E7-6268F0A1D9E1}" srcOrd="0" destOrd="1" presId="urn:microsoft.com/office/officeart/2005/8/layout/pList2"/>
    <dgm:cxn modelId="{2C16CB9B-CD3A-44E7-8ECC-5518455DAB85}" type="presOf" srcId="{57DD8A01-B79E-4DA3-8FD1-ACF58197C3DF}" destId="{D0EC1630-F8E6-4220-94E7-6268F0A1D9E1}" srcOrd="0" destOrd="2" presId="urn:microsoft.com/office/officeart/2005/8/layout/pList2"/>
    <dgm:cxn modelId="{E547BA9E-6E95-4E86-80CD-62B9CBE98233}" srcId="{8A314C08-3EE2-4B08-87A6-1640DF91A2B7}" destId="{A0B2B137-015C-4558-A3A3-FF4282D9D6DE}" srcOrd="1" destOrd="0" parTransId="{E26FE0DC-13EC-4F2F-8F01-31CD6C0E4457}" sibTransId="{A4839D80-CDC9-408E-8E08-30CC5D441B63}"/>
    <dgm:cxn modelId="{D1004FA7-1E97-43E8-9612-02AF246FC87A}" type="presOf" srcId="{8A314C08-3EE2-4B08-87A6-1640DF91A2B7}" destId="{5FB9E2F1-0718-4498-8A5F-77F77B305C83}" srcOrd="0" destOrd="0" presId="urn:microsoft.com/office/officeart/2005/8/layout/pList2"/>
    <dgm:cxn modelId="{BAACB9AB-480C-47E6-ACD9-602DDEFE1CD3}" type="presOf" srcId="{D85A9351-FB4E-4627-9EC9-5862566DE640}" destId="{D6333E7B-A95A-409F-AD91-E9139D991E8B}" srcOrd="0" destOrd="0" presId="urn:microsoft.com/office/officeart/2005/8/layout/pList2"/>
    <dgm:cxn modelId="{80637FAC-2873-4421-97A5-400A1EF2E03D}" type="presOf" srcId="{039B0DA5-35D2-478C-AF6D-F7963DA9483A}" destId="{8DBA5D63-CCF0-4DAE-B518-ED4E8F00C394}" srcOrd="0" destOrd="0" presId="urn:microsoft.com/office/officeart/2005/8/layout/pList2"/>
    <dgm:cxn modelId="{B1058CB0-A695-488B-BF20-C6C72DE764B3}" srcId="{8A314C08-3EE2-4B08-87A6-1640DF91A2B7}" destId="{039B0DA5-35D2-478C-AF6D-F7963DA9483A}" srcOrd="2" destOrd="0" parTransId="{C7916601-188C-4F9B-8883-66F5B9B531F0}" sibTransId="{2F73F3EE-815E-4C04-A301-359682B69C2B}"/>
    <dgm:cxn modelId="{37BAF5B3-D1A5-49B0-A5DB-A6394CD2E118}" srcId="{8A314C08-3EE2-4B08-87A6-1640DF91A2B7}" destId="{24B8ECE3-4CE5-48A5-9950-4DA7636C4153}" srcOrd="3" destOrd="0" parTransId="{3DDDAD3C-C7E3-44F9-B8A0-693B584763FD}" sibTransId="{5159A2A7-85FD-4E24-99A4-67A965CACC51}"/>
    <dgm:cxn modelId="{309C93B8-4A3E-4750-A000-9AEBE5284B9E}" srcId="{D85A9351-FB4E-4627-9EC9-5862566DE640}" destId="{6DAAD826-0D35-4FA2-9316-3530599B6DD5}" srcOrd="0" destOrd="0" parTransId="{F06DF705-50CD-4756-BA50-1B9F1C0692BD}" sibTransId="{8CDD82A2-660E-48FA-BE06-693EECB8BD64}"/>
    <dgm:cxn modelId="{442BBBBC-1E66-4FF1-9A87-E22BE9EBAB1A}" srcId="{D85A9351-FB4E-4627-9EC9-5862566DE640}" destId="{FD686BD5-6AC0-477F-812F-37883204B98D}" srcOrd="1" destOrd="0" parTransId="{02BD1F8B-B47C-4C36-9AE6-6EA5DC5E1A4E}" sibTransId="{C9206844-B868-4777-BADC-6279BEB13CC3}"/>
    <dgm:cxn modelId="{498FA1C9-2643-410C-800C-6C40D3575F6F}" srcId="{A0B2B137-015C-4558-A3A3-FF4282D9D6DE}" destId="{1C74DBF7-2F6E-4960-AC37-F61889057D4B}" srcOrd="1" destOrd="0" parTransId="{BE50C954-5A30-49F8-ABBF-10047BCC44CE}" sibTransId="{8C5EEFEE-5408-48F1-9759-E90417D402EB}"/>
    <dgm:cxn modelId="{CFF31BCE-22BD-44A7-864A-15780BF96E7F}" srcId="{A0B2B137-015C-4558-A3A3-FF4282D9D6DE}" destId="{3CBC7614-3756-4165-87B9-71448A58ED37}" srcOrd="0" destOrd="0" parTransId="{3FA65879-E77F-4DD4-8B35-88D03FF85F1A}" sibTransId="{8D1924C0-92A3-4913-9928-C5FD55A96764}"/>
    <dgm:cxn modelId="{93B2BAD8-16A8-409F-B17C-840E124A7FD0}" srcId="{8A314C08-3EE2-4B08-87A6-1640DF91A2B7}" destId="{D85A9351-FB4E-4627-9EC9-5862566DE640}" srcOrd="4" destOrd="0" parTransId="{83DF70B2-222F-4EE8-B6EF-2C4899578030}" sibTransId="{7BC1E9C3-4FD2-4BBE-A9F7-E0E3A423B06C}"/>
    <dgm:cxn modelId="{888123DD-84D6-4E0C-BC37-592E60463097}" type="presOf" srcId="{99CD9F1E-F38B-4709-A4C9-3C953C5DE45D}" destId="{D6333E7B-A95A-409F-AD91-E9139D991E8B}" srcOrd="0" destOrd="3" presId="urn:microsoft.com/office/officeart/2005/8/layout/pList2"/>
    <dgm:cxn modelId="{A11C06F4-F487-4395-9470-BFA2417FCA89}" type="presOf" srcId="{FD686BD5-6AC0-477F-812F-37883204B98D}" destId="{D6333E7B-A95A-409F-AD91-E9139D991E8B}" srcOrd="0" destOrd="2" presId="urn:microsoft.com/office/officeart/2005/8/layout/pList2"/>
    <dgm:cxn modelId="{9426DEF4-550C-4EBA-9B56-21B834FA54BE}" type="presOf" srcId="{A4839D80-CDC9-408E-8E08-30CC5D441B63}" destId="{B93CE337-F713-4378-AA13-4951EC5AF4DC}" srcOrd="0" destOrd="0" presId="urn:microsoft.com/office/officeart/2005/8/layout/pList2"/>
    <dgm:cxn modelId="{3CF3B1F8-F967-4F1B-AAA0-E0DA1BFDCCF7}" type="presOf" srcId="{3CBC7614-3756-4165-87B9-71448A58ED37}" destId="{E8479F1C-D961-4AB8-8E0F-1260A10999E3}" srcOrd="0" destOrd="1" presId="urn:microsoft.com/office/officeart/2005/8/layout/pList2"/>
    <dgm:cxn modelId="{70A8FAD3-1510-4FB1-B2FC-DBCCC7952B6A}" type="presParOf" srcId="{5FB9E2F1-0718-4498-8A5F-77F77B305C83}" destId="{B05D5721-2914-46D0-A405-44468B0623C6}" srcOrd="0" destOrd="0" presId="urn:microsoft.com/office/officeart/2005/8/layout/pList2"/>
    <dgm:cxn modelId="{4B06F483-132A-4146-B667-840D82721F38}" type="presParOf" srcId="{5FB9E2F1-0718-4498-8A5F-77F77B305C83}" destId="{A7D11BF1-C6AF-4C7C-B4A4-3824B0483252}" srcOrd="1" destOrd="0" presId="urn:microsoft.com/office/officeart/2005/8/layout/pList2"/>
    <dgm:cxn modelId="{1E073C9A-51AB-459A-B0D7-ECB59AA97D9E}" type="presParOf" srcId="{A7D11BF1-C6AF-4C7C-B4A4-3824B0483252}" destId="{9D8B0F19-6ADC-44A3-8508-EBED97B85C8B}" srcOrd="0" destOrd="0" presId="urn:microsoft.com/office/officeart/2005/8/layout/pList2"/>
    <dgm:cxn modelId="{8D7BA39D-3195-49F6-9362-BC9D854DE050}" type="presParOf" srcId="{9D8B0F19-6ADC-44A3-8508-EBED97B85C8B}" destId="{D0EC1630-F8E6-4220-94E7-6268F0A1D9E1}" srcOrd="0" destOrd="0" presId="urn:microsoft.com/office/officeart/2005/8/layout/pList2"/>
    <dgm:cxn modelId="{B4D0CE0F-6B69-4920-9388-6FDCA9DEEA3D}" type="presParOf" srcId="{9D8B0F19-6ADC-44A3-8508-EBED97B85C8B}" destId="{48C15611-2FEB-4691-8875-6F3B8571C3CF}" srcOrd="1" destOrd="0" presId="urn:microsoft.com/office/officeart/2005/8/layout/pList2"/>
    <dgm:cxn modelId="{3D36B96D-0E8E-4B17-9CEF-BEAB88169E6D}" type="presParOf" srcId="{9D8B0F19-6ADC-44A3-8508-EBED97B85C8B}" destId="{60988E0B-86D9-4F3C-B913-903FD78BA9DF}" srcOrd="2" destOrd="0" presId="urn:microsoft.com/office/officeart/2005/8/layout/pList2"/>
    <dgm:cxn modelId="{FCFC2806-AF96-490D-B857-D9E438175434}" type="presParOf" srcId="{A7D11BF1-C6AF-4C7C-B4A4-3824B0483252}" destId="{AA9C1103-FCB4-4A44-90D4-E0B3857157B3}" srcOrd="1" destOrd="0" presId="urn:microsoft.com/office/officeart/2005/8/layout/pList2"/>
    <dgm:cxn modelId="{60EB7902-6F7D-43E9-8B56-C46637015042}" type="presParOf" srcId="{A7D11BF1-C6AF-4C7C-B4A4-3824B0483252}" destId="{4047E789-F18C-4825-AB41-3F6BAB64D1BD}" srcOrd="2" destOrd="0" presId="urn:microsoft.com/office/officeart/2005/8/layout/pList2"/>
    <dgm:cxn modelId="{3E8C937A-5CCB-4136-8A26-356AA4848257}" type="presParOf" srcId="{4047E789-F18C-4825-AB41-3F6BAB64D1BD}" destId="{E8479F1C-D961-4AB8-8E0F-1260A10999E3}" srcOrd="0" destOrd="0" presId="urn:microsoft.com/office/officeart/2005/8/layout/pList2"/>
    <dgm:cxn modelId="{8F968514-B094-473B-A161-72EB19AAF550}" type="presParOf" srcId="{4047E789-F18C-4825-AB41-3F6BAB64D1BD}" destId="{215E09EB-0BB0-443D-B3EC-42121F9A010F}" srcOrd="1" destOrd="0" presId="urn:microsoft.com/office/officeart/2005/8/layout/pList2"/>
    <dgm:cxn modelId="{96C25BFA-F0A5-4222-87BA-4A185463FC41}" type="presParOf" srcId="{4047E789-F18C-4825-AB41-3F6BAB64D1BD}" destId="{91DB2D7A-7A78-4C7A-8AD9-E8E8484A94D8}" srcOrd="2" destOrd="0" presId="urn:microsoft.com/office/officeart/2005/8/layout/pList2"/>
    <dgm:cxn modelId="{2FD08B15-6682-47CB-9F15-3B65AF8EB9A8}" type="presParOf" srcId="{A7D11BF1-C6AF-4C7C-B4A4-3824B0483252}" destId="{B93CE337-F713-4378-AA13-4951EC5AF4DC}" srcOrd="3" destOrd="0" presId="urn:microsoft.com/office/officeart/2005/8/layout/pList2"/>
    <dgm:cxn modelId="{284C4C37-A80A-4627-9327-EF093B1FD9E3}" type="presParOf" srcId="{A7D11BF1-C6AF-4C7C-B4A4-3824B0483252}" destId="{49DA4FF7-FF6D-4297-852B-D503C1B54A55}" srcOrd="4" destOrd="0" presId="urn:microsoft.com/office/officeart/2005/8/layout/pList2"/>
    <dgm:cxn modelId="{B9A56C68-6E85-464D-8955-CAEB65EBED1E}" type="presParOf" srcId="{49DA4FF7-FF6D-4297-852B-D503C1B54A55}" destId="{8DBA5D63-CCF0-4DAE-B518-ED4E8F00C394}" srcOrd="0" destOrd="0" presId="urn:microsoft.com/office/officeart/2005/8/layout/pList2"/>
    <dgm:cxn modelId="{3040060D-C36E-43CA-A802-A9B32711488B}" type="presParOf" srcId="{49DA4FF7-FF6D-4297-852B-D503C1B54A55}" destId="{C579FC66-899E-4F95-9A45-9C6615CE8763}" srcOrd="1" destOrd="0" presId="urn:microsoft.com/office/officeart/2005/8/layout/pList2"/>
    <dgm:cxn modelId="{D4DE3D9F-DC76-40F4-815B-9BEF016A1ED6}" type="presParOf" srcId="{49DA4FF7-FF6D-4297-852B-D503C1B54A55}" destId="{1EB96E29-4CC7-4A89-A9E0-103168A5B5E5}" srcOrd="2" destOrd="0" presId="urn:microsoft.com/office/officeart/2005/8/layout/pList2"/>
    <dgm:cxn modelId="{1C256D8C-2F30-4598-9821-792E7DCEA49E}" type="presParOf" srcId="{A7D11BF1-C6AF-4C7C-B4A4-3824B0483252}" destId="{81867F70-F142-4443-B29B-DA79BD700E9E}" srcOrd="5" destOrd="0" presId="urn:microsoft.com/office/officeart/2005/8/layout/pList2"/>
    <dgm:cxn modelId="{3839E7B3-ADEC-4619-AF96-F75E613CC5CC}" type="presParOf" srcId="{A7D11BF1-C6AF-4C7C-B4A4-3824B0483252}" destId="{EF0562E2-2296-4FA1-A269-64F6D08FB59D}" srcOrd="6" destOrd="0" presId="urn:microsoft.com/office/officeart/2005/8/layout/pList2"/>
    <dgm:cxn modelId="{BECFB3CF-99E7-455D-828F-68E41DC01CE4}" type="presParOf" srcId="{EF0562E2-2296-4FA1-A269-64F6D08FB59D}" destId="{3A15476A-238E-45B5-B64F-9DF7C9931DDA}" srcOrd="0" destOrd="0" presId="urn:microsoft.com/office/officeart/2005/8/layout/pList2"/>
    <dgm:cxn modelId="{6D11DB72-2FC5-4F21-896F-308BC9E7F128}" type="presParOf" srcId="{EF0562E2-2296-4FA1-A269-64F6D08FB59D}" destId="{5418C17B-3800-490A-BE99-9ED78F39264B}" srcOrd="1" destOrd="0" presId="urn:microsoft.com/office/officeart/2005/8/layout/pList2"/>
    <dgm:cxn modelId="{C51396B5-280F-4754-85C9-2A7D3388692A}" type="presParOf" srcId="{EF0562E2-2296-4FA1-A269-64F6D08FB59D}" destId="{62BFE688-3692-4D75-8BBE-4877A2F5CB24}" srcOrd="2" destOrd="0" presId="urn:microsoft.com/office/officeart/2005/8/layout/pList2"/>
    <dgm:cxn modelId="{15E4E523-0C88-46AA-89E7-6C0368CB1697}" type="presParOf" srcId="{A7D11BF1-C6AF-4C7C-B4A4-3824B0483252}" destId="{F7891C89-194D-4823-91FE-11771BABFAFF}" srcOrd="7" destOrd="0" presId="urn:microsoft.com/office/officeart/2005/8/layout/pList2"/>
    <dgm:cxn modelId="{A5994CB2-0ADD-4E95-BA61-C02E411A154C}" type="presParOf" srcId="{A7D11BF1-C6AF-4C7C-B4A4-3824B0483252}" destId="{FFAFA435-96BB-4221-A5AD-5B0DC74EC9B6}" srcOrd="8" destOrd="0" presId="urn:microsoft.com/office/officeart/2005/8/layout/pList2"/>
    <dgm:cxn modelId="{2DFAA848-37FF-4815-AAD6-A5AAB156B031}" type="presParOf" srcId="{FFAFA435-96BB-4221-A5AD-5B0DC74EC9B6}" destId="{D6333E7B-A95A-409F-AD91-E9139D991E8B}" srcOrd="0" destOrd="0" presId="urn:microsoft.com/office/officeart/2005/8/layout/pList2"/>
    <dgm:cxn modelId="{5F6DA8AF-B4A6-42CC-BE48-6582EEE8B50C}" type="presParOf" srcId="{FFAFA435-96BB-4221-A5AD-5B0DC74EC9B6}" destId="{1716E8F8-FF6C-40C3-83A1-BE82E6688522}" srcOrd="1" destOrd="0" presId="urn:microsoft.com/office/officeart/2005/8/layout/pList2"/>
    <dgm:cxn modelId="{975D714C-FDCF-4163-8FBC-F6BF3FEBCF44}" type="presParOf" srcId="{FFAFA435-96BB-4221-A5AD-5B0DC74EC9B6}" destId="{D89EF8A7-A6DB-4538-9EF5-4C8C119EE43A}" srcOrd="2" destOrd="0" presId="urn:microsoft.com/office/officeart/2005/8/layout/p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81AFEC-480B-4026-92F9-3087C74F9CB3}">
      <dsp:nvSpPr>
        <dsp:cNvPr id="0" name=""/>
        <dsp:cNvSpPr/>
      </dsp:nvSpPr>
      <dsp:spPr>
        <a:xfrm>
          <a:off x="0" y="580270"/>
          <a:ext cx="2401416" cy="49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63500" rIns="177800" bIns="63500" numCol="1" spcCol="1270" anchor="ctr" anchorCtr="0">
          <a:noAutofit/>
        </a:bodyPr>
        <a:lstStyle/>
        <a:p>
          <a:pPr marL="0" lvl="0" indent="0" algn="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Relevance </a:t>
          </a:r>
        </a:p>
      </dsp:txBody>
      <dsp:txXfrm>
        <a:off x="0" y="580270"/>
        <a:ext cx="2401416" cy="495000"/>
      </dsp:txXfrm>
    </dsp:sp>
    <dsp:sp modelId="{4C6FFF5C-9921-484C-B11F-DF4F746E59FA}">
      <dsp:nvSpPr>
        <dsp:cNvPr id="0" name=""/>
        <dsp:cNvSpPr/>
      </dsp:nvSpPr>
      <dsp:spPr>
        <a:xfrm>
          <a:off x="2401416" y="402380"/>
          <a:ext cx="480283" cy="850781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7DCB11-3D03-44ED-828F-6A7A21D65F0B}">
      <dsp:nvSpPr>
        <dsp:cNvPr id="0" name=""/>
        <dsp:cNvSpPr/>
      </dsp:nvSpPr>
      <dsp:spPr>
        <a:xfrm>
          <a:off x="3073812" y="402380"/>
          <a:ext cx="6531852" cy="8507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How is the data related to the research question or problem statement?</a:t>
          </a:r>
        </a:p>
      </dsp:txBody>
      <dsp:txXfrm>
        <a:off x="3073812" y="402380"/>
        <a:ext cx="6531852" cy="850781"/>
      </dsp:txXfrm>
    </dsp:sp>
    <dsp:sp modelId="{B10509C9-A075-4E00-BA2D-2B27CACFFB4E}">
      <dsp:nvSpPr>
        <dsp:cNvPr id="0" name=""/>
        <dsp:cNvSpPr/>
      </dsp:nvSpPr>
      <dsp:spPr>
        <a:xfrm>
          <a:off x="0" y="1521052"/>
          <a:ext cx="2403763" cy="49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63500" rIns="177800" bIns="63500" numCol="1" spcCol="1270" anchor="ctr" anchorCtr="0">
          <a:noAutofit/>
        </a:bodyPr>
        <a:lstStyle/>
        <a:p>
          <a:pPr marL="0" lvl="0" indent="0" algn="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Accuracy</a:t>
          </a:r>
          <a:endParaRPr lang="en-US" sz="2500" kern="1200" dirty="0"/>
        </a:p>
      </dsp:txBody>
      <dsp:txXfrm>
        <a:off x="0" y="1521052"/>
        <a:ext cx="2403763" cy="495000"/>
      </dsp:txXfrm>
    </dsp:sp>
    <dsp:sp modelId="{698D21BB-395E-4FBE-8204-7CBC632BE247}">
      <dsp:nvSpPr>
        <dsp:cNvPr id="0" name=""/>
        <dsp:cNvSpPr/>
      </dsp:nvSpPr>
      <dsp:spPr>
        <a:xfrm>
          <a:off x="2403763" y="1343161"/>
          <a:ext cx="480752" cy="850781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2B4583-BC69-476A-8374-9733DF09519D}">
      <dsp:nvSpPr>
        <dsp:cNvPr id="0" name=""/>
        <dsp:cNvSpPr/>
      </dsp:nvSpPr>
      <dsp:spPr>
        <a:xfrm>
          <a:off x="3076817" y="1343161"/>
          <a:ext cx="6538237" cy="8507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Is the data free from errors, mistakes, or inconsistencies.</a:t>
          </a:r>
        </a:p>
      </dsp:txBody>
      <dsp:txXfrm>
        <a:off x="3076817" y="1343161"/>
        <a:ext cx="6538237" cy="850781"/>
      </dsp:txXfrm>
    </dsp:sp>
    <dsp:sp modelId="{3D180D06-CBEC-4125-93DA-7AF8DF7967C5}">
      <dsp:nvSpPr>
        <dsp:cNvPr id="0" name=""/>
        <dsp:cNvSpPr/>
      </dsp:nvSpPr>
      <dsp:spPr>
        <a:xfrm>
          <a:off x="0" y="2461833"/>
          <a:ext cx="2401416" cy="49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63500" rIns="177800" bIns="63500" numCol="1" spcCol="1270" anchor="ctr" anchorCtr="0">
          <a:noAutofit/>
        </a:bodyPr>
        <a:lstStyle/>
        <a:p>
          <a:pPr marL="0" lvl="0" indent="0" algn="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Completeness</a:t>
          </a:r>
          <a:endParaRPr lang="en-US" sz="2500" kern="1200" dirty="0"/>
        </a:p>
      </dsp:txBody>
      <dsp:txXfrm>
        <a:off x="0" y="2461833"/>
        <a:ext cx="2401416" cy="495000"/>
      </dsp:txXfrm>
    </dsp:sp>
    <dsp:sp modelId="{06E996AE-6685-4816-A560-1BEA7413601A}">
      <dsp:nvSpPr>
        <dsp:cNvPr id="0" name=""/>
        <dsp:cNvSpPr/>
      </dsp:nvSpPr>
      <dsp:spPr>
        <a:xfrm>
          <a:off x="2401416" y="2283942"/>
          <a:ext cx="480283" cy="850781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2989A5-27BC-4323-9614-8F710A2DC47F}">
      <dsp:nvSpPr>
        <dsp:cNvPr id="0" name=""/>
        <dsp:cNvSpPr/>
      </dsp:nvSpPr>
      <dsp:spPr>
        <a:xfrm>
          <a:off x="3073812" y="2283942"/>
          <a:ext cx="6531852" cy="8507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Does the data include all relevant information without any missing values?</a:t>
          </a:r>
        </a:p>
      </dsp:txBody>
      <dsp:txXfrm>
        <a:off x="3073812" y="2283942"/>
        <a:ext cx="6531852" cy="850781"/>
      </dsp:txXfrm>
    </dsp:sp>
    <dsp:sp modelId="{11633730-B232-402E-B23C-D139F5334B8A}">
      <dsp:nvSpPr>
        <dsp:cNvPr id="0" name=""/>
        <dsp:cNvSpPr/>
      </dsp:nvSpPr>
      <dsp:spPr>
        <a:xfrm>
          <a:off x="0" y="3402614"/>
          <a:ext cx="2401416" cy="49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63500" rIns="177800" bIns="63500" numCol="1" spcCol="1270" anchor="ctr" anchorCtr="0">
          <a:noAutofit/>
        </a:bodyPr>
        <a:lstStyle/>
        <a:p>
          <a:pPr marL="0" lvl="0" indent="0" algn="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Consistency</a:t>
          </a:r>
          <a:endParaRPr lang="en-US" sz="2500" kern="1200" dirty="0"/>
        </a:p>
      </dsp:txBody>
      <dsp:txXfrm>
        <a:off x="0" y="3402614"/>
        <a:ext cx="2401416" cy="495000"/>
      </dsp:txXfrm>
    </dsp:sp>
    <dsp:sp modelId="{14ADD3D2-244C-4AC7-B690-E16FE0F10E2D}">
      <dsp:nvSpPr>
        <dsp:cNvPr id="0" name=""/>
        <dsp:cNvSpPr/>
      </dsp:nvSpPr>
      <dsp:spPr>
        <a:xfrm>
          <a:off x="2401416" y="3224724"/>
          <a:ext cx="480283" cy="850781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17E174-80C3-4F1E-B2C0-58C9F08A14FC}">
      <dsp:nvSpPr>
        <dsp:cNvPr id="0" name=""/>
        <dsp:cNvSpPr/>
      </dsp:nvSpPr>
      <dsp:spPr>
        <a:xfrm>
          <a:off x="3073812" y="3224724"/>
          <a:ext cx="6531852" cy="8507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Is the data uniform and follows a standardized format or structure?</a:t>
          </a:r>
        </a:p>
      </dsp:txBody>
      <dsp:txXfrm>
        <a:off x="3073812" y="3224724"/>
        <a:ext cx="6531852" cy="850781"/>
      </dsp:txXfrm>
    </dsp:sp>
    <dsp:sp modelId="{4BE27B7B-B835-4A58-8C40-576AF6DE04CA}">
      <dsp:nvSpPr>
        <dsp:cNvPr id="0" name=""/>
        <dsp:cNvSpPr/>
      </dsp:nvSpPr>
      <dsp:spPr>
        <a:xfrm>
          <a:off x="0" y="4343396"/>
          <a:ext cx="2401416" cy="49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63500" rIns="177800" bIns="63500" numCol="1" spcCol="1270" anchor="ctr" anchorCtr="0">
          <a:noAutofit/>
        </a:bodyPr>
        <a:lstStyle/>
        <a:p>
          <a:pPr marL="0" lvl="0" indent="0" algn="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Reliability</a:t>
          </a:r>
          <a:endParaRPr lang="en-US" sz="2500" kern="1200" dirty="0"/>
        </a:p>
      </dsp:txBody>
      <dsp:txXfrm>
        <a:off x="0" y="4343396"/>
        <a:ext cx="2401416" cy="495000"/>
      </dsp:txXfrm>
    </dsp:sp>
    <dsp:sp modelId="{D95FECD5-8037-42E0-AC67-34059F38C4B7}">
      <dsp:nvSpPr>
        <dsp:cNvPr id="0" name=""/>
        <dsp:cNvSpPr/>
      </dsp:nvSpPr>
      <dsp:spPr>
        <a:xfrm>
          <a:off x="2401416" y="4165505"/>
          <a:ext cx="480283" cy="850781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27864D-0C3A-4ADE-8B94-31B3F2B80A91}">
      <dsp:nvSpPr>
        <dsp:cNvPr id="0" name=""/>
        <dsp:cNvSpPr/>
      </dsp:nvSpPr>
      <dsp:spPr>
        <a:xfrm>
          <a:off x="3073812" y="4165505"/>
          <a:ext cx="6531852" cy="8507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Can the data be trusted and depended upon for analysis and decision-making?</a:t>
          </a:r>
        </a:p>
      </dsp:txBody>
      <dsp:txXfrm>
        <a:off x="3073812" y="4165505"/>
        <a:ext cx="6531852" cy="85078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634B2E-7F71-49B3-A6A5-B3E58614231D}">
      <dsp:nvSpPr>
        <dsp:cNvPr id="0" name=""/>
        <dsp:cNvSpPr/>
      </dsp:nvSpPr>
      <dsp:spPr>
        <a:xfrm>
          <a:off x="2232" y="1149350"/>
          <a:ext cx="0" cy="3509962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D3275C-0A6D-4463-8D2D-DDBF2963C5E9}">
      <dsp:nvSpPr>
        <dsp:cNvPr id="0" name=""/>
        <dsp:cNvSpPr/>
      </dsp:nvSpPr>
      <dsp:spPr>
        <a:xfrm>
          <a:off x="99731" y="1266348"/>
          <a:ext cx="1846045" cy="157948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9000" b="-9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E26B66-A873-4A9A-9C22-8FD713F74D68}">
      <dsp:nvSpPr>
        <dsp:cNvPr id="0" name=""/>
        <dsp:cNvSpPr/>
      </dsp:nvSpPr>
      <dsp:spPr>
        <a:xfrm>
          <a:off x="99731" y="2845832"/>
          <a:ext cx="1846045" cy="181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To understand the factors influencing customer purchasing decisions and develop targeted marketing strategies.</a:t>
          </a:r>
        </a:p>
      </dsp:txBody>
      <dsp:txXfrm>
        <a:off x="99731" y="2845832"/>
        <a:ext cx="1846045" cy="1813480"/>
      </dsp:txXfrm>
    </dsp:sp>
    <dsp:sp modelId="{77F258CE-E870-4494-84C5-11AABEEF8BAC}">
      <dsp:nvSpPr>
        <dsp:cNvPr id="0" name=""/>
        <dsp:cNvSpPr/>
      </dsp:nvSpPr>
      <dsp:spPr>
        <a:xfrm>
          <a:off x="2232" y="759354"/>
          <a:ext cx="1949979" cy="3899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In marketing</a:t>
          </a:r>
        </a:p>
      </dsp:txBody>
      <dsp:txXfrm>
        <a:off x="2232" y="759354"/>
        <a:ext cx="1949979" cy="389995"/>
      </dsp:txXfrm>
    </dsp:sp>
    <dsp:sp modelId="{5ECAFA33-1C16-4E58-8895-ED22D64A0574}">
      <dsp:nvSpPr>
        <dsp:cNvPr id="0" name=""/>
        <dsp:cNvSpPr/>
      </dsp:nvSpPr>
      <dsp:spPr>
        <a:xfrm>
          <a:off x="2179228" y="1149350"/>
          <a:ext cx="0" cy="3509962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D1A5B4-FC0B-41FB-972A-47891C99EFEB}">
      <dsp:nvSpPr>
        <dsp:cNvPr id="0" name=""/>
        <dsp:cNvSpPr/>
      </dsp:nvSpPr>
      <dsp:spPr>
        <a:xfrm>
          <a:off x="2276727" y="1266348"/>
          <a:ext cx="1846045" cy="1579483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9000" b="-9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D8BA95-37A5-4C7B-91D6-6DF0CAF98A76}">
      <dsp:nvSpPr>
        <dsp:cNvPr id="0" name=""/>
        <dsp:cNvSpPr/>
      </dsp:nvSpPr>
      <dsp:spPr>
        <a:xfrm>
          <a:off x="2276727" y="2845832"/>
          <a:ext cx="1846045" cy="181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To examine the effectiveness of a new treatment method in reducing patient recovery time.</a:t>
          </a:r>
        </a:p>
      </dsp:txBody>
      <dsp:txXfrm>
        <a:off x="2276727" y="2845832"/>
        <a:ext cx="1846045" cy="1813480"/>
      </dsp:txXfrm>
    </dsp:sp>
    <dsp:sp modelId="{82C34760-27D9-41F7-98DF-3E63349F1081}">
      <dsp:nvSpPr>
        <dsp:cNvPr id="0" name=""/>
        <dsp:cNvSpPr/>
      </dsp:nvSpPr>
      <dsp:spPr>
        <a:xfrm>
          <a:off x="2179228" y="759354"/>
          <a:ext cx="1949979" cy="3899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In healthcare</a:t>
          </a:r>
        </a:p>
      </dsp:txBody>
      <dsp:txXfrm>
        <a:off x="2179228" y="759354"/>
        <a:ext cx="1949979" cy="389995"/>
      </dsp:txXfrm>
    </dsp:sp>
    <dsp:sp modelId="{9B5CC40F-FC76-486C-8B0C-9A0AD2A3F47F}">
      <dsp:nvSpPr>
        <dsp:cNvPr id="0" name=""/>
        <dsp:cNvSpPr/>
      </dsp:nvSpPr>
      <dsp:spPr>
        <a:xfrm>
          <a:off x="4356225" y="1149350"/>
          <a:ext cx="0" cy="3509962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A9A293-EB97-4CB6-842F-FC7519DE5A35}">
      <dsp:nvSpPr>
        <dsp:cNvPr id="0" name=""/>
        <dsp:cNvSpPr/>
      </dsp:nvSpPr>
      <dsp:spPr>
        <a:xfrm>
          <a:off x="4453724" y="1266348"/>
          <a:ext cx="1846045" cy="157948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9000" b="-9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75ED2B-B1B1-45BE-A52A-E18202D26748}">
      <dsp:nvSpPr>
        <dsp:cNvPr id="0" name=""/>
        <dsp:cNvSpPr/>
      </dsp:nvSpPr>
      <dsp:spPr>
        <a:xfrm>
          <a:off x="4453724" y="2845832"/>
          <a:ext cx="1846045" cy="181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To predict stock market trends and identify profitable investment opportunities.</a:t>
          </a:r>
        </a:p>
      </dsp:txBody>
      <dsp:txXfrm>
        <a:off x="4453724" y="2845832"/>
        <a:ext cx="1846045" cy="1813480"/>
      </dsp:txXfrm>
    </dsp:sp>
    <dsp:sp modelId="{B98DD99B-4193-4AD9-BB42-71BF94630906}">
      <dsp:nvSpPr>
        <dsp:cNvPr id="0" name=""/>
        <dsp:cNvSpPr/>
      </dsp:nvSpPr>
      <dsp:spPr>
        <a:xfrm>
          <a:off x="4356225" y="759354"/>
          <a:ext cx="1949979" cy="3899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In finance</a:t>
          </a:r>
        </a:p>
      </dsp:txBody>
      <dsp:txXfrm>
        <a:off x="4356225" y="759354"/>
        <a:ext cx="1949979" cy="38999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C50A21-B5F5-41C2-99D8-F558C3022E67}">
      <dsp:nvSpPr>
        <dsp:cNvPr id="0" name=""/>
        <dsp:cNvSpPr/>
      </dsp:nvSpPr>
      <dsp:spPr>
        <a:xfrm>
          <a:off x="0" y="4751201"/>
          <a:ext cx="10823776" cy="0"/>
        </a:xfrm>
        <a:prstGeom prst="line">
          <a:avLst/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699CC4-B4B4-4192-8FB6-C8530A44497F}">
      <dsp:nvSpPr>
        <dsp:cNvPr id="0" name=""/>
        <dsp:cNvSpPr/>
      </dsp:nvSpPr>
      <dsp:spPr>
        <a:xfrm>
          <a:off x="0" y="3734409"/>
          <a:ext cx="10823776" cy="0"/>
        </a:xfrm>
        <a:prstGeom prst="line">
          <a:avLst/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86D5EB-0BC8-49A3-9D82-BE0AC9F72AB9}">
      <dsp:nvSpPr>
        <dsp:cNvPr id="0" name=""/>
        <dsp:cNvSpPr/>
      </dsp:nvSpPr>
      <dsp:spPr>
        <a:xfrm>
          <a:off x="0" y="2717617"/>
          <a:ext cx="10823776" cy="0"/>
        </a:xfrm>
        <a:prstGeom prst="line">
          <a:avLst/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02CB2C7-247C-4F7B-B342-5805BA7A7E01}">
      <dsp:nvSpPr>
        <dsp:cNvPr id="0" name=""/>
        <dsp:cNvSpPr/>
      </dsp:nvSpPr>
      <dsp:spPr>
        <a:xfrm>
          <a:off x="0" y="2367608"/>
          <a:ext cx="10823776" cy="0"/>
        </a:xfrm>
        <a:prstGeom prst="line">
          <a:avLst/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F94DB9-B45D-4C2E-BC5C-ACABCF0D59D0}">
      <dsp:nvSpPr>
        <dsp:cNvPr id="0" name=""/>
        <dsp:cNvSpPr/>
      </dsp:nvSpPr>
      <dsp:spPr>
        <a:xfrm>
          <a:off x="0" y="1350816"/>
          <a:ext cx="10823776" cy="0"/>
        </a:xfrm>
        <a:prstGeom prst="line">
          <a:avLst/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A011F6-BADB-4F3A-A3AB-ADB9D2B8AE20}">
      <dsp:nvSpPr>
        <dsp:cNvPr id="0" name=""/>
        <dsp:cNvSpPr/>
      </dsp:nvSpPr>
      <dsp:spPr>
        <a:xfrm>
          <a:off x="0" y="334023"/>
          <a:ext cx="10823776" cy="0"/>
        </a:xfrm>
        <a:prstGeom prst="line">
          <a:avLst/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459ED9-E319-4709-8DD0-07A5DC570F84}">
      <dsp:nvSpPr>
        <dsp:cNvPr id="0" name=""/>
        <dsp:cNvSpPr/>
      </dsp:nvSpPr>
      <dsp:spPr>
        <a:xfrm>
          <a:off x="2814181" y="682"/>
          <a:ext cx="8009594" cy="333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The mean is the average value of a set of numbers. </a:t>
          </a:r>
        </a:p>
      </dsp:txBody>
      <dsp:txXfrm>
        <a:off x="2814181" y="682"/>
        <a:ext cx="8009594" cy="333341"/>
      </dsp:txXfrm>
    </dsp:sp>
    <dsp:sp modelId="{67E19993-B2C3-4029-897E-A036979B7D5C}">
      <dsp:nvSpPr>
        <dsp:cNvPr id="0" name=""/>
        <dsp:cNvSpPr/>
      </dsp:nvSpPr>
      <dsp:spPr>
        <a:xfrm>
          <a:off x="0" y="682"/>
          <a:ext cx="2814181" cy="333341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Mean (μ)</a:t>
          </a:r>
        </a:p>
      </dsp:txBody>
      <dsp:txXfrm>
        <a:off x="16275" y="16957"/>
        <a:ext cx="2781631" cy="317066"/>
      </dsp:txXfrm>
    </dsp:sp>
    <dsp:sp modelId="{28E9371E-EA99-439A-A755-8381ABAA0B63}">
      <dsp:nvSpPr>
        <dsp:cNvPr id="0" name=""/>
        <dsp:cNvSpPr/>
      </dsp:nvSpPr>
      <dsp:spPr>
        <a:xfrm>
          <a:off x="0" y="334023"/>
          <a:ext cx="10823776" cy="6667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 dirty="0"/>
            <a:t>μ = (x₁ + x₂ + ... + xn) / n</a:t>
          </a:r>
        </a:p>
      </dsp:txBody>
      <dsp:txXfrm>
        <a:off x="0" y="334023"/>
        <a:ext cx="10823776" cy="666783"/>
      </dsp:txXfrm>
    </dsp:sp>
    <dsp:sp modelId="{B7899E85-7CB3-49A7-9F96-97887C4A04D5}">
      <dsp:nvSpPr>
        <dsp:cNvPr id="0" name=""/>
        <dsp:cNvSpPr/>
      </dsp:nvSpPr>
      <dsp:spPr>
        <a:xfrm>
          <a:off x="2814181" y="1017474"/>
          <a:ext cx="8009594" cy="333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The median is the middle value in a sorted dataset.</a:t>
          </a:r>
        </a:p>
      </dsp:txBody>
      <dsp:txXfrm>
        <a:off x="2814181" y="1017474"/>
        <a:ext cx="8009594" cy="333341"/>
      </dsp:txXfrm>
    </dsp:sp>
    <dsp:sp modelId="{B12D2A12-E280-4A02-8967-1BA36B19A19B}">
      <dsp:nvSpPr>
        <dsp:cNvPr id="0" name=""/>
        <dsp:cNvSpPr/>
      </dsp:nvSpPr>
      <dsp:spPr>
        <a:xfrm>
          <a:off x="0" y="1017474"/>
          <a:ext cx="2814181" cy="333341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Median</a:t>
          </a:r>
        </a:p>
      </dsp:txBody>
      <dsp:txXfrm>
        <a:off x="16275" y="1033749"/>
        <a:ext cx="2781631" cy="317066"/>
      </dsp:txXfrm>
    </dsp:sp>
    <dsp:sp modelId="{7741D5D4-FE23-42C2-A82F-42A530FD4E85}">
      <dsp:nvSpPr>
        <dsp:cNvPr id="0" name=""/>
        <dsp:cNvSpPr/>
      </dsp:nvSpPr>
      <dsp:spPr>
        <a:xfrm>
          <a:off x="0" y="1350816"/>
          <a:ext cx="10823776" cy="6667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If there is an even number of observations, the median is the average of the two middle values.</a:t>
          </a:r>
        </a:p>
      </dsp:txBody>
      <dsp:txXfrm>
        <a:off x="0" y="1350816"/>
        <a:ext cx="10823776" cy="666783"/>
      </dsp:txXfrm>
    </dsp:sp>
    <dsp:sp modelId="{6A43C7E4-1D11-4425-9D71-D2950AA7DD30}">
      <dsp:nvSpPr>
        <dsp:cNvPr id="0" name=""/>
        <dsp:cNvSpPr/>
      </dsp:nvSpPr>
      <dsp:spPr>
        <a:xfrm>
          <a:off x="2814181" y="2034266"/>
          <a:ext cx="8009594" cy="333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The mode is the value that appears most frequently in a dataset.</a:t>
          </a:r>
        </a:p>
      </dsp:txBody>
      <dsp:txXfrm>
        <a:off x="2814181" y="2034266"/>
        <a:ext cx="8009594" cy="333341"/>
      </dsp:txXfrm>
    </dsp:sp>
    <dsp:sp modelId="{6983C7C5-9BC7-4AFB-ACB9-1F7AA467AEFC}">
      <dsp:nvSpPr>
        <dsp:cNvPr id="0" name=""/>
        <dsp:cNvSpPr/>
      </dsp:nvSpPr>
      <dsp:spPr>
        <a:xfrm>
          <a:off x="0" y="2034266"/>
          <a:ext cx="2814181" cy="333341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Mode</a:t>
          </a:r>
        </a:p>
      </dsp:txBody>
      <dsp:txXfrm>
        <a:off x="16275" y="2050541"/>
        <a:ext cx="2781631" cy="317066"/>
      </dsp:txXfrm>
    </dsp:sp>
    <dsp:sp modelId="{7036B846-6F07-460E-AC7A-784A91347A70}">
      <dsp:nvSpPr>
        <dsp:cNvPr id="0" name=""/>
        <dsp:cNvSpPr/>
      </dsp:nvSpPr>
      <dsp:spPr>
        <a:xfrm>
          <a:off x="2814181" y="2384275"/>
          <a:ext cx="8009594" cy="333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Variance measures the spread or variability of a dataset.</a:t>
          </a:r>
        </a:p>
      </dsp:txBody>
      <dsp:txXfrm>
        <a:off x="2814181" y="2384275"/>
        <a:ext cx="8009594" cy="333341"/>
      </dsp:txXfrm>
    </dsp:sp>
    <dsp:sp modelId="{E4F83B80-BD30-4B3D-9CAA-FD257F3968CF}">
      <dsp:nvSpPr>
        <dsp:cNvPr id="0" name=""/>
        <dsp:cNvSpPr/>
      </dsp:nvSpPr>
      <dsp:spPr>
        <a:xfrm>
          <a:off x="0" y="2384275"/>
          <a:ext cx="2814181" cy="333341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Variance (σ²)</a:t>
          </a:r>
        </a:p>
      </dsp:txBody>
      <dsp:txXfrm>
        <a:off x="16275" y="2400550"/>
        <a:ext cx="2781631" cy="317066"/>
      </dsp:txXfrm>
    </dsp:sp>
    <dsp:sp modelId="{D0BD0CCC-DF5E-4B5E-A335-32F19CDD246E}">
      <dsp:nvSpPr>
        <dsp:cNvPr id="0" name=""/>
        <dsp:cNvSpPr/>
      </dsp:nvSpPr>
      <dsp:spPr>
        <a:xfrm>
          <a:off x="0" y="2717617"/>
          <a:ext cx="10823776" cy="6667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 dirty="0"/>
            <a:t>σ² = Σ(xᵢ - μ)² / n</a:t>
          </a:r>
        </a:p>
      </dsp:txBody>
      <dsp:txXfrm>
        <a:off x="0" y="2717617"/>
        <a:ext cx="10823776" cy="666783"/>
      </dsp:txXfrm>
    </dsp:sp>
    <dsp:sp modelId="{F2B4FA04-13E1-426E-BE84-5C3666DE8F86}">
      <dsp:nvSpPr>
        <dsp:cNvPr id="0" name=""/>
        <dsp:cNvSpPr/>
      </dsp:nvSpPr>
      <dsp:spPr>
        <a:xfrm>
          <a:off x="2814181" y="3401067"/>
          <a:ext cx="8009594" cy="333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The standard deviation is the square root of the variance.</a:t>
          </a:r>
        </a:p>
      </dsp:txBody>
      <dsp:txXfrm>
        <a:off x="2814181" y="3401067"/>
        <a:ext cx="8009594" cy="333341"/>
      </dsp:txXfrm>
    </dsp:sp>
    <dsp:sp modelId="{9E5789D5-4122-46DA-BA3F-62871CBB3308}">
      <dsp:nvSpPr>
        <dsp:cNvPr id="0" name=""/>
        <dsp:cNvSpPr/>
      </dsp:nvSpPr>
      <dsp:spPr>
        <a:xfrm>
          <a:off x="0" y="3401067"/>
          <a:ext cx="2814181" cy="333341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Standard Deviation (σ)</a:t>
          </a:r>
        </a:p>
      </dsp:txBody>
      <dsp:txXfrm>
        <a:off x="16275" y="3417342"/>
        <a:ext cx="2781631" cy="317066"/>
      </dsp:txXfrm>
    </dsp:sp>
    <dsp:sp modelId="{4FBAE222-45E2-4DE3-B7D6-5EF4028F057D}">
      <dsp:nvSpPr>
        <dsp:cNvPr id="0" name=""/>
        <dsp:cNvSpPr/>
      </dsp:nvSpPr>
      <dsp:spPr>
        <a:xfrm>
          <a:off x="0" y="3734409"/>
          <a:ext cx="10823776" cy="6667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It represents the average distance between each data point and the mean.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 dirty="0"/>
            <a:t>σ = √(Σ(xᵢ - μ)² / n)</a:t>
          </a:r>
        </a:p>
      </dsp:txBody>
      <dsp:txXfrm>
        <a:off x="0" y="3734409"/>
        <a:ext cx="10823776" cy="666783"/>
      </dsp:txXfrm>
    </dsp:sp>
    <dsp:sp modelId="{58139588-9B0C-4E72-B0B3-FC3E1EF729A8}">
      <dsp:nvSpPr>
        <dsp:cNvPr id="0" name=""/>
        <dsp:cNvSpPr/>
      </dsp:nvSpPr>
      <dsp:spPr>
        <a:xfrm>
          <a:off x="2814181" y="4417859"/>
          <a:ext cx="8009594" cy="333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 percentile indicates the value below which a given percentage of data falls.</a:t>
          </a:r>
        </a:p>
      </dsp:txBody>
      <dsp:txXfrm>
        <a:off x="2814181" y="4417859"/>
        <a:ext cx="8009594" cy="333341"/>
      </dsp:txXfrm>
    </dsp:sp>
    <dsp:sp modelId="{3B5D9083-4577-4CC1-AD66-D01A653F985D}">
      <dsp:nvSpPr>
        <dsp:cNvPr id="0" name=""/>
        <dsp:cNvSpPr/>
      </dsp:nvSpPr>
      <dsp:spPr>
        <a:xfrm>
          <a:off x="0" y="4417859"/>
          <a:ext cx="2814181" cy="333341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Percentile</a:t>
          </a:r>
        </a:p>
      </dsp:txBody>
      <dsp:txXfrm>
        <a:off x="16275" y="4434134"/>
        <a:ext cx="2781631" cy="317066"/>
      </dsp:txXfrm>
    </dsp:sp>
    <dsp:sp modelId="{0C28310B-801C-44A2-AE51-CAE673130315}">
      <dsp:nvSpPr>
        <dsp:cNvPr id="0" name=""/>
        <dsp:cNvSpPr/>
      </dsp:nvSpPr>
      <dsp:spPr>
        <a:xfrm>
          <a:off x="0" y="4751201"/>
          <a:ext cx="10823776" cy="6667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The </a:t>
          </a:r>
          <a:r>
            <a:rPr lang="en-US" sz="1400" kern="1200" dirty="0" err="1"/>
            <a:t>pth</a:t>
          </a:r>
          <a:r>
            <a:rPr lang="en-US" sz="1400" kern="1200" dirty="0"/>
            <a:t> percentile divides the data into two parts: p% of the data lies below the </a:t>
          </a:r>
          <a:r>
            <a:rPr lang="en-US" sz="1400" kern="1200" dirty="0" err="1"/>
            <a:t>pth</a:t>
          </a:r>
          <a:r>
            <a:rPr lang="en-US" sz="1400" kern="1200" dirty="0"/>
            <a:t> percentile, and (100 - p)% lies above it.</a:t>
          </a:r>
        </a:p>
      </dsp:txBody>
      <dsp:txXfrm>
        <a:off x="0" y="4751201"/>
        <a:ext cx="10823776" cy="66678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3F5B96-D7B5-467D-9FCE-67BBF2980ADF}">
      <dsp:nvSpPr>
        <dsp:cNvPr id="0" name=""/>
        <dsp:cNvSpPr/>
      </dsp:nvSpPr>
      <dsp:spPr>
        <a:xfrm>
          <a:off x="870056" y="40051"/>
          <a:ext cx="8591292" cy="1250763"/>
        </a:xfrm>
        <a:prstGeom prst="rightArrow">
          <a:avLst>
            <a:gd name="adj1" fmla="val 5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254000" bIns="19855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Plan</a:t>
          </a:r>
        </a:p>
      </dsp:txBody>
      <dsp:txXfrm>
        <a:off x="870056" y="352742"/>
        <a:ext cx="8278601" cy="625381"/>
      </dsp:txXfrm>
    </dsp:sp>
    <dsp:sp modelId="{26C47A34-8E59-4011-886D-D55930B02EF1}">
      <dsp:nvSpPr>
        <dsp:cNvPr id="0" name=""/>
        <dsp:cNvSpPr/>
      </dsp:nvSpPr>
      <dsp:spPr>
        <a:xfrm>
          <a:off x="870056" y="1006610"/>
          <a:ext cx="1980292" cy="231353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Set objectives, define data requirements, and plan the analysis.</a:t>
          </a:r>
        </a:p>
      </dsp:txBody>
      <dsp:txXfrm>
        <a:off x="870056" y="1006610"/>
        <a:ext cx="1980292" cy="2313534"/>
      </dsp:txXfrm>
    </dsp:sp>
    <dsp:sp modelId="{10CE2CCF-5B1F-43E9-A19C-3481D0D3193E}">
      <dsp:nvSpPr>
        <dsp:cNvPr id="0" name=""/>
        <dsp:cNvSpPr/>
      </dsp:nvSpPr>
      <dsp:spPr>
        <a:xfrm>
          <a:off x="2850349" y="456824"/>
          <a:ext cx="6610999" cy="1250763"/>
        </a:xfrm>
        <a:prstGeom prst="rightArrow">
          <a:avLst>
            <a:gd name="adj1" fmla="val 50000"/>
            <a:gd name="adj2" fmla="val 50000"/>
          </a:avLst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254000" bIns="19855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Do</a:t>
          </a:r>
        </a:p>
      </dsp:txBody>
      <dsp:txXfrm>
        <a:off x="2850349" y="769515"/>
        <a:ext cx="6298308" cy="625381"/>
      </dsp:txXfrm>
    </dsp:sp>
    <dsp:sp modelId="{201CBA86-90D7-4E85-89B6-FDF06269B262}">
      <dsp:nvSpPr>
        <dsp:cNvPr id="0" name=""/>
        <dsp:cNvSpPr/>
      </dsp:nvSpPr>
      <dsp:spPr>
        <a:xfrm>
          <a:off x="2850349" y="1423383"/>
          <a:ext cx="1980292" cy="225456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2252848"/>
              <a:satOff val="-5806"/>
              <a:lumOff val="-392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Collect and analyze the data based on the defined plan.</a:t>
          </a:r>
        </a:p>
      </dsp:txBody>
      <dsp:txXfrm>
        <a:off x="2850349" y="1423383"/>
        <a:ext cx="1980292" cy="2254565"/>
      </dsp:txXfrm>
    </dsp:sp>
    <dsp:sp modelId="{7BB6B4B2-AB20-49BC-AAE4-2DE88BBBD7A6}">
      <dsp:nvSpPr>
        <dsp:cNvPr id="0" name=""/>
        <dsp:cNvSpPr/>
      </dsp:nvSpPr>
      <dsp:spPr>
        <a:xfrm>
          <a:off x="4830642" y="873597"/>
          <a:ext cx="4630706" cy="1250763"/>
        </a:xfrm>
        <a:prstGeom prst="rightArrow">
          <a:avLst>
            <a:gd name="adj1" fmla="val 50000"/>
            <a:gd name="adj2" fmla="val 50000"/>
          </a:avLst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254000" bIns="19855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Study</a:t>
          </a:r>
        </a:p>
      </dsp:txBody>
      <dsp:txXfrm>
        <a:off x="4830642" y="1186288"/>
        <a:ext cx="4318015" cy="625381"/>
      </dsp:txXfrm>
    </dsp:sp>
    <dsp:sp modelId="{91439DB4-969C-4A56-AB39-D5BE6B5908F8}">
      <dsp:nvSpPr>
        <dsp:cNvPr id="0" name=""/>
        <dsp:cNvSpPr/>
      </dsp:nvSpPr>
      <dsp:spPr>
        <a:xfrm>
          <a:off x="4830642" y="1840156"/>
          <a:ext cx="1980292" cy="226964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4505695"/>
              <a:satOff val="-11613"/>
              <a:lumOff val="-784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Evaluate the results, identify areas for improvement, and refine data selection.</a:t>
          </a:r>
        </a:p>
      </dsp:txBody>
      <dsp:txXfrm>
        <a:off x="4830642" y="1840156"/>
        <a:ext cx="1980292" cy="2269640"/>
      </dsp:txXfrm>
    </dsp:sp>
    <dsp:sp modelId="{12EA67C1-5FB7-4691-A30E-DB6D6EFA9318}">
      <dsp:nvSpPr>
        <dsp:cNvPr id="0" name=""/>
        <dsp:cNvSpPr/>
      </dsp:nvSpPr>
      <dsp:spPr>
        <a:xfrm>
          <a:off x="6810935" y="1290370"/>
          <a:ext cx="2650413" cy="1250763"/>
        </a:xfrm>
        <a:prstGeom prst="rightArrow">
          <a:avLst>
            <a:gd name="adj1" fmla="val 50000"/>
            <a:gd name="adj2" fmla="val 5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254000" bIns="19855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Act</a:t>
          </a:r>
        </a:p>
      </dsp:txBody>
      <dsp:txXfrm>
        <a:off x="6810935" y="1603061"/>
        <a:ext cx="2337722" cy="625381"/>
      </dsp:txXfrm>
    </dsp:sp>
    <dsp:sp modelId="{9B08B2F6-D8D2-44C8-B224-CCB0275E5943}">
      <dsp:nvSpPr>
        <dsp:cNvPr id="0" name=""/>
        <dsp:cNvSpPr/>
      </dsp:nvSpPr>
      <dsp:spPr>
        <a:xfrm>
          <a:off x="6810935" y="2256929"/>
          <a:ext cx="1998334" cy="229624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Implement </a:t>
          </a:r>
          <a:r>
            <a:rPr lang="en-US" sz="2000" kern="1200" dirty="0"/>
            <a:t>changes, incorporate feedback, and repeat the cycle for iterative improvement.</a:t>
          </a:r>
        </a:p>
      </dsp:txBody>
      <dsp:txXfrm>
        <a:off x="6810935" y="2256929"/>
        <a:ext cx="1998334" cy="229624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058AB0-B16E-4A2C-84CC-6D27C58FD994}">
      <dsp:nvSpPr>
        <dsp:cNvPr id="0" name=""/>
        <dsp:cNvSpPr/>
      </dsp:nvSpPr>
      <dsp:spPr>
        <a:xfrm>
          <a:off x="-6125176" y="-937410"/>
          <a:ext cx="7293488" cy="7293488"/>
        </a:xfrm>
        <a:prstGeom prst="blockArc">
          <a:avLst>
            <a:gd name="adj1" fmla="val 18900000"/>
            <a:gd name="adj2" fmla="val 2700000"/>
            <a:gd name="adj3" fmla="val 296"/>
          </a:avLst>
        </a:pr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9F07D1-53FE-40D4-9BF0-A45DA4A57D9C}">
      <dsp:nvSpPr>
        <dsp:cNvPr id="0" name=""/>
        <dsp:cNvSpPr/>
      </dsp:nvSpPr>
      <dsp:spPr>
        <a:xfrm>
          <a:off x="752110" y="541866"/>
          <a:ext cx="8941810" cy="1083733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60213" tIns="86360" rIns="86360" bIns="8636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Enhancing model accuracy and performance</a:t>
          </a:r>
        </a:p>
      </dsp:txBody>
      <dsp:txXfrm>
        <a:off x="752110" y="541866"/>
        <a:ext cx="8941810" cy="1083733"/>
      </dsp:txXfrm>
    </dsp:sp>
    <dsp:sp modelId="{4BF610E0-4888-4A7A-8B84-2873CA4CEE97}">
      <dsp:nvSpPr>
        <dsp:cNvPr id="0" name=""/>
        <dsp:cNvSpPr/>
      </dsp:nvSpPr>
      <dsp:spPr>
        <a:xfrm>
          <a:off x="74777" y="406400"/>
          <a:ext cx="1354666" cy="1354666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910EA185-A1C5-471C-B4DE-59F945C4BC12}">
      <dsp:nvSpPr>
        <dsp:cNvPr id="0" name=""/>
        <dsp:cNvSpPr/>
      </dsp:nvSpPr>
      <dsp:spPr>
        <a:xfrm>
          <a:off x="1146048" y="2167466"/>
          <a:ext cx="8547873" cy="1083733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60213" tIns="86360" rIns="86360" bIns="8636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Facilitating effective decision-making</a:t>
          </a:r>
        </a:p>
      </dsp:txBody>
      <dsp:txXfrm>
        <a:off x="1146048" y="2167466"/>
        <a:ext cx="8547873" cy="1083733"/>
      </dsp:txXfrm>
    </dsp:sp>
    <dsp:sp modelId="{A3FD49A4-9981-46AA-96BD-1C4D1CDA2C9D}">
      <dsp:nvSpPr>
        <dsp:cNvPr id="0" name=""/>
        <dsp:cNvSpPr/>
      </dsp:nvSpPr>
      <dsp:spPr>
        <a:xfrm>
          <a:off x="468714" y="2032000"/>
          <a:ext cx="1354666" cy="1354666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81FDCF57-39E4-4742-8000-1D6B9287C8B1}">
      <dsp:nvSpPr>
        <dsp:cNvPr id="0" name=""/>
        <dsp:cNvSpPr/>
      </dsp:nvSpPr>
      <dsp:spPr>
        <a:xfrm>
          <a:off x="752110" y="3793066"/>
          <a:ext cx="8941810" cy="1083733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60213" tIns="86360" rIns="86360" bIns="8636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Driving innovation and competitive advantage</a:t>
          </a:r>
        </a:p>
      </dsp:txBody>
      <dsp:txXfrm>
        <a:off x="752110" y="3793066"/>
        <a:ext cx="8941810" cy="1083733"/>
      </dsp:txXfrm>
    </dsp:sp>
    <dsp:sp modelId="{BB66D7AD-0FDE-4498-8C20-02EBCC9B9A83}">
      <dsp:nvSpPr>
        <dsp:cNvPr id="0" name=""/>
        <dsp:cNvSpPr/>
      </dsp:nvSpPr>
      <dsp:spPr>
        <a:xfrm>
          <a:off x="74777" y="3657600"/>
          <a:ext cx="1354666" cy="1354666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058AB0-B16E-4A2C-84CC-6D27C58FD994}">
      <dsp:nvSpPr>
        <dsp:cNvPr id="0" name=""/>
        <dsp:cNvSpPr/>
      </dsp:nvSpPr>
      <dsp:spPr>
        <a:xfrm>
          <a:off x="8600387" y="-937410"/>
          <a:ext cx="7293488" cy="7293488"/>
        </a:xfrm>
        <a:prstGeom prst="blockArc">
          <a:avLst>
            <a:gd name="adj1" fmla="val 8100000"/>
            <a:gd name="adj2" fmla="val 13500000"/>
            <a:gd name="adj3" fmla="val 296"/>
          </a:avLst>
        </a:pr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9F07D1-53FE-40D4-9BF0-A45DA4A57D9C}">
      <dsp:nvSpPr>
        <dsp:cNvPr id="0" name=""/>
        <dsp:cNvSpPr/>
      </dsp:nvSpPr>
      <dsp:spPr>
        <a:xfrm>
          <a:off x="74777" y="541866"/>
          <a:ext cx="8941810" cy="1083733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6360" tIns="86360" rIns="860213" bIns="86360" numCol="1" spcCol="1270" anchor="ctr" anchorCtr="0">
          <a:noAutofit/>
        </a:bodyPr>
        <a:lstStyle/>
        <a:p>
          <a:pPr marL="0" lvl="0" indent="0" algn="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Improved customer understanding and targeting</a:t>
          </a:r>
        </a:p>
      </dsp:txBody>
      <dsp:txXfrm>
        <a:off x="74777" y="541866"/>
        <a:ext cx="8941810" cy="1083733"/>
      </dsp:txXfrm>
    </dsp:sp>
    <dsp:sp modelId="{4BF610E0-4888-4A7A-8B84-2873CA4CEE97}">
      <dsp:nvSpPr>
        <dsp:cNvPr id="0" name=""/>
        <dsp:cNvSpPr/>
      </dsp:nvSpPr>
      <dsp:spPr>
        <a:xfrm>
          <a:off x="8339254" y="406400"/>
          <a:ext cx="1354666" cy="1354666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01D5D25E-0AFB-43DE-8362-13C738AD10A8}">
      <dsp:nvSpPr>
        <dsp:cNvPr id="0" name=""/>
        <dsp:cNvSpPr/>
      </dsp:nvSpPr>
      <dsp:spPr>
        <a:xfrm>
          <a:off x="74777" y="2167466"/>
          <a:ext cx="8547873" cy="1083733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6360" tIns="86360" rIns="860213" bIns="86360" numCol="1" spcCol="1270" anchor="ctr" anchorCtr="0">
          <a:noAutofit/>
        </a:bodyPr>
        <a:lstStyle/>
        <a:p>
          <a:pPr marL="0" lvl="0" indent="0" algn="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Enhanced operational efficiency and cost reduction</a:t>
          </a:r>
        </a:p>
      </dsp:txBody>
      <dsp:txXfrm>
        <a:off x="74777" y="2167466"/>
        <a:ext cx="8547873" cy="1083733"/>
      </dsp:txXfrm>
    </dsp:sp>
    <dsp:sp modelId="{4D4D063D-0222-4522-9EE5-CEF790A8FF39}">
      <dsp:nvSpPr>
        <dsp:cNvPr id="0" name=""/>
        <dsp:cNvSpPr/>
      </dsp:nvSpPr>
      <dsp:spPr>
        <a:xfrm>
          <a:off x="7945317" y="2032000"/>
          <a:ext cx="1354666" cy="1354666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1D5738DB-8C05-4EE1-891D-46262510C8A3}">
      <dsp:nvSpPr>
        <dsp:cNvPr id="0" name=""/>
        <dsp:cNvSpPr/>
      </dsp:nvSpPr>
      <dsp:spPr>
        <a:xfrm>
          <a:off x="74777" y="3793066"/>
          <a:ext cx="8941810" cy="1083733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6360" tIns="86360" rIns="860213" bIns="86360" numCol="1" spcCol="1270" anchor="ctr" anchorCtr="0">
          <a:noAutofit/>
        </a:bodyPr>
        <a:lstStyle/>
        <a:p>
          <a:pPr marL="0" lvl="0" indent="0" algn="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Data-driven innovation and product development</a:t>
          </a:r>
        </a:p>
      </dsp:txBody>
      <dsp:txXfrm>
        <a:off x="74777" y="3793066"/>
        <a:ext cx="8941810" cy="1083733"/>
      </dsp:txXfrm>
    </dsp:sp>
    <dsp:sp modelId="{75DC6478-F915-4D65-8A22-10AB38ECAD50}">
      <dsp:nvSpPr>
        <dsp:cNvPr id="0" name=""/>
        <dsp:cNvSpPr/>
      </dsp:nvSpPr>
      <dsp:spPr>
        <a:xfrm>
          <a:off x="8339254" y="3657600"/>
          <a:ext cx="1354666" cy="1354666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9CE3EA-F542-4EF8-8A6D-0175588B46F0}">
      <dsp:nvSpPr>
        <dsp:cNvPr id="0" name=""/>
        <dsp:cNvSpPr/>
      </dsp:nvSpPr>
      <dsp:spPr>
        <a:xfrm>
          <a:off x="5706230" y="2987758"/>
          <a:ext cx="91440" cy="55618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56186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C0330C-4317-4773-AA17-64B61267D155}">
      <dsp:nvSpPr>
        <dsp:cNvPr id="0" name=""/>
        <dsp:cNvSpPr/>
      </dsp:nvSpPr>
      <dsp:spPr>
        <a:xfrm>
          <a:off x="5706230" y="1217205"/>
          <a:ext cx="91440" cy="55618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56186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2CA937-754B-41F8-A284-E264EC3CB79E}">
      <dsp:nvSpPr>
        <dsp:cNvPr id="0" name=""/>
        <dsp:cNvSpPr/>
      </dsp:nvSpPr>
      <dsp:spPr>
        <a:xfrm>
          <a:off x="3368866" y="2987758"/>
          <a:ext cx="91440" cy="55618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56186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26A6CA-4AE0-452E-9E0D-9F98C7C6FEB5}">
      <dsp:nvSpPr>
        <dsp:cNvPr id="0" name=""/>
        <dsp:cNvSpPr/>
      </dsp:nvSpPr>
      <dsp:spPr>
        <a:xfrm>
          <a:off x="3368866" y="1217205"/>
          <a:ext cx="91440" cy="55618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56186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41F300-182A-4250-AA30-9A798E22AA2A}">
      <dsp:nvSpPr>
        <dsp:cNvPr id="0" name=""/>
        <dsp:cNvSpPr/>
      </dsp:nvSpPr>
      <dsp:spPr>
        <a:xfrm>
          <a:off x="1031502" y="2987758"/>
          <a:ext cx="91440" cy="55618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56186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2993F3-04B3-4BE8-9CAF-4025C3F28399}">
      <dsp:nvSpPr>
        <dsp:cNvPr id="0" name=""/>
        <dsp:cNvSpPr/>
      </dsp:nvSpPr>
      <dsp:spPr>
        <a:xfrm>
          <a:off x="1031502" y="1217205"/>
          <a:ext cx="91440" cy="55618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56186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8A8078-903A-4C4A-B074-51C44DA7FC70}">
      <dsp:nvSpPr>
        <dsp:cNvPr id="0" name=""/>
        <dsp:cNvSpPr/>
      </dsp:nvSpPr>
      <dsp:spPr>
        <a:xfrm>
          <a:off x="121028" y="2838"/>
          <a:ext cx="1912388" cy="121436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6F10E2-491B-45A6-A28C-65579E4FF797}">
      <dsp:nvSpPr>
        <dsp:cNvPr id="0" name=""/>
        <dsp:cNvSpPr/>
      </dsp:nvSpPr>
      <dsp:spPr>
        <a:xfrm>
          <a:off x="333516" y="204701"/>
          <a:ext cx="1912388" cy="12143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Inaccurate data</a:t>
          </a:r>
        </a:p>
      </dsp:txBody>
      <dsp:txXfrm>
        <a:off x="369084" y="240269"/>
        <a:ext cx="1841252" cy="1143230"/>
      </dsp:txXfrm>
    </dsp:sp>
    <dsp:sp modelId="{E912AC6A-CBD4-46E8-9562-B553ED5EAD1E}">
      <dsp:nvSpPr>
        <dsp:cNvPr id="0" name=""/>
        <dsp:cNvSpPr/>
      </dsp:nvSpPr>
      <dsp:spPr>
        <a:xfrm>
          <a:off x="121028" y="1773391"/>
          <a:ext cx="1912388" cy="121436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05EBB5-C42A-46B4-A498-66224955C096}">
      <dsp:nvSpPr>
        <dsp:cNvPr id="0" name=""/>
        <dsp:cNvSpPr/>
      </dsp:nvSpPr>
      <dsp:spPr>
        <a:xfrm>
          <a:off x="333516" y="1975254"/>
          <a:ext cx="1912388" cy="12143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contains errors, mistakes, or false information.</a:t>
          </a:r>
        </a:p>
      </dsp:txBody>
      <dsp:txXfrm>
        <a:off x="369084" y="2010822"/>
        <a:ext cx="1841252" cy="1143230"/>
      </dsp:txXfrm>
    </dsp:sp>
    <dsp:sp modelId="{EC3019AF-E518-4A15-BC7E-DE6E4F2FA9E2}">
      <dsp:nvSpPr>
        <dsp:cNvPr id="0" name=""/>
        <dsp:cNvSpPr/>
      </dsp:nvSpPr>
      <dsp:spPr>
        <a:xfrm>
          <a:off x="121028" y="3543944"/>
          <a:ext cx="1912388" cy="121436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362348-9BEB-4DCF-A697-F0D0BA4CC52F}">
      <dsp:nvSpPr>
        <dsp:cNvPr id="0" name=""/>
        <dsp:cNvSpPr/>
      </dsp:nvSpPr>
      <dsp:spPr>
        <a:xfrm>
          <a:off x="333516" y="3745807"/>
          <a:ext cx="1912388" cy="12143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Example: Recording incorrect sales figures or customer details due to human error or technical glitches.</a:t>
          </a:r>
        </a:p>
      </dsp:txBody>
      <dsp:txXfrm>
        <a:off x="369084" y="3781375"/>
        <a:ext cx="1841252" cy="1143230"/>
      </dsp:txXfrm>
    </dsp:sp>
    <dsp:sp modelId="{B2B93058-49E4-40FE-999C-E4CCD581A527}">
      <dsp:nvSpPr>
        <dsp:cNvPr id="0" name=""/>
        <dsp:cNvSpPr/>
      </dsp:nvSpPr>
      <dsp:spPr>
        <a:xfrm>
          <a:off x="2458392" y="2838"/>
          <a:ext cx="1912388" cy="121436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FC4478-8E60-46A3-AD0C-FF802243EA2B}">
      <dsp:nvSpPr>
        <dsp:cNvPr id="0" name=""/>
        <dsp:cNvSpPr/>
      </dsp:nvSpPr>
      <dsp:spPr>
        <a:xfrm>
          <a:off x="2670880" y="204701"/>
          <a:ext cx="1912388" cy="12143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Incomplete data</a:t>
          </a:r>
        </a:p>
      </dsp:txBody>
      <dsp:txXfrm>
        <a:off x="2706448" y="240269"/>
        <a:ext cx="1841252" cy="1143230"/>
      </dsp:txXfrm>
    </dsp:sp>
    <dsp:sp modelId="{B4A07F86-84AB-45E8-8F59-73397A08B9E0}">
      <dsp:nvSpPr>
        <dsp:cNvPr id="0" name=""/>
        <dsp:cNvSpPr/>
      </dsp:nvSpPr>
      <dsp:spPr>
        <a:xfrm>
          <a:off x="2458392" y="1773391"/>
          <a:ext cx="1912388" cy="121436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E0E69D-84AE-4CF9-BEC1-CC18CECF079D}">
      <dsp:nvSpPr>
        <dsp:cNvPr id="0" name=""/>
        <dsp:cNvSpPr/>
      </dsp:nvSpPr>
      <dsp:spPr>
        <a:xfrm>
          <a:off x="2670880" y="1975254"/>
          <a:ext cx="1912388" cy="12143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lacks necessary information or has missing values.</a:t>
          </a:r>
        </a:p>
      </dsp:txBody>
      <dsp:txXfrm>
        <a:off x="2706448" y="2010822"/>
        <a:ext cx="1841252" cy="1143230"/>
      </dsp:txXfrm>
    </dsp:sp>
    <dsp:sp modelId="{8F5622D3-1067-49B9-B757-A1612589E8B2}">
      <dsp:nvSpPr>
        <dsp:cNvPr id="0" name=""/>
        <dsp:cNvSpPr/>
      </dsp:nvSpPr>
      <dsp:spPr>
        <a:xfrm>
          <a:off x="2458392" y="3543944"/>
          <a:ext cx="1912388" cy="121436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1656F0-C11A-4D03-B06B-E808E801ECFD}">
      <dsp:nvSpPr>
        <dsp:cNvPr id="0" name=""/>
        <dsp:cNvSpPr/>
      </dsp:nvSpPr>
      <dsp:spPr>
        <a:xfrm>
          <a:off x="2670880" y="3745807"/>
          <a:ext cx="1912388" cy="12143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Example: Missing fields in a customer database, such as contact information or purchase history.</a:t>
          </a:r>
        </a:p>
      </dsp:txBody>
      <dsp:txXfrm>
        <a:off x="2706448" y="3781375"/>
        <a:ext cx="1841252" cy="1143230"/>
      </dsp:txXfrm>
    </dsp:sp>
    <dsp:sp modelId="{E50EE7B9-31E5-4657-A04A-1BAA187C3079}">
      <dsp:nvSpPr>
        <dsp:cNvPr id="0" name=""/>
        <dsp:cNvSpPr/>
      </dsp:nvSpPr>
      <dsp:spPr>
        <a:xfrm>
          <a:off x="4795756" y="2838"/>
          <a:ext cx="1912388" cy="121436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DE0A9F-EEE7-40ED-A4FF-E116F3D5E716}">
      <dsp:nvSpPr>
        <dsp:cNvPr id="0" name=""/>
        <dsp:cNvSpPr/>
      </dsp:nvSpPr>
      <dsp:spPr>
        <a:xfrm>
          <a:off x="5008243" y="204701"/>
          <a:ext cx="1912388" cy="12143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Biased data</a:t>
          </a:r>
        </a:p>
      </dsp:txBody>
      <dsp:txXfrm>
        <a:off x="5043811" y="240269"/>
        <a:ext cx="1841252" cy="1143230"/>
      </dsp:txXfrm>
    </dsp:sp>
    <dsp:sp modelId="{56874EEB-2F2A-48F5-969E-DB93C99A75CA}">
      <dsp:nvSpPr>
        <dsp:cNvPr id="0" name=""/>
        <dsp:cNvSpPr/>
      </dsp:nvSpPr>
      <dsp:spPr>
        <a:xfrm>
          <a:off x="4795756" y="1773391"/>
          <a:ext cx="1912388" cy="121436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31B704-B530-4D7D-8B2D-7E8A2B5DF1CE}">
      <dsp:nvSpPr>
        <dsp:cNvPr id="0" name=""/>
        <dsp:cNvSpPr/>
      </dsp:nvSpPr>
      <dsp:spPr>
        <a:xfrm>
          <a:off x="5008243" y="1975254"/>
          <a:ext cx="1912388" cy="12143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reflects a particular viewpoint or is influenced by prejudice.</a:t>
          </a:r>
        </a:p>
      </dsp:txBody>
      <dsp:txXfrm>
        <a:off x="5043811" y="2010822"/>
        <a:ext cx="1841252" cy="1143230"/>
      </dsp:txXfrm>
    </dsp:sp>
    <dsp:sp modelId="{C0FD14EC-7A5D-4D28-BB8E-BE1C940E0CF4}">
      <dsp:nvSpPr>
        <dsp:cNvPr id="0" name=""/>
        <dsp:cNvSpPr/>
      </dsp:nvSpPr>
      <dsp:spPr>
        <a:xfrm>
          <a:off x="4795756" y="3543944"/>
          <a:ext cx="1912388" cy="121436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D822A5-4083-4870-9090-D6E7D649B5EA}">
      <dsp:nvSpPr>
        <dsp:cNvPr id="0" name=""/>
        <dsp:cNvSpPr/>
      </dsp:nvSpPr>
      <dsp:spPr>
        <a:xfrm>
          <a:off x="5008243" y="3745807"/>
          <a:ext cx="1912388" cy="12143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Example: Biased survey responses due to sampling bias or leading questions.</a:t>
          </a:r>
        </a:p>
      </dsp:txBody>
      <dsp:txXfrm>
        <a:off x="5043811" y="3781375"/>
        <a:ext cx="1841252" cy="114323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38CB99-4457-4487-AB49-64D472A08181}">
      <dsp:nvSpPr>
        <dsp:cNvPr id="0" name=""/>
        <dsp:cNvSpPr/>
      </dsp:nvSpPr>
      <dsp:spPr>
        <a:xfrm rot="5400000">
          <a:off x="2346059" y="731222"/>
          <a:ext cx="1540824" cy="1340517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rgbClr val="FF4343"/>
            </a:gs>
            <a:gs pos="35000">
              <a:srgbClr val="FF575B"/>
            </a:gs>
            <a:gs pos="100000">
              <a:srgbClr val="FFCDCD"/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bg1"/>
              </a:solidFill>
            </a:rPr>
            <a:t>Incorrect insights</a:t>
          </a:r>
        </a:p>
      </dsp:txBody>
      <dsp:txXfrm rot="-5400000">
        <a:off x="2655109" y="871181"/>
        <a:ext cx="922723" cy="1060600"/>
      </dsp:txXfrm>
    </dsp:sp>
    <dsp:sp modelId="{FBA83884-DB63-48B0-8A54-BF578938F5E9}">
      <dsp:nvSpPr>
        <dsp:cNvPr id="0" name=""/>
        <dsp:cNvSpPr/>
      </dsp:nvSpPr>
      <dsp:spPr>
        <a:xfrm>
          <a:off x="3827408" y="939234"/>
          <a:ext cx="1719560" cy="9244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2231EA-DD68-4A01-9D34-9D643800C80D}">
      <dsp:nvSpPr>
        <dsp:cNvPr id="0" name=""/>
        <dsp:cNvSpPr/>
      </dsp:nvSpPr>
      <dsp:spPr>
        <a:xfrm rot="5400000">
          <a:off x="898300" y="731222"/>
          <a:ext cx="1540824" cy="1340517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rgbClr val="FF4343"/>
            </a:gs>
            <a:gs pos="35000">
              <a:srgbClr val="FF575B"/>
            </a:gs>
            <a:gs pos="100000">
              <a:srgbClr val="FFCDCD"/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1207350" y="871181"/>
        <a:ext cx="922723" cy="1060600"/>
      </dsp:txXfrm>
    </dsp:sp>
    <dsp:sp modelId="{69CCA41F-1940-4763-95EE-4AC58A02A91B}">
      <dsp:nvSpPr>
        <dsp:cNvPr id="0" name=""/>
        <dsp:cNvSpPr/>
      </dsp:nvSpPr>
      <dsp:spPr>
        <a:xfrm rot="5400000">
          <a:off x="1619406" y="2039074"/>
          <a:ext cx="1540824" cy="1340517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rgbClr val="FF4343"/>
            </a:gs>
            <a:gs pos="35000">
              <a:srgbClr val="FF575B"/>
            </a:gs>
            <a:gs pos="100000">
              <a:srgbClr val="FFCDCD"/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bg1"/>
              </a:solidFill>
            </a:rPr>
            <a:t>flawed conclusions</a:t>
          </a:r>
        </a:p>
      </dsp:txBody>
      <dsp:txXfrm rot="-5400000">
        <a:off x="1928456" y="2179033"/>
        <a:ext cx="922723" cy="1060600"/>
      </dsp:txXfrm>
    </dsp:sp>
    <dsp:sp modelId="{709228DF-1D6F-43F9-8CD3-EC604506F40D}">
      <dsp:nvSpPr>
        <dsp:cNvPr id="0" name=""/>
        <dsp:cNvSpPr/>
      </dsp:nvSpPr>
      <dsp:spPr>
        <a:xfrm>
          <a:off x="0" y="2247086"/>
          <a:ext cx="1664090" cy="9244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5A401A-C083-45C5-9CB8-0CF33C22C846}">
      <dsp:nvSpPr>
        <dsp:cNvPr id="0" name=""/>
        <dsp:cNvSpPr/>
      </dsp:nvSpPr>
      <dsp:spPr>
        <a:xfrm rot="5400000">
          <a:off x="3067165" y="2039074"/>
          <a:ext cx="1540824" cy="1340517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rgbClr val="FF4343"/>
            </a:gs>
            <a:gs pos="35000">
              <a:srgbClr val="FF575B"/>
            </a:gs>
            <a:gs pos="100000">
              <a:srgbClr val="FFCDCD"/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3376215" y="2179033"/>
        <a:ext cx="922723" cy="1060600"/>
      </dsp:txXfrm>
    </dsp:sp>
    <dsp:sp modelId="{31B281BC-FE10-4C81-BD40-04C26F7ACBD7}">
      <dsp:nvSpPr>
        <dsp:cNvPr id="0" name=""/>
        <dsp:cNvSpPr/>
      </dsp:nvSpPr>
      <dsp:spPr>
        <a:xfrm rot="5400000">
          <a:off x="2346059" y="3346926"/>
          <a:ext cx="1540824" cy="1340517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rgbClr val="FF4343"/>
            </a:gs>
            <a:gs pos="35000">
              <a:srgbClr val="FF575B"/>
            </a:gs>
            <a:gs pos="100000">
              <a:srgbClr val="FFCDCD"/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bg1"/>
              </a:solidFill>
            </a:rPr>
            <a:t>biased predictions</a:t>
          </a:r>
        </a:p>
      </dsp:txBody>
      <dsp:txXfrm rot="-5400000">
        <a:off x="2655109" y="3486885"/>
        <a:ext cx="922723" cy="1060600"/>
      </dsp:txXfrm>
    </dsp:sp>
    <dsp:sp modelId="{C536DF99-CCFF-4E13-B43D-5B69E4225E48}">
      <dsp:nvSpPr>
        <dsp:cNvPr id="0" name=""/>
        <dsp:cNvSpPr/>
      </dsp:nvSpPr>
      <dsp:spPr>
        <a:xfrm>
          <a:off x="3827408" y="3554938"/>
          <a:ext cx="1719560" cy="9244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82642A-14C2-40EC-A466-DB0F5D0B7D0E}">
      <dsp:nvSpPr>
        <dsp:cNvPr id="0" name=""/>
        <dsp:cNvSpPr/>
      </dsp:nvSpPr>
      <dsp:spPr>
        <a:xfrm rot="5400000">
          <a:off x="898300" y="3346926"/>
          <a:ext cx="1540824" cy="1340517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rgbClr val="FF4343"/>
            </a:gs>
            <a:gs pos="35000">
              <a:srgbClr val="FF575B"/>
            </a:gs>
            <a:gs pos="100000">
              <a:srgbClr val="FFCDCD"/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1207350" y="3486885"/>
        <a:ext cx="922723" cy="10606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5D5721-2914-46D0-A405-44468B0623C6}">
      <dsp:nvSpPr>
        <dsp:cNvPr id="0" name=""/>
        <dsp:cNvSpPr/>
      </dsp:nvSpPr>
      <dsp:spPr>
        <a:xfrm>
          <a:off x="0" y="0"/>
          <a:ext cx="10435759" cy="1948485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988E0B-86D9-4F3C-B913-903FD78BA9DF}">
      <dsp:nvSpPr>
        <dsp:cNvPr id="0" name=""/>
        <dsp:cNvSpPr/>
      </dsp:nvSpPr>
      <dsp:spPr>
        <a:xfrm>
          <a:off x="316425" y="259798"/>
          <a:ext cx="1815353" cy="142888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3000" b="-23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EC1630-F8E6-4220-94E7-6268F0A1D9E1}">
      <dsp:nvSpPr>
        <dsp:cNvPr id="0" name=""/>
        <dsp:cNvSpPr/>
      </dsp:nvSpPr>
      <dsp:spPr>
        <a:xfrm rot="10800000">
          <a:off x="316425" y="1948485"/>
          <a:ext cx="1815353" cy="2381481"/>
        </a:xfrm>
        <a:prstGeom prst="round2SameRect">
          <a:avLst>
            <a:gd name="adj1" fmla="val 10500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ju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Surveys</a:t>
          </a:r>
        </a:p>
        <a:p>
          <a:pPr marL="171450" lvl="1" indent="-171450" algn="just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Questionnaires</a:t>
          </a:r>
        </a:p>
        <a:p>
          <a:pPr marL="171450" lvl="1" indent="-171450" algn="just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Interviews</a:t>
          </a:r>
        </a:p>
      </dsp:txBody>
      <dsp:txXfrm rot="10800000">
        <a:off x="372253" y="1948485"/>
        <a:ext cx="1703697" cy="2325653"/>
      </dsp:txXfrm>
    </dsp:sp>
    <dsp:sp modelId="{91DB2D7A-7A78-4C7A-8AD9-E8E8484A94D8}">
      <dsp:nvSpPr>
        <dsp:cNvPr id="0" name=""/>
        <dsp:cNvSpPr/>
      </dsp:nvSpPr>
      <dsp:spPr>
        <a:xfrm>
          <a:off x="2313314" y="259798"/>
          <a:ext cx="1815353" cy="142888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3000" b="-23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479F1C-D961-4AB8-8E0F-1260A10999E3}">
      <dsp:nvSpPr>
        <dsp:cNvPr id="0" name=""/>
        <dsp:cNvSpPr/>
      </dsp:nvSpPr>
      <dsp:spPr>
        <a:xfrm rot="10800000">
          <a:off x="2313314" y="1948485"/>
          <a:ext cx="1815353" cy="2381481"/>
        </a:xfrm>
        <a:prstGeom prst="round2SameRect">
          <a:avLst>
            <a:gd name="adj1" fmla="val 10500"/>
            <a:gd name="adj2" fmla="val 0"/>
          </a:avLst>
        </a:prstGeom>
        <a:solidFill>
          <a:schemeClr val="accent5">
            <a:hueOff val="-1689636"/>
            <a:satOff val="-4355"/>
            <a:lumOff val="-294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ju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Experiments</a:t>
          </a:r>
        </a:p>
        <a:p>
          <a:pPr marL="171450" lvl="1" indent="-171450" algn="just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Controlled experiments</a:t>
          </a:r>
        </a:p>
        <a:p>
          <a:pPr marL="171450" lvl="1" indent="-171450" algn="just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A/B testing</a:t>
          </a:r>
        </a:p>
      </dsp:txBody>
      <dsp:txXfrm rot="10800000">
        <a:off x="2369142" y="1948485"/>
        <a:ext cx="1703697" cy="2325653"/>
      </dsp:txXfrm>
    </dsp:sp>
    <dsp:sp modelId="{1EB96E29-4CC7-4A89-A9E0-103168A5B5E5}">
      <dsp:nvSpPr>
        <dsp:cNvPr id="0" name=""/>
        <dsp:cNvSpPr/>
      </dsp:nvSpPr>
      <dsp:spPr>
        <a:xfrm>
          <a:off x="4310203" y="259798"/>
          <a:ext cx="1815353" cy="142888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3000" b="-23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BA5D63-CCF0-4DAE-B518-ED4E8F00C394}">
      <dsp:nvSpPr>
        <dsp:cNvPr id="0" name=""/>
        <dsp:cNvSpPr/>
      </dsp:nvSpPr>
      <dsp:spPr>
        <a:xfrm rot="10800000">
          <a:off x="4310203" y="1948485"/>
          <a:ext cx="1815353" cy="2381481"/>
        </a:xfrm>
        <a:prstGeom prst="round2SameRect">
          <a:avLst>
            <a:gd name="adj1" fmla="val 10500"/>
            <a:gd name="adj2" fmla="val 0"/>
          </a:avLst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ju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Observations from the real world</a:t>
          </a:r>
        </a:p>
      </dsp:txBody>
      <dsp:txXfrm rot="10800000">
        <a:off x="4366031" y="1948485"/>
        <a:ext cx="1703697" cy="2325653"/>
      </dsp:txXfrm>
    </dsp:sp>
    <dsp:sp modelId="{62BFE688-3692-4D75-8BBE-4877A2F5CB24}">
      <dsp:nvSpPr>
        <dsp:cNvPr id="0" name=""/>
        <dsp:cNvSpPr/>
      </dsp:nvSpPr>
      <dsp:spPr>
        <a:xfrm>
          <a:off x="6307092" y="259798"/>
          <a:ext cx="1815353" cy="142888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3000" b="-23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15476A-238E-45B5-B64F-9DF7C9931DDA}">
      <dsp:nvSpPr>
        <dsp:cNvPr id="0" name=""/>
        <dsp:cNvSpPr/>
      </dsp:nvSpPr>
      <dsp:spPr>
        <a:xfrm rot="10800000">
          <a:off x="6307092" y="1948485"/>
          <a:ext cx="1815353" cy="2381481"/>
        </a:xfrm>
        <a:prstGeom prst="round2SameRect">
          <a:avLst>
            <a:gd name="adj1" fmla="val 10500"/>
            <a:gd name="adj2" fmla="val 0"/>
          </a:avLst>
        </a:prstGeom>
        <a:solidFill>
          <a:schemeClr val="accent5">
            <a:hueOff val="-5068907"/>
            <a:satOff val="-13064"/>
            <a:lumOff val="-882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ju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Existing databases, data providers, and open data sources</a:t>
          </a:r>
        </a:p>
      </dsp:txBody>
      <dsp:txXfrm rot="10800000">
        <a:off x="6362920" y="1948485"/>
        <a:ext cx="1703697" cy="2325653"/>
      </dsp:txXfrm>
    </dsp:sp>
    <dsp:sp modelId="{D89EF8A7-A6DB-4538-9EF5-4C8C119EE43A}">
      <dsp:nvSpPr>
        <dsp:cNvPr id="0" name=""/>
        <dsp:cNvSpPr/>
      </dsp:nvSpPr>
      <dsp:spPr>
        <a:xfrm>
          <a:off x="8303980" y="259798"/>
          <a:ext cx="1815353" cy="142888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3000" b="-23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333E7B-A95A-409F-AD91-E9139D991E8B}">
      <dsp:nvSpPr>
        <dsp:cNvPr id="0" name=""/>
        <dsp:cNvSpPr/>
      </dsp:nvSpPr>
      <dsp:spPr>
        <a:xfrm rot="10800000">
          <a:off x="8303980" y="1948485"/>
          <a:ext cx="1815353" cy="2381481"/>
        </a:xfrm>
        <a:prstGeom prst="round2SameRect">
          <a:avLst>
            <a:gd name="adj1" fmla="val 10500"/>
            <a:gd name="adj2" fmla="val 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ju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Other methods</a:t>
          </a:r>
        </a:p>
        <a:p>
          <a:pPr marL="171450" lvl="1" indent="-171450" algn="just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Focus groups</a:t>
          </a:r>
        </a:p>
        <a:p>
          <a:pPr marL="171450" lvl="1" indent="-171450" algn="just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Case studies</a:t>
          </a:r>
        </a:p>
        <a:p>
          <a:pPr marL="171450" lvl="1" indent="-171450" algn="just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Ethnographic research</a:t>
          </a:r>
        </a:p>
      </dsp:txBody>
      <dsp:txXfrm rot="10800000">
        <a:off x="8359808" y="1948485"/>
        <a:ext cx="1703697" cy="23256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TitlePictureLineup">
  <dgm:title val=""/>
  <dgm:desc val=""/>
  <dgm:catLst>
    <dgm:cat type="picture" pri="18000"/>
    <dgm:cat type="pictureconvert" pri="18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dir/>
    </dgm:varLst>
    <dgm:choose name="Name1">
      <dgm:if name="Name2" func="var" arg="dir" op="equ" val="norm">
        <dgm:alg type="lin">
          <dgm:param type="linDir" val="fromL"/>
          <dgm:param type="fallback" val="1D"/>
          <dgm:param type="horzAlign" val="ctr"/>
          <dgm:param type="vertAlign" val="mid"/>
          <dgm:param type="nodeVertAlign" val="t"/>
        </dgm:alg>
      </dgm:if>
      <dgm:else name="Name3">
        <dgm:alg type="lin">
          <dgm:param type="linDir" val="fromR"/>
          <dgm:param type="fallback" val="1D"/>
          <dgm:param type="horzAlign" val="ctr"/>
          <dgm:param type="vertAlign" val="mid"/>
          <dgm:param type="nodeVertAlign" val="t"/>
        </dgm:alg>
      </dgm:else>
    </dgm:choose>
    <dgm:shape xmlns:r="http://schemas.openxmlformats.org/officeDocument/2006/relationships" r:blip="">
      <dgm:adjLst/>
    </dgm:shape>
    <dgm:constrLst>
      <dgm:constr type="h" for="des" forName="Child" op="equ"/>
      <dgm:constr type="w" for="des" forName="Child" op="equ"/>
      <dgm:constr type="h" for="des" forName="Accent" op="equ"/>
      <dgm:constr type="w" for="des" forName="Accent" op="equ"/>
      <dgm:constr type="primFontSz" for="des" forName="Parent" op="equ"/>
      <dgm:constr type="primFontSz" for="des" forName="Child" op="equ"/>
      <dgm:constr type="w" for="ch" forName="composite" refType="w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05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0.5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 fact="0.1"/>
              <dgm:constr type="l" for="ch" forName="Accent" refType="w" fact="0"/>
              <dgm:constr type="b" for="ch" forName="Accent" refType="h"/>
              <dgm:constr type="w" for="ch" forName="Accent" refType="w" fact="0"/>
              <dgm:constr type="h" for="ch" forName="Accent" refType="h" fact="0.9"/>
              <dgm:constr type="l" for="ch" forName="Image" refType="w" fact="0.05"/>
              <dgm:constr type="t" for="ch" forName="Image" refType="h" fact="0.13"/>
              <dgm:constr type="w" for="ch" forName="Image" refType="w" fact="0.9467"/>
              <dgm:constr type="h" for="ch" forName="Image" refType="h" fact="0.405"/>
              <dgm:constr type="l" for="ch" forName="Child" refType="w" fact="0.05"/>
              <dgm:constr type="t" for="ch" forName="Child" refType="h" fact="0.535"/>
              <dgm:constr type="w" for="ch" forName="Child" refType="w" fact="0.9467"/>
              <dgm:constr type="h" for="ch" forName="Child" refType="h" fact="0.465"/>
            </dgm:constrLst>
          </dgm:if>
          <dgm:else name="Name6">
            <dgm:constrLst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 fact="0.1"/>
              <dgm:constr type="l" for="ch" forName="Accent" refType="w"/>
              <dgm:constr type="b" for="ch" forName="Accent" refType="h"/>
              <dgm:constr type="h" for="ch" forName="Accent" refType="h" fact="0.9"/>
              <dgm:constr type="l" for="ch" forName="Image" refType="w" fact="0"/>
              <dgm:constr type="t" for="ch" forName="Image" refType="h" fact="0.13"/>
              <dgm:constr type="w" for="ch" forName="Image" refType="w" fact="0.9467"/>
              <dgm:constr type="h" for="ch" forName="Image" refType="h" fact="0.405"/>
              <dgm:constr type="l" for="ch" forName="Child" refType="w" fact="0"/>
              <dgm:constr type="t" for="ch" forName="Child" refType="h" fact="0.535"/>
              <dgm:constr type="w" for="ch" forName="Child" refType="w" fact="0.9467"/>
              <dgm:constr type="h" for="ch" forName="Child" refType="h" fact="0.465"/>
            </dgm:constrLst>
          </dgm:else>
        </dgm:choose>
        <dgm:forEach name="Name7" axis="self" ptType="node">
          <dgm:layoutNode name="Accent" styleLbl="alignAcc1">
            <dgm:alg type="sp"/>
            <dgm:shape xmlns:r="http://schemas.openxmlformats.org/officeDocument/2006/relationships" type="line" r:blip="">
              <dgm:adjLst/>
            </dgm:shape>
            <dgm:presOf/>
          </dgm:layoutNode>
          <dgm:layoutNode name="Image">
            <dgm:alg type="sp"/>
            <dgm:shape xmlns:r="http://schemas.openxmlformats.org/officeDocument/2006/relationships" type="rect" r:blip="" blipPhldr="1">
              <dgm:adjLst/>
            </dgm:shape>
            <dgm:presOf/>
          </dgm:layoutNode>
          <dgm:layoutNode name="Child" styleLbl="revTx">
            <dgm:varLst>
              <dgm:bulletEnabled val="1"/>
            </dgm:varLst>
            <dgm:choose name="Name8">
              <dgm:if name="Name9" axis="ch" ptType="node" func="cnt" op="gt" val="1">
                <dgm:choose name="Name10">
                  <dgm:if name="Name11" func="var" arg="dir" op="equ" val="norm">
                    <dgm:alg type="tx">
                      <dgm:param type="shpTxLTRAlignCh" val="l"/>
                      <dgm:param type="shpTxRTLAlignCh" val="r"/>
                      <dgm:param type="txAnchorVert" val="t"/>
                      <dgm:param type="stBulletLvl" val="1"/>
                    </dgm:alg>
                  </dgm:if>
                  <dgm:else name="Name12">
                    <dgm:alg type="tx">
                      <dgm:param type="shpTxLTRAlignCh" val="l"/>
                      <dgm:param type="shpTxRTLAlignCh" val="r"/>
                      <dgm:param type="txAnchorVert" val="t"/>
                      <dgm:param type="stBulletLvl" val="1"/>
                    </dgm:alg>
                  </dgm:else>
                </dgm:choose>
              </dgm:if>
              <dgm:else name="Name13">
                <dgm:choose name="Name14">
                  <dgm:if name="Name15" func="var" arg="dir" op="equ" val="norm">
                    <dgm:alg type="tx">
                      <dgm:param type="shpTxLTRAlignCh" val="l"/>
                      <dgm:param type="shpTxRTLAlignCh" val="r"/>
                      <dgm:param type="txAnchorVert" val="t"/>
                      <dgm:param type="stBulletLvl" val="2"/>
                    </dgm:alg>
                  </dgm:if>
                  <dgm:else name="Name16">
                    <dgm:alg type="tx">
                      <dgm:param type="shpTxLTRAlignCh" val="l"/>
                      <dgm:param type="shpTxRTLAlignCh" val="r"/>
                      <dgm:param type="txAnchorVert" val="t"/>
                      <dgm:param type="stBulletLvl" val="2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2"/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  <dgm:layoutNode name="Parent" styleLbl="alignNode1">
            <dgm:varLst>
              <dgm:bulletEnabled val="1"/>
            </dgm:varLst>
            <dgm:alg type="tx">
              <dgm:param type="shpTxLTRAlignCh" val="ctr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self"/>
            <dgm:constrLst>
              <dgm:constr type="lMarg" refType="primFontSz" fact="0.2"/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forEach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3/layout/IncreasingArrowsProcess">
  <dgm:title val=""/>
  <dgm:desc val=""/>
  <dgm:catLst>
    <dgm:cat type="process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 val="5"/>
      <dgm:chPref val="5"/>
      <dgm:dir/>
      <dgm:animLvl val="lvl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choose name="Name3">
          <dgm:if name="Name4" axis="ch ch" ptType="node node" func="cnt" op="equ" val="0">
            <dgm:alg type="composite">
              <dgm:param type="ar" val="6.8662"/>
            </dgm:alg>
            <dgm:choose name="Name5">
              <dgm:if name="Name6" func="var" arg="dir" op="equ" val="norm">
                <dgm:constrLst>
                  <dgm:constr type="primFontSz" for="des" forName="parentText1" val="65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/>
                </dgm:constrLst>
              </dgm:if>
              <dgm:else name="Name7">
                <dgm:constrLst>
                  <dgm:constr type="primFontSz" for="des" forName="parentText1" val="65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/>
                </dgm:constrLst>
              </dgm:else>
            </dgm:choose>
          </dgm:if>
          <dgm:else name="Name8">
            <dgm:alg type="composite">
              <dgm:param type="ar" val="1.9864"/>
            </dgm:alg>
            <dgm:choose name="Name9">
              <dgm:if name="Name1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93"/>
                  <dgm:constr type="l" for="ch" forName="childText1" refType="w" fact="0"/>
                  <dgm:constr type="t" for="ch" forName="childText1" refType="h" fact="0.224"/>
                  <dgm:constr type="w" for="ch" forName="childText1" refType="w" fact="0.9241"/>
                  <dgm:constr type="h" for="ch" forName="childText1" refType="h" fact="0.776"/>
                </dgm:constrLst>
              </dgm:if>
              <dgm:else name="Name1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93"/>
                  <dgm:constr type="l" for="ch" forName="childText1" refType="w" fact="0.076"/>
                  <dgm:constr type="t" for="ch" forName="childText1" refType="h" fact="0.224"/>
                  <dgm:constr type="w" for="ch" forName="childText1" refType="w" fact="0.9241"/>
                  <dgm:constr type="h" for="ch" forName="childText1" refType="h" fact="0.776"/>
                </dgm:constrLst>
              </dgm:else>
            </dgm:choose>
          </dgm:else>
        </dgm:choose>
      </dgm:if>
      <dgm:if name="Name12" axis="ch" ptType="node" func="cnt" op="equ" val="2">
        <dgm:choose name="Name13">
          <dgm:if name="Name14" axis="ch ch" ptType="node node" func="cnt" op="equ" val="0">
            <dgm:alg type="composite">
              <dgm:param type="ar" val="5.1498"/>
            </dgm:alg>
            <dgm:choose name="Name15">
              <dgm:if name="Name1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7501"/>
                  <dgm:constr type="l" for="ch" forName="parentText2" refType="w" fact="0.462"/>
                  <dgm:constr type="t" for="ch" forName="parentText2" refType="h" fact="0.2499"/>
                  <dgm:constr type="w" for="ch" forName="parentText2" refType="w" fact="0.538"/>
                  <dgm:constr type="h" for="ch" forName="parentText2" refType="h" fact="0.7501"/>
                </dgm:constrLst>
              </dgm:if>
              <dgm:else name="Name1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7501"/>
                  <dgm:constr type="l" for="ch" forName="parentText2" refType="w" fact="0"/>
                  <dgm:constr type="t" for="ch" forName="parentText2" refType="h" fact="0.2499"/>
                  <dgm:constr type="w" for="ch" forName="parentText2" refType="w" fact="0.538"/>
                  <dgm:constr type="h" for="ch" forName="parentText2" refType="h" fact="0.7501"/>
                </dgm:constrLst>
              </dgm:else>
            </dgm:choose>
          </dgm:if>
          <dgm:else name="Name18">
            <dgm:alg type="composite">
              <dgm:param type="ar" val="2.0563"/>
            </dgm:alg>
            <dgm:choose name="Name19">
              <dgm:if name="Name2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parentText2" refType="primFontSz" refFor="des" refForName="parentText1" op="equ"/>
                  <dgm:constr type="primFontSz" for="des" forName="childText2" refType="primFontSz" refFor="des" refForName="child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995"/>
                  <dgm:constr type="l" for="ch" forName="parentText2" refType="w" fact="0.462"/>
                  <dgm:constr type="t" for="ch" forName="parentText2" refType="h" fact="0.0998"/>
                  <dgm:constr type="w" for="ch" forName="parentText2" refType="w" fact="0.538"/>
                  <dgm:constr type="h" for="ch" forName="parentText2" refType="h" fact="0.2995"/>
                  <dgm:constr type="l" for="ch" forName="childText1" refType="w" fact="0"/>
                  <dgm:constr type="t" for="ch" forName="childText1" refType="h" fact="0.2317"/>
                  <dgm:constr type="w" for="ch" forName="childText1" refType="w" fact="0.462"/>
                  <dgm:constr type="h" for="ch" forName="childText1" refType="h" fact="0.6685"/>
                  <dgm:constr type="l" for="ch" forName="childText2" refType="w" fact="0.462"/>
                  <dgm:constr type="t" for="ch" forName="childText2" refType="h" fact="0.3315"/>
                  <dgm:constr type="w" for="ch" forName="childText2" refType="w" fact="0.462"/>
                  <dgm:constr type="h" for="ch" forName="childText2" refType="h" fact="0.6685"/>
                </dgm:constrLst>
              </dgm:if>
              <dgm:else name="Name2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parentText2" refType="primFontSz" refFor="des" refForName="parentText1" op="equ"/>
                  <dgm:constr type="primFontSz" for="des" forName="childText2" refType="primFontSz" refFor="des" refForName="child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995"/>
                  <dgm:constr type="l" for="ch" forName="parentText2" refType="w" fact="0"/>
                  <dgm:constr type="t" for="ch" forName="parentText2" refType="h" fact="0.0998"/>
                  <dgm:constr type="w" for="ch" forName="parentText2" refType="w" fact="0.538"/>
                  <dgm:constr type="h" for="ch" forName="parentText2" refType="h" fact="0.2995"/>
                  <dgm:constr type="l" for="ch" forName="childText1" refType="w" fact="0.538"/>
                  <dgm:constr type="t" for="ch" forName="childText1" refType="h" fact="0.2317"/>
                  <dgm:constr type="w" for="ch" forName="childText1" refType="w" fact="0.462"/>
                  <dgm:constr type="h" for="ch" forName="childText1" refType="h" fact="0.6685"/>
                  <dgm:constr type="l" for="ch" forName="childText2" refType="w" fact="0.076"/>
                  <dgm:constr type="t" for="ch" forName="childText2" refType="h" fact="0.3315"/>
                  <dgm:constr type="w" for="ch" forName="childText2" refType="w" fact="0.462"/>
                  <dgm:constr type="h" for="ch" forName="childText2" refType="h" fact="0.6685"/>
                </dgm:constrLst>
              </dgm:else>
            </dgm:choose>
          </dgm:else>
        </dgm:choose>
      </dgm:if>
      <dgm:if name="Name22" axis="ch" ptType="node" func="cnt" op="equ" val="3">
        <dgm:choose name="Name23">
          <dgm:if name="Name24" axis="ch ch" ptType="node node" func="cnt" op="equ" val="0">
            <dgm:alg type="composite">
              <dgm:param type="ar" val="4.1198"/>
            </dgm:alg>
            <dgm:choose name="Name25">
              <dgm:if name="Name2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6"/>
                  <dgm:constr type="l" for="ch" forName="parentText2" refType="w" fact="0.308"/>
                  <dgm:constr type="t" for="ch" forName="parentText2" refType="h" fact="0.2"/>
                  <dgm:constr type="w" for="ch" forName="parentText2" refType="w" fact="0.692"/>
                  <dgm:constr type="h" for="ch" forName="parentText2" refType="h" fact="0.6"/>
                  <dgm:constr type="l" for="ch" forName="parentText3" refType="w" fact="0.616"/>
                  <dgm:constr type="t" for="ch" forName="parentText3" refType="h" fact="0.4"/>
                  <dgm:constr type="w" for="ch" forName="parentText3" refType="w" fact="0.384"/>
                  <dgm:constr type="h" for="ch" forName="parentText3" refType="h" fact="0.6"/>
                </dgm:constrLst>
              </dgm:if>
              <dgm:else name="Name2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6"/>
                  <dgm:constr type="l" for="ch" forName="parentText2" refType="w" fact="0"/>
                  <dgm:constr type="t" for="ch" forName="parentText2" refType="h" fact="0.2"/>
                  <dgm:constr type="w" for="ch" forName="parentText2" refType="w" fact="0.692"/>
                  <dgm:constr type="h" for="ch" forName="parentText2" refType="h" fact="0.6"/>
                  <dgm:constr type="l" for="ch" forName="parentText3" refType="w" fact="0"/>
                  <dgm:constr type="t" for="ch" forName="parentText3" refType="h" fact="0.4"/>
                  <dgm:constr type="w" for="ch" forName="parentText3" refType="w" fact="0.384"/>
                  <dgm:constr type="h" for="ch" forName="parentText3" refType="h" fact="0.6"/>
                </dgm:constrLst>
              </dgm:else>
            </dgm:choose>
          </dgm:if>
          <dgm:else name="Name28">
            <dgm:alg type="composite">
              <dgm:param type="ar" val="2.0702"/>
            </dgm:alg>
            <dgm:choose name="Name29">
              <dgm:if name="Name3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l" for="ch" forName="childText1" refType="w" fact="0"/>
                  <dgm:constr type="t" for="ch" forName="childText1" refType="h" fact="0.2325"/>
                  <dgm:constr type="w" for="ch" forName="childText1" refType="w" fact="0.308"/>
                  <dgm:constr type="h" for="ch" forName="childText1" refType="h" fact="0.5808"/>
                  <dgm:constr type="l" for="ch" forName="childText2" refType="w" fact="0.308"/>
                  <dgm:constr type="t" for="ch" forName="childText2" refType="h" fact="0.333"/>
                  <dgm:constr type="w" for="ch" forName="childText2" refType="w" fact="0.308"/>
                  <dgm:constr type="h" for="ch" forName="childText2" refType="h" fact="0.5808"/>
                  <dgm:constr type="l" for="ch" forName="childText3" refType="w" fact="0.616"/>
                  <dgm:constr type="t" for="ch" forName="childText3" refType="h" fact="0.4335"/>
                  <dgm:constr type="w" for="ch" forName="childText3" refType="w" fact="0.308"/>
                  <dgm:constr type="h" for="ch" forName="childText3" refType="h" fact="0.572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3015"/>
                  <dgm:constr type="l" for="ch" forName="parentText2" refType="w" fact="0.308"/>
                  <dgm:constr type="t" for="ch" forName="parentText2" refType="h" fact="0.1005"/>
                  <dgm:constr type="w" for="ch" forName="parentText2" refType="w" fact="0.692"/>
                  <dgm:constr type="h" for="ch" forName="parentText2" refType="h" fact="0.3015"/>
                  <dgm:constr type="l" for="ch" forName="parentText3" refType="w" fact="0.616"/>
                  <dgm:constr type="t" for="ch" forName="parentText3" refType="h" fact="0.201"/>
                  <dgm:constr type="w" for="ch" forName="parentText3" refType="w" fact="0.384"/>
                  <dgm:constr type="h" for="ch" forName="parentText3" refType="h" fact="0.3015"/>
                </dgm:constrLst>
              </dgm:if>
              <dgm:else name="Name3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l" for="ch" forName="childText1" refType="w" fact="0.692"/>
                  <dgm:constr type="t" for="ch" forName="childText1" refType="h" fact="0.2325"/>
                  <dgm:constr type="w" for="ch" forName="childText1" refType="w" fact="0.308"/>
                  <dgm:constr type="h" for="ch" forName="childText1" refType="h" fact="0.5808"/>
                  <dgm:constr type="l" for="ch" forName="childText2" refType="w" fact="0.384"/>
                  <dgm:constr type="t" for="ch" forName="childText2" refType="h" fact="0.333"/>
                  <dgm:constr type="w" for="ch" forName="childText2" refType="w" fact="0.308"/>
                  <dgm:constr type="h" for="ch" forName="childText2" refType="h" fact="0.5808"/>
                  <dgm:constr type="l" for="ch" forName="childText3" refType="w" fact="0.076"/>
                  <dgm:constr type="t" for="ch" forName="childText3" refType="h" fact="0.4335"/>
                  <dgm:constr type="w" for="ch" forName="childText3" refType="w" fact="0.308"/>
                  <dgm:constr type="h" for="ch" forName="childText3" refType="h" fact="0.572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3015"/>
                  <dgm:constr type="l" for="ch" forName="parentText2" refType="w" fact="0"/>
                  <dgm:constr type="t" for="ch" forName="parentText2" refType="h" fact="0.1005"/>
                  <dgm:constr type="w" for="ch" forName="parentText2" refType="w" fact="0.692"/>
                  <dgm:constr type="h" for="ch" forName="parentText2" refType="h" fact="0.3015"/>
                  <dgm:constr type="l" for="ch" forName="parentText3" refType="w" fact="0"/>
                  <dgm:constr type="t" for="ch" forName="parentText3" refType="h" fact="0.201"/>
                  <dgm:constr type="w" for="ch" forName="parentText3" refType="w" fact="0.384"/>
                  <dgm:constr type="h" for="ch" forName="parentText3" refType="h" fact="0.3015"/>
                </dgm:constrLst>
              </dgm:else>
            </dgm:choose>
          </dgm:else>
        </dgm:choose>
      </dgm:if>
      <dgm:if name="Name32" axis="ch" ptType="node" func="cnt" op="equ" val="4">
        <dgm:choose name="Name33">
          <dgm:if name="Name34" axis="ch ch" ptType="node node" func="cnt" op="equ" val="0">
            <dgm:alg type="composite">
              <dgm:param type="ar" val="3.435"/>
            </dgm:alg>
            <dgm:choose name="Name35">
              <dgm:if name="Name3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5001"/>
                  <dgm:constr type="l" for="ch" forName="parentText2" refType="w" fact="0.2305"/>
                  <dgm:constr type="t" for="ch" forName="parentText2" refType="h" fact="0.1666"/>
                  <dgm:constr type="w" for="ch" forName="parentText2" refType="w" fact="0.7695"/>
                  <dgm:constr type="h" for="ch" forName="parentText2" refType="h" fact="0.5001"/>
                  <dgm:constr type="l" for="ch" forName="parentText3" refType="w" fact="0.461"/>
                  <dgm:constr type="t" for="ch" forName="parentText3" refType="h" fact="0.3333"/>
                  <dgm:constr type="w" for="ch" forName="parentText3" refType="w" fact="0.539"/>
                  <dgm:constr type="h" for="ch" forName="parentText3" refType="h" fact="0.5001"/>
                  <dgm:constr type="l" for="ch" forName="parentText4" refType="w" fact="0.6915"/>
                  <dgm:constr type="t" for="ch" forName="parentText4" refType="h" fact="0.4999"/>
                  <dgm:constr type="w" for="ch" forName="parentText4" refType="w" fact="0.3085"/>
                  <dgm:constr type="h" for="ch" forName="parentText4" refType="h" fact="0.5001"/>
                </dgm:constrLst>
              </dgm:if>
              <dgm:else name="Name3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5001"/>
                  <dgm:constr type="l" for="ch" forName="parentText2" refType="w" fact="0"/>
                  <dgm:constr type="t" for="ch" forName="parentText2" refType="h" fact="0.1666"/>
                  <dgm:constr type="w" for="ch" forName="parentText2" refType="w" fact="0.7695"/>
                  <dgm:constr type="h" for="ch" forName="parentText2" refType="h" fact="0.5001"/>
                  <dgm:constr type="l" for="ch" forName="parentText3" refType="w" fact="0"/>
                  <dgm:constr type="t" for="ch" forName="parentText3" refType="h" fact="0.3333"/>
                  <dgm:constr type="w" for="ch" forName="parentText3" refType="w" fact="0.539"/>
                  <dgm:constr type="h" for="ch" forName="parentText3" refType="h" fact="0.5001"/>
                  <dgm:constr type="l" for="ch" forName="parentText4" refType="w" fact="0"/>
                  <dgm:constr type="t" for="ch" forName="parentText4" refType="h" fact="0.4999"/>
                  <dgm:constr type="w" for="ch" forName="parentText4" refType="w" fact="0.3085"/>
                  <dgm:constr type="h" for="ch" forName="parentText4" refType="h" fact="0.5001"/>
                </dgm:constrLst>
              </dgm:else>
            </dgm:choose>
          </dgm:if>
          <dgm:else name="Name38">
            <dgm:alg type="composite">
              <dgm:param type="ar" val="1.9377"/>
            </dgm:alg>
            <dgm:choose name="Name39">
              <dgm:if name="Name4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l" for="ch" forName="childText1" refType="w" fact="0"/>
                  <dgm:constr type="t" for="ch" forName="childText1" refType="h" fact="0.218"/>
                  <dgm:constr type="w" for="ch" forName="childText1" refType="w" fact="0.2305"/>
                  <dgm:constr type="h" for="ch" forName="childText1" refType="h" fact="0.5218"/>
                  <dgm:constr type="l" for="ch" forName="childText2" refType="w" fact="0.2305"/>
                  <dgm:constr type="t" for="ch" forName="childText2" refType="h" fact="0.312"/>
                  <dgm:constr type="w" for="ch" forName="childText2" refType="w" fact="0.2305"/>
                  <dgm:constr type="h" for="ch" forName="childText2" refType="h" fact="0.5085"/>
                  <dgm:constr type="l" for="ch" forName="childText3" refType="w" fact="0.461"/>
                  <dgm:constr type="t" for="ch" forName="childText3" refType="h" fact="0.406"/>
                  <dgm:constr type="w" for="ch" forName="childText3" refType="w" fact="0.2305"/>
                  <dgm:constr type="h" for="ch" forName="childText3" refType="h" fact="0.5119"/>
                  <dgm:constr type="l" for="ch" forName="childText4" refType="w" fact="0.6915"/>
                  <dgm:constr type="t" for="ch" forName="childText4" refType="h" fact="0.5"/>
                  <dgm:constr type="w" for="ch" forName="childText4" refType="w" fact="0.2326"/>
                  <dgm:constr type="h" for="ch" forName="childText4" refType="h" fact="0.5179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21"/>
                  <dgm:constr type="l" for="ch" forName="parentText2" refType="w" fact="0.2305"/>
                  <dgm:constr type="t" for="ch" forName="parentText2" refType="h" fact="0.094"/>
                  <dgm:constr type="w" for="ch" forName="parentText2" refType="w" fact="0.7695"/>
                  <dgm:constr type="h" for="ch" forName="parentText2" refType="h" fact="0.2821"/>
                  <dgm:constr type="l" for="ch" forName="parentText3" refType="w" fact="0.461"/>
                  <dgm:constr type="t" for="ch" forName="parentText3" refType="h" fact="0.188"/>
                  <dgm:constr type="w" for="ch" forName="parentText3" refType="w" fact="0.539"/>
                  <dgm:constr type="h" for="ch" forName="parentText3" refType="h" fact="0.2821"/>
                  <dgm:constr type="l" for="ch" forName="parentText4" refType="w" fact="0.6915"/>
                  <dgm:constr type="t" for="ch" forName="parentText4" refType="h" fact="0.282"/>
                  <dgm:constr type="w" for="ch" forName="parentText4" refType="w" fact="0.3085"/>
                  <dgm:constr type="h" for="ch" forName="parentText4" refType="h" fact="0.2821"/>
                </dgm:constrLst>
              </dgm:if>
              <dgm:else name="Name4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l" for="ch" forName="childText1" refType="w" fact="0.7695"/>
                  <dgm:constr type="t" for="ch" forName="childText1" refType="h" fact="0.218"/>
                  <dgm:constr type="w" for="ch" forName="childText1" refType="w" fact="0.2305"/>
                  <dgm:constr type="h" for="ch" forName="childText1" refType="h" fact="0.5218"/>
                  <dgm:constr type="l" for="ch" forName="childText2" refType="w" fact="0.539"/>
                  <dgm:constr type="t" for="ch" forName="childText2" refType="h" fact="0.312"/>
                  <dgm:constr type="w" for="ch" forName="childText2" refType="w" fact="0.2305"/>
                  <dgm:constr type="h" for="ch" forName="childText2" refType="h" fact="0.5085"/>
                  <dgm:constr type="l" for="ch" forName="childText3" refType="w" fact="0.3085"/>
                  <dgm:constr type="t" for="ch" forName="childText3" refType="h" fact="0.406"/>
                  <dgm:constr type="w" for="ch" forName="childText3" refType="w" fact="0.2305"/>
                  <dgm:constr type="h" for="ch" forName="childText3" refType="h" fact="0.5119"/>
                  <dgm:constr type="l" for="ch" forName="childText4" refType="w" fact="0.076"/>
                  <dgm:constr type="t" for="ch" forName="childText4" refType="h" fact="0.5"/>
                  <dgm:constr type="w" for="ch" forName="childText4" refType="w" fact="0.2346"/>
                  <dgm:constr type="h" for="ch" forName="childText4" refType="h" fact="0.5179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21"/>
                  <dgm:constr type="l" for="ch" forName="parentText2" refType="w" fact="0"/>
                  <dgm:constr type="t" for="ch" forName="parentText2" refType="h" fact="0.094"/>
                  <dgm:constr type="w" for="ch" forName="parentText2" refType="w" fact="0.7695"/>
                  <dgm:constr type="h" for="ch" forName="parentText2" refType="h" fact="0.2821"/>
                  <dgm:constr type="l" for="ch" forName="parentText3" refType="w" fact="0"/>
                  <dgm:constr type="t" for="ch" forName="parentText3" refType="h" fact="0.188"/>
                  <dgm:constr type="w" for="ch" forName="parentText3" refType="w" fact="0.539"/>
                  <dgm:constr type="h" for="ch" forName="parentText3" refType="h" fact="0.2821"/>
                  <dgm:constr type="l" for="ch" forName="parentText4" refType="w" fact="0"/>
                  <dgm:constr type="t" for="ch" forName="parentText4" refType="h" fact="0.282"/>
                  <dgm:constr type="w" for="ch" forName="parentText4" refType="w" fact="0.3085"/>
                  <dgm:constr type="h" for="ch" forName="parentText4" refType="h" fact="0.2821"/>
                </dgm:constrLst>
              </dgm:else>
            </dgm:choose>
          </dgm:else>
        </dgm:choose>
      </dgm:if>
      <dgm:else name="Name42">
        <dgm:choose name="Name43">
          <dgm:if name="Name44" axis="ch ch" ptType="node node" func="cnt" op="equ" val="0">
            <dgm:alg type="composite">
              <dgm:param type="ar" val="2.9463"/>
            </dgm:alg>
            <dgm:choose name="Name45">
              <dgm:if name="Name4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4285"/>
                  <dgm:constr type="l" for="ch" forName="parentText2" refType="w" fact="0.1848"/>
                  <dgm:constr type="t" for="ch" forName="parentText2" refType="h" fact="0.1429"/>
                  <dgm:constr type="w" for="ch" forName="parentText2" refType="w" fact="0.8152"/>
                  <dgm:constr type="h" for="ch" forName="parentText2" refType="h" fact="0.4285"/>
                  <dgm:constr type="l" for="ch" forName="parentText3" refType="w" fact="0.3696"/>
                  <dgm:constr type="t" for="ch" forName="parentText3" refType="h" fact="0.2858"/>
                  <dgm:constr type="w" for="ch" forName="parentText3" refType="w" fact="0.6304"/>
                  <dgm:constr type="h" for="ch" forName="parentText3" refType="h" fact="0.4285"/>
                  <dgm:constr type="l" for="ch" forName="parentText4" refType="w" fact="0.5545"/>
                  <dgm:constr type="t" for="ch" forName="parentText4" refType="h" fact="0.4286"/>
                  <dgm:constr type="w" for="ch" forName="parentText4" refType="w" fact="0.4455"/>
                  <dgm:constr type="h" for="ch" forName="parentText4" refType="h" fact="0.4285"/>
                  <dgm:constr type="l" for="ch" forName="parentText5" refType="w" fact="0.7393"/>
                  <dgm:constr type="t" for="ch" forName="parentText5" refType="h" fact="0.5715"/>
                  <dgm:constr type="w" for="ch" forName="parentText5" refType="w" fact="0.2607"/>
                  <dgm:constr type="h" for="ch" forName="parentText5" refType="h" fact="0.4285"/>
                </dgm:constrLst>
              </dgm:if>
              <dgm:else name="Name4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4285"/>
                  <dgm:constr type="l" for="ch" forName="parentText2" refType="w" fact="0"/>
                  <dgm:constr type="t" for="ch" forName="parentText2" refType="h" fact="0.1429"/>
                  <dgm:constr type="w" for="ch" forName="parentText2" refType="w" fact="0.8152"/>
                  <dgm:constr type="h" for="ch" forName="parentText2" refType="h" fact="0.4285"/>
                  <dgm:constr type="l" for="ch" forName="parentText3" refType="w" fact="0"/>
                  <dgm:constr type="t" for="ch" forName="parentText3" refType="h" fact="0.2858"/>
                  <dgm:constr type="w" for="ch" forName="parentText3" refType="w" fact="0.6304"/>
                  <dgm:constr type="h" for="ch" forName="parentText3" refType="h" fact="0.4285"/>
                  <dgm:constr type="l" for="ch" forName="parentText4" refType="w" fact="0"/>
                  <dgm:constr type="t" for="ch" forName="parentText4" refType="h" fact="0.4286"/>
                  <dgm:constr type="w" for="ch" forName="parentText4" refType="w" fact="0.4455"/>
                  <dgm:constr type="h" for="ch" forName="parentText4" refType="h" fact="0.4285"/>
                  <dgm:constr type="l" for="ch" forName="parentText5" refType="w" fact="0"/>
                  <dgm:constr type="t" for="ch" forName="parentText5" refType="h" fact="0.5715"/>
                  <dgm:constr type="w" for="ch" forName="parentText5" refType="w" fact="0.2607"/>
                  <dgm:constr type="h" for="ch" forName="parentText5" refType="h" fact="0.4285"/>
                </dgm:constrLst>
              </dgm:else>
            </dgm:choose>
          </dgm:if>
          <dgm:else name="Name48">
            <dgm:alg type="composite">
              <dgm:param type="ar" val="1.7837"/>
            </dgm:alg>
            <dgm:choose name="Name49">
              <dgm:if name="Name5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5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5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5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childText5" refType="primFontSz" refFor="des" refForName="parentText4" op="lte"/>
                  <dgm:constr type="primFontSz" for="des" forName="childText1" refType="primFontSz" refFor="des" refForName="parentText5" op="lte"/>
                  <dgm:constr type="primFontSz" for="des" forName="childText2" refType="primFontSz" refFor="des" refForName="parentText5" op="lte"/>
                  <dgm:constr type="primFontSz" for="des" forName="childText3" refType="primFontSz" refFor="des" refForName="parentText5" op="lte"/>
                  <dgm:constr type="primFontSz" for="des" forName="childText4" refType="primFontSz" refFor="des" refForName="parentText5" op="lte"/>
                  <dgm:constr type="primFontSz" for="des" forName="childText5" refType="primFontSz" refFor="des" refForName="parentText5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primFontSz" for="des" forName="childText5" refType="primFontSz" refFor="des" refForName="childText1" op="equ"/>
                  <dgm:constr type="l" for="ch" forName="childText1" refType="w" fact="0"/>
                  <dgm:constr type="t" for="ch" forName="childText1" refType="h" fact="0.1997"/>
                  <dgm:constr type="w" for="ch" forName="childText1" refType="w" fact="0.18482"/>
                  <dgm:constr type="h" for="ch" forName="childText1" refType="h" fact="0.4763"/>
                  <dgm:constr type="l" for="ch" forName="childText2" refType="w" fact="0.1848"/>
                  <dgm:constr type="t" for="ch" forName="childText2" refType="h" fact="0.2862"/>
                  <dgm:constr type="w" for="ch" forName="childText2" refType="w" fact="0.18482"/>
                  <dgm:constr type="h" for="ch" forName="childText2" refType="h" fact="0.4763"/>
                  <dgm:constr type="l" for="ch" forName="childText3" refType="w" fact="0.3696"/>
                  <dgm:constr type="t" for="ch" forName="childText3" refType="h" fact="0.3727"/>
                  <dgm:constr type="w" for="ch" forName="childText3" refType="w" fact="0.18482"/>
                  <dgm:constr type="h" for="ch" forName="childText3" refType="h" fact="0.4763"/>
                  <dgm:constr type="l" for="ch" forName="childText4" refType="w" fact="0.5545"/>
                  <dgm:constr type="t" for="ch" forName="childText4" refType="h" fact="0.4592"/>
                  <dgm:constr type="w" for="ch" forName="childText4" refType="w" fact="0.18482"/>
                  <dgm:constr type="h" for="ch" forName="childText4" refType="h" fact="0.4763"/>
                  <dgm:constr type="l" for="ch" forName="childText5" refType="w" fact="0.7393"/>
                  <dgm:constr type="t" for="ch" forName="childText5" refType="h" fact="0.5457"/>
                  <dgm:constr type="w" for="ch" forName="childText5" refType="w" fact="0.18482"/>
                  <dgm:constr type="h" for="ch" forName="childText5" refType="h" fact="0.476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594"/>
                  <dgm:constr type="l" for="ch" forName="parentText2" refType="w" fact="0.1848"/>
                  <dgm:constr type="t" for="ch" forName="parentText2" refType="h" fact="0.0865"/>
                  <dgm:constr type="w" for="ch" forName="parentText2" refType="w" fact="0.8152"/>
                  <dgm:constr type="h" for="ch" forName="parentText2" refType="h" fact="0.2594"/>
                  <dgm:constr type="l" for="ch" forName="parentText3" refType="w" fact="0.3696"/>
                  <dgm:constr type="t" for="ch" forName="parentText3" refType="h" fact="0.173"/>
                  <dgm:constr type="w" for="ch" forName="parentText3" refType="w" fact="0.6304"/>
                  <dgm:constr type="h" for="ch" forName="parentText3" refType="h" fact="0.2594"/>
                  <dgm:constr type="l" for="ch" forName="parentText4" refType="w" fact="0.5545"/>
                  <dgm:constr type="t" for="ch" forName="parentText4" refType="h" fact="0.2595"/>
                  <dgm:constr type="w" for="ch" forName="parentText4" refType="w" fact="0.4455"/>
                  <dgm:constr type="h" for="ch" forName="parentText4" refType="h" fact="0.2594"/>
                  <dgm:constr type="l" for="ch" forName="parentText5" refType="w" fact="0.7393"/>
                  <dgm:constr type="t" for="ch" forName="parentText5" refType="h" fact="0.346"/>
                  <dgm:constr type="w" for="ch" forName="parentText5" refType="w" fact="0.2607"/>
                  <dgm:constr type="h" for="ch" forName="parentText5" refType="h" fact="0.2594"/>
                </dgm:constrLst>
              </dgm:if>
              <dgm:else name="Name5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5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5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5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childText5" refType="primFontSz" refFor="des" refForName="parentText4" op="lte"/>
                  <dgm:constr type="primFontSz" for="des" forName="childText1" refType="primFontSz" refFor="des" refForName="parentText5" op="lte"/>
                  <dgm:constr type="primFontSz" for="des" forName="childText2" refType="primFontSz" refFor="des" refForName="parentText5" op="lte"/>
                  <dgm:constr type="primFontSz" for="des" forName="childText3" refType="primFontSz" refFor="des" refForName="parentText5" op="lte"/>
                  <dgm:constr type="primFontSz" for="des" forName="childText4" refType="primFontSz" refFor="des" refForName="parentText5" op="lte"/>
                  <dgm:constr type="primFontSz" for="des" forName="childText5" refType="primFontSz" refFor="des" refForName="parentText5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primFontSz" for="des" forName="childText5" refType="primFontSz" refFor="des" refForName="childText1" op="equ"/>
                  <dgm:constr type="l" for="ch" forName="childText1" refType="w" fact="0.81518"/>
                  <dgm:constr type="t" for="ch" forName="childText1" refType="h" fact="0.1997"/>
                  <dgm:constr type="w" for="ch" forName="childText1" refType="w" fact="0.18482"/>
                  <dgm:constr type="h" for="ch" forName="childText1" refType="h" fact="0.4763"/>
                  <dgm:constr type="l" for="ch" forName="childText2" refType="w" fact="0.63036"/>
                  <dgm:constr type="t" for="ch" forName="childText2" refType="h" fact="0.2862"/>
                  <dgm:constr type="w" for="ch" forName="childText2" refType="w" fact="0.18482"/>
                  <dgm:constr type="h" for="ch" forName="childText2" refType="h" fact="0.4763"/>
                  <dgm:constr type="l" for="ch" forName="childText3" refType="w" fact="0.44554"/>
                  <dgm:constr type="t" for="ch" forName="childText3" refType="h" fact="0.3727"/>
                  <dgm:constr type="w" for="ch" forName="childText3" refType="w" fact="0.18482"/>
                  <dgm:constr type="h" for="ch" forName="childText3" refType="h" fact="0.4763"/>
                  <dgm:constr type="l" for="ch" forName="childText4" refType="w" fact="0.26072"/>
                  <dgm:constr type="t" for="ch" forName="childText4" refType="h" fact="0.4592"/>
                  <dgm:constr type="w" for="ch" forName="childText4" refType="w" fact="0.18482"/>
                  <dgm:constr type="h" for="ch" forName="childText4" refType="h" fact="0.4763"/>
                  <dgm:constr type="l" for="ch" forName="childText5" refType="w" fact="0.0759"/>
                  <dgm:constr type="t" for="ch" forName="childText5" refType="h" fact="0.5457"/>
                  <dgm:constr type="w" for="ch" forName="childText5" refType="w" fact="0.18482"/>
                  <dgm:constr type="h" for="ch" forName="childText5" refType="h" fact="0.476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594"/>
                  <dgm:constr type="l" for="ch" forName="parentText2" refType="w" fact="0"/>
                  <dgm:constr type="t" for="ch" forName="parentText2" refType="h" fact="0.0865"/>
                  <dgm:constr type="w" for="ch" forName="parentText2" refType="w" fact="0.8152"/>
                  <dgm:constr type="h" for="ch" forName="parentText2" refType="h" fact="0.2594"/>
                  <dgm:constr type="l" for="ch" forName="parentText3" refType="w" fact="0"/>
                  <dgm:constr type="t" for="ch" forName="parentText3" refType="h" fact="0.173"/>
                  <dgm:constr type="w" for="ch" forName="parentText3" refType="w" fact="0.6304"/>
                  <dgm:constr type="h" for="ch" forName="parentText3" refType="h" fact="0.2594"/>
                  <dgm:constr type="l" for="ch" forName="parentText4" refType="w" fact="0"/>
                  <dgm:constr type="t" for="ch" forName="parentText4" refType="h" fact="0.2595"/>
                  <dgm:constr type="w" for="ch" forName="parentText4" refType="w" fact="0.4455"/>
                  <dgm:constr type="h" for="ch" forName="parentText4" refType="h" fact="0.2594"/>
                  <dgm:constr type="l" for="ch" forName="parentText5" refType="w" fact="0"/>
                  <dgm:constr type="t" for="ch" forName="parentText5" refType="h" fact="0.346"/>
                  <dgm:constr type="w" for="ch" forName="parentText5" refType="w" fact="0.2607"/>
                  <dgm:constr type="h" for="ch" forName="parentText5" refType="h" fact="0.2594"/>
                </dgm:constrLst>
              </dgm:else>
            </dgm:choose>
          </dgm:else>
        </dgm:choose>
      </dgm:else>
    </dgm:choose>
    <dgm:forEach name="Name52" axis="ch" ptType="node" cnt="1">
      <dgm:layoutNode name="parentText1" styleLbl="node1">
        <dgm:varLst>
          <dgm:chMax/>
          <dgm:chPref val="3"/>
          <dgm:bulletEnabled val="1"/>
        </dgm:varLst>
        <dgm:choose name="Name53">
          <dgm:if name="Name54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55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56">
        <dgm:if name="Name57" axis="ch" ptType="node" func="cnt" op="gte" val="1">
          <dgm:layoutNode name="childText1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8"/>
      </dgm:choose>
    </dgm:forEach>
    <dgm:forEach name="Name59" axis="ch" ptType="node" st="2" cnt="1">
      <dgm:layoutNode name="parentText2" styleLbl="node1">
        <dgm:varLst>
          <dgm:chMax/>
          <dgm:chPref val="3"/>
          <dgm:bulletEnabled val="1"/>
        </dgm:varLst>
        <dgm:choose name="Name60">
          <dgm:if name="Name61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62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63">
        <dgm:if name="Name64" axis="ch" ptType="node" func="cnt" op="gte" val="1">
          <dgm:layoutNode name="childText2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5"/>
      </dgm:choose>
    </dgm:forEach>
    <dgm:forEach name="Name66" axis="ch" ptType="node" st="3" cnt="1">
      <dgm:layoutNode name="parentText3" styleLbl="node1">
        <dgm:varLst>
          <dgm:chMax/>
          <dgm:chPref val="3"/>
          <dgm:bulletEnabled val="1"/>
        </dgm:varLst>
        <dgm:choose name="Name67">
          <dgm:if name="Name68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69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70">
        <dgm:if name="Name71" axis="ch" ptType="node" func="cnt" op="gte" val="1">
          <dgm:layoutNode name="childText3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</dgm:forEach>
    <dgm:forEach name="Name73" axis="ch" ptType="node" st="4" cnt="1">
      <dgm:layoutNode name="parentText4" styleLbl="node1">
        <dgm:varLst>
          <dgm:chMax/>
          <dgm:chPref val="3"/>
          <dgm:bulletEnabled val="1"/>
        </dgm:varLst>
        <dgm:choose name="Name74">
          <dgm:if name="Name75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76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77">
        <dgm:if name="Name78" axis="ch" ptType="node" func="cnt" op="gte" val="1">
          <dgm:layoutNode name="childText4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9"/>
      </dgm:choose>
    </dgm:forEach>
    <dgm:forEach name="Name80" axis="ch" ptType="node" st="5" cnt="1">
      <dgm:layoutNode name="parentText5" styleLbl="node1">
        <dgm:varLst>
          <dgm:chMax/>
          <dgm:chPref val="3"/>
          <dgm:bulletEnabled val="1"/>
        </dgm:varLst>
        <dgm:choose name="Name81">
          <dgm:if name="Name82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83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84">
        <dgm:if name="Name85" axis="ch" ptType="node" func="cnt" op="gte" val="1">
          <dgm:layoutNode name="childText5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6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List2">
  <dgm:title val=""/>
  <dgm:desc val=""/>
  <dgm:catLst>
    <dgm:cat type="list" pri="11000"/>
    <dgm:cat type="picture" pri="24000"/>
    <dgm:cat type="pictureconvert" pri="2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bkgdShp" refType="w"/>
      <dgm:constr type="h" for="ch" forName="bkgdShp" refType="h" fact="0.45"/>
      <dgm:constr type="t" for="ch" forName="bkgdShp"/>
      <dgm:constr type="w" for="ch" forName="linComp" refType="w" fact="0.94"/>
      <dgm:constr type="h" for="ch" forName="linComp" refType="h"/>
      <dgm:constr type="ctrX" for="ch" forName="linComp" refType="w" fact="0.5"/>
    </dgm:constrLst>
    <dgm:ruleLst/>
    <dgm:choose name="Name1">
      <dgm:if name="Name2" axis="ch" ptType="node" func="cnt" op="gte" val="1">
        <dgm:layoutNode name="bkgdShp" styleLbl="alignAccFollow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linComp">
          <dgm:choose name="Name3">
            <dgm:if name="Name4" func="var" arg="dir" op="equ" val="norm">
              <dgm:alg type="lin"/>
            </dgm:if>
            <dgm:else name="Name5">
              <dgm:alg type="lin">
                <dgm:param type="linDir" val="from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w" for="ch" forName="compNode" refType="w"/>
            <dgm:constr type="h" for="ch" forName="compNode" refType="h"/>
            <dgm:constr type="w" for="ch" ptType="sibTrans" refType="w" refFor="ch" refForName="compNode" fact="0.1"/>
            <dgm:constr type="h" for="ch" ptType="sibTrans" op="equ"/>
            <dgm:constr type="h" for="ch" forName="compNode" op="equ"/>
            <dgm:constr type="primFontSz" for="des" forName="node" op="equ"/>
          </dgm:constrLst>
          <dgm:ruleLst/>
          <dgm:forEach name="nodesForEach" axis="ch" ptType="node">
            <dgm:layoutNode name="compNode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node" refType="w"/>
                <dgm:constr type="h" for="ch" forName="node" refType="h" fact="0.55"/>
                <dgm:constr type="b" for="ch" forName="node" refType="h"/>
                <dgm:constr type="w" for="ch" forName="invisiNode" refType="w" fact="0.75"/>
                <dgm:constr type="h" for="ch" forName="invisiNode" refType="h" fact="0.06"/>
                <dgm:constr type="t" for="ch" forName="invisiNode"/>
                <dgm:constr type="w" for="ch" forName="imagNode" refType="w"/>
                <dgm:constr type="h" for="ch" forName="imagNode" refType="h" fact="0.33"/>
                <dgm:constr type="ctrX" for="ch" forName="imagNode" refType="w" fact="0.5"/>
                <dgm:constr type="t" for="ch" forName="imagNode" refType="h" fact="0.06"/>
              </dgm:constrLst>
              <dgm:ruleLst/>
              <dgm:layoutNode name="node" styleLbl="node1">
                <dgm:varLst>
                  <dgm:bulletEnabled val="1"/>
                </dgm:varLst>
                <dgm:alg type="tx">
                  <dgm:param type="txAnchorVert" val="t"/>
                </dgm:alg>
                <dgm:shape xmlns:r="http://schemas.openxmlformats.org/officeDocument/2006/relationships" rot="180" type="round2Same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primFontSz" val="65"/>
                </dgm:constrLst>
                <dgm:ruleLst>
                  <dgm:rule type="primFontSz" val="5" fact="NaN" max="NaN"/>
                </dgm:ruleLst>
              </dgm:layoutNode>
              <dgm:layoutNode name="invisiNode">
                <dgm:alg type="sp"/>
                <dgm:shape xmlns:r="http://schemas.openxmlformats.org/officeDocument/2006/relationships" type="roundRect" r:blip="" hideGeom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  <dgm:layoutNode name="imagNode" styleLbl="fgImgPlace1">
                <dgm:alg type="sp"/>
                <dgm:shape xmlns:r="http://schemas.openxmlformats.org/officeDocument/2006/relationships" type="roundRect" r:blip="" zOrderOff="-2" blipPhldr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</dgm:layoutNode>
            <dgm:forEach name="sibTransForEach" axis="followSib" ptType="sibTrans" cnt="1">
              <dgm:layoutNode name="sibTrans">
                <dgm:alg type="sp"/>
                <dgm:shape xmlns:r="http://schemas.openxmlformats.org/officeDocument/2006/relationships" type="rect" r:blip="" hideGeom="1">
                  <dgm:adjLst/>
                </dgm:shape>
                <dgm:presOf axis="self"/>
                <dgm:constrLst/>
                <dgm:ruleLst/>
              </dgm:layoutNode>
            </dgm:forEach>
          </dgm:forEach>
        </dgm:layoutNode>
      </dgm:if>
      <dgm:else name="Name6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a-ET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1810612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8" Type="http://schemas.openxmlformats.org/officeDocument/2006/relationships/hyperlink" Target="http://www.cesm.ucar.edu/" TargetMode="External"/><Relationship Id="rId13" Type="http://schemas.openxmlformats.org/officeDocument/2006/relationships/hyperlink" Target="https://www.ncei.noaa.gov/" TargetMode="External"/><Relationship Id="rId3" Type="http://schemas.openxmlformats.org/officeDocument/2006/relationships/hyperlink" Target="https://www.ncdc.noaa.gov/data-access/land-based-station-data/land-based-datasets/global-historical-climatology-network-ghcn" TargetMode="External"/><Relationship Id="rId7" Type="http://schemas.openxmlformats.org/officeDocument/2006/relationships/hyperlink" Target="https://www.wcrp-climate.org/wgcm-cmip" TargetMode="External"/><Relationship Id="rId12" Type="http://schemas.openxmlformats.org/officeDocument/2006/relationships/hyperlink" Target="https://www.esa-cci.org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edgar.jrc.ec.europa.eu/overview.php?v=booklet2020" TargetMode="External"/><Relationship Id="rId11" Type="http://schemas.openxmlformats.org/officeDocument/2006/relationships/hyperlink" Target="https://earthdata.nasa.gov/" TargetMode="External"/><Relationship Id="rId5" Type="http://schemas.openxmlformats.org/officeDocument/2006/relationships/hyperlink" Target="https://www.globalcarbonproject.org/data.htm" TargetMode="External"/><Relationship Id="rId10" Type="http://schemas.openxmlformats.org/officeDocument/2006/relationships/hyperlink" Target="https://www.gbif.org/" TargetMode="External"/><Relationship Id="rId4" Type="http://schemas.openxmlformats.org/officeDocument/2006/relationships/hyperlink" Target="https://crudata.uea.ac.uk/cru/data/temperature/" TargetMode="External"/><Relationship Id="rId9" Type="http://schemas.openxmlformats.org/officeDocument/2006/relationships/hyperlink" Target="https://www.iucnredlist.org/" TargetMode="External"/><Relationship Id="rId14" Type="http://schemas.openxmlformats.org/officeDocument/2006/relationships/hyperlink" Target="https://www.imos.org.au/" TargetMode="Externa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55802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778986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801546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933350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dirty="0"/>
              <a:t>References:</a:t>
            </a:r>
          </a:p>
          <a:p>
            <a:r>
              <a:rPr lang="en-US" dirty="0"/>
              <a:t>NOAA Global Historical Climatology Network (GHCN). Retrieved from </a:t>
            </a:r>
            <a:r>
              <a:rPr lang="en-US" dirty="0">
                <a:hlinkClick r:id="rId3"/>
              </a:rPr>
              <a:t>https://www.ncdc.noaa.gov/data-access/land-based-station-data/land-based-datasets/global-historical-climatology-network-ghcn</a:t>
            </a:r>
            <a:endParaRPr lang="en-US" dirty="0"/>
          </a:p>
          <a:p>
            <a:r>
              <a:rPr lang="en-US" dirty="0"/>
              <a:t>HadCRUT4. Retrieved from </a:t>
            </a:r>
            <a:r>
              <a:rPr lang="en-US" dirty="0">
                <a:hlinkClick r:id="rId4"/>
              </a:rPr>
              <a:t>https://crudata.uea.ac.uk/cru/data/temperature/</a:t>
            </a:r>
            <a:endParaRPr lang="en-US" dirty="0"/>
          </a:p>
          <a:p>
            <a:r>
              <a:rPr lang="en-US" dirty="0"/>
              <a:t>Global Carbon Project. Retrieved from </a:t>
            </a:r>
            <a:r>
              <a:rPr lang="en-US" dirty="0">
                <a:hlinkClick r:id="rId5"/>
              </a:rPr>
              <a:t>https://www.globalcarbonproject.org/data.htm</a:t>
            </a:r>
            <a:endParaRPr lang="en-US" dirty="0"/>
          </a:p>
          <a:p>
            <a:r>
              <a:rPr lang="en-US" dirty="0"/>
              <a:t>Emissions Database for Global Atmospheric Research (EDGAR). Retrieved from </a:t>
            </a:r>
            <a:r>
              <a:rPr lang="en-US" dirty="0">
                <a:hlinkClick r:id="rId6"/>
              </a:rPr>
              <a:t>https://edgar.jrc.ec.europa.eu/overview.php?v=booklet2020</a:t>
            </a:r>
            <a:endParaRPr lang="en-US" dirty="0"/>
          </a:p>
          <a:p>
            <a:r>
              <a:rPr lang="en-US" dirty="0"/>
              <a:t>Coupled Model </a:t>
            </a:r>
            <a:r>
              <a:rPr lang="en-US" dirty="0" err="1"/>
              <a:t>Intercomparison</a:t>
            </a:r>
            <a:r>
              <a:rPr lang="en-US" dirty="0"/>
              <a:t> Project (CMIP). Retrieved from </a:t>
            </a:r>
            <a:r>
              <a:rPr lang="en-US" dirty="0">
                <a:hlinkClick r:id="rId7"/>
              </a:rPr>
              <a:t>https://www.wcrp-climate.org/wgcm-cmip</a:t>
            </a:r>
            <a:endParaRPr lang="en-US" dirty="0"/>
          </a:p>
          <a:p>
            <a:r>
              <a:rPr lang="en-US" dirty="0"/>
              <a:t>Community Earth System Model (CESM). Retrieved from </a:t>
            </a:r>
            <a:r>
              <a:rPr lang="en-US" dirty="0">
                <a:hlinkClick r:id="rId8"/>
              </a:rPr>
              <a:t>http://www.cesm.ucar.edu/</a:t>
            </a:r>
            <a:endParaRPr lang="en-US" dirty="0"/>
          </a:p>
          <a:p>
            <a:r>
              <a:rPr lang="en-US" dirty="0"/>
              <a:t>International Union for Conservation of Nature (IUCN) Red List. Retrieved from </a:t>
            </a:r>
            <a:r>
              <a:rPr lang="en-US" dirty="0">
                <a:hlinkClick r:id="rId9"/>
              </a:rPr>
              <a:t>https://www.iucnredlist.org/</a:t>
            </a:r>
            <a:endParaRPr lang="en-US" dirty="0"/>
          </a:p>
          <a:p>
            <a:r>
              <a:rPr lang="en-US" dirty="0"/>
              <a:t>Global Biodiversity Information Facility (GBIF). Retrieved from </a:t>
            </a:r>
            <a:r>
              <a:rPr lang="en-US" dirty="0">
                <a:hlinkClick r:id="rId10"/>
              </a:rPr>
              <a:t>https://www.gbif.org/</a:t>
            </a:r>
            <a:endParaRPr lang="en-US" dirty="0"/>
          </a:p>
          <a:p>
            <a:r>
              <a:rPr lang="en-US" dirty="0"/>
              <a:t>NASA Earth Observing System Data and Information System (EOSDIS). Retrieved from </a:t>
            </a:r>
            <a:r>
              <a:rPr lang="en-US" dirty="0">
                <a:hlinkClick r:id="rId11"/>
              </a:rPr>
              <a:t>https://earthdata.nasa.gov/</a:t>
            </a:r>
            <a:endParaRPr lang="en-US" dirty="0"/>
          </a:p>
          <a:p>
            <a:r>
              <a:rPr lang="en-US" dirty="0"/>
              <a:t>European Space Agency Climate Change Initiative (ESA CCI). Retrieved from </a:t>
            </a:r>
            <a:r>
              <a:rPr lang="en-US" dirty="0">
                <a:hlinkClick r:id="rId12"/>
              </a:rPr>
              <a:t>https://www.esa-cci.org/</a:t>
            </a:r>
            <a:endParaRPr lang="en-US" dirty="0"/>
          </a:p>
          <a:p>
            <a:r>
              <a:rPr lang="en-US" dirty="0"/>
              <a:t>National Oceanic and Atmospheric Administration (NOAA) National Centers for Environmental Information (NCEI). Retrieved from </a:t>
            </a:r>
            <a:r>
              <a:rPr lang="en-US" dirty="0">
                <a:hlinkClick r:id="rId13"/>
              </a:rPr>
              <a:t>https://www.ncei.noaa.gov/</a:t>
            </a:r>
            <a:endParaRPr lang="en-US" dirty="0"/>
          </a:p>
          <a:p>
            <a:r>
              <a:rPr lang="en-US" dirty="0"/>
              <a:t>Integrated Marine Observing System (IMOS). Retrieved from </a:t>
            </a:r>
            <a:r>
              <a:rPr lang="en-US" dirty="0">
                <a:hlinkClick r:id="rId14"/>
              </a:rPr>
              <a:t>https://www.imos.org.au/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5977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122592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960192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dirty="0"/>
              <a:t>Each decile represents a distinct segment or group of data points.</a:t>
            </a:r>
          </a:p>
          <a:p>
            <a:endParaRPr lang="en-US" dirty="0"/>
          </a:p>
          <a:p>
            <a:pPr>
              <a:buNone/>
            </a:pPr>
            <a:r>
              <a:rPr lang="en-US" dirty="0"/>
              <a:t>It divides data into </a:t>
            </a:r>
            <a:r>
              <a:rPr lang="en-US" b="1" dirty="0"/>
              <a:t>10 equal parts</a:t>
            </a:r>
            <a:r>
              <a:rPr lang="en-US" dirty="0"/>
              <a:t> (called </a:t>
            </a:r>
            <a:r>
              <a:rPr lang="en-US" b="1" dirty="0"/>
              <a:t>deciles</a:t>
            </a:r>
            <a:r>
              <a:rPr lang="en-US" dirty="0"/>
              <a:t>) after sorting based on a specific variable or metric.</a:t>
            </a:r>
          </a:p>
          <a:p>
            <a:pPr>
              <a:buNone/>
            </a:pPr>
            <a:r>
              <a:rPr lang="en-US" dirty="0"/>
              <a:t>Each </a:t>
            </a:r>
            <a:r>
              <a:rPr lang="en-US" b="1" dirty="0"/>
              <a:t>decile represents 10%</a:t>
            </a:r>
            <a:r>
              <a:rPr lang="en-US" dirty="0"/>
              <a:t> of the data.</a:t>
            </a:r>
          </a:p>
          <a:p>
            <a:pPr>
              <a:buNone/>
            </a:pPr>
            <a:r>
              <a:rPr lang="en-US" dirty="0"/>
              <a:t>For 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1st decile (D1)</a:t>
            </a:r>
            <a:r>
              <a:rPr lang="en-US" dirty="0"/>
              <a:t> = value below which 10% of data falls.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5th decile (D5)</a:t>
            </a:r>
            <a:r>
              <a:rPr lang="en-US" dirty="0"/>
              <a:t> = </a:t>
            </a:r>
            <a:r>
              <a:rPr lang="en-US" b="1" dirty="0"/>
              <a:t>median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10th decile (D10)</a:t>
            </a:r>
            <a:r>
              <a:rPr lang="en-US" dirty="0"/>
              <a:t> = maximum value.</a:t>
            </a:r>
          </a:p>
          <a:p>
            <a:endParaRPr lang="en-US" dirty="0"/>
          </a:p>
          <a:p>
            <a:r>
              <a:rPr lang="en-US" dirty="0"/>
              <a:t>Application and benefits of decile analysis in identifying the right data:</a:t>
            </a:r>
          </a:p>
          <a:p>
            <a:pPr lvl="1"/>
            <a:r>
              <a:rPr lang="en-US" dirty="0"/>
              <a:t>Decile analysis helps identify significant variations or patterns across different segments of the data.</a:t>
            </a:r>
          </a:p>
          <a:p>
            <a:pPr lvl="1"/>
            <a:r>
              <a:rPr lang="en-US" dirty="0"/>
              <a:t>It allows for targeted analysis and comparison of data subsets to uncover valuable insights or trends.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451429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/>
              <a:t>By continuously applying the PSDA cycle, organizations can improve the identification of the right data over time and enhance the quality of their analysis.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381482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1"/>
            <a:r>
              <a:rPr lang="en-US" dirty="0"/>
              <a:t>Seek expert opinions on the relevance and suitability of data sources or variables.</a:t>
            </a:r>
          </a:p>
          <a:p>
            <a:pPr lvl="1"/>
            <a:r>
              <a:rPr lang="en-US" dirty="0"/>
              <a:t>Iteratively refine data selection based on expert consensus and feedback.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49558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1"/>
            <a:r>
              <a:rPr lang="en-US" dirty="0"/>
              <a:t>Reduces reliance on a single source, minimizing the risk of incomplete or biased information.</a:t>
            </a:r>
          </a:p>
          <a:p>
            <a:pPr lvl="1"/>
            <a:r>
              <a:rPr lang="en-US" dirty="0"/>
              <a:t>Allows for cross-validation of findings, increasing confidence in the results.</a:t>
            </a:r>
          </a:p>
          <a:p>
            <a:pPr lvl="1"/>
            <a:r>
              <a:rPr lang="en-US" dirty="0"/>
              <a:t>Provides a broader perspective and a more comprehensive understanding of the subject under investigation.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308074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303896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607407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1"/>
            <a:r>
              <a:rPr lang="en-US" dirty="0"/>
              <a:t>In stratified sampling, the population is divided into subgroups or strata based on certain characteristics.</a:t>
            </a:r>
          </a:p>
          <a:p>
            <a:pPr lvl="1"/>
            <a:r>
              <a:rPr lang="en-US" dirty="0"/>
              <a:t>Samples are then selected from each stratum in proportion to its representation in the population.</a:t>
            </a:r>
          </a:p>
          <a:p>
            <a:pPr lvl="1"/>
            <a:r>
              <a:rPr lang="en-US" dirty="0"/>
              <a:t>It ensures that the sample represents the diversity of the population and allows for subgroup analysis.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129342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98863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dirty="0"/>
              <a:t>AI/ML models depend on high-quality data for training, validation, and testing.</a:t>
            </a:r>
          </a:p>
          <a:p>
            <a:pPr lvl="0"/>
            <a:r>
              <a:rPr lang="en-US" dirty="0"/>
              <a:t>The right data improves model accuracy, reduces bias, and enhances predictive capabilities.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Accurate and relevant data enables informed decision-making in AI/ML applications.</a:t>
            </a:r>
          </a:p>
          <a:p>
            <a:pPr lvl="0"/>
            <a:r>
              <a:rPr lang="en-US" dirty="0"/>
              <a:t>It provides valuable insights, supports trend analysis, and helps identify patterns or anomalies.</a:t>
            </a:r>
          </a:p>
          <a:p>
            <a:pPr lvl="0"/>
            <a:endParaRPr lang="en-US" dirty="0"/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/>
              <a:t>Organizations that leverage the right data gain a competitive edge by identifying market trends, customer preferences, and new opportunities.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11429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dirty="0"/>
              <a:t>Improved customer understanding and targeting:</a:t>
            </a:r>
          </a:p>
          <a:p>
            <a:pPr lvl="1"/>
            <a:r>
              <a:rPr lang="en-US" dirty="0"/>
              <a:t>The right data enables businesses to understand their customers better, including preferences, behavior patterns, and buying habits.</a:t>
            </a:r>
          </a:p>
          <a:p>
            <a:pPr lvl="1"/>
            <a:r>
              <a:rPr lang="en-US" dirty="0"/>
              <a:t>It supports targeted marketing strategies and personalized customer experiences.</a:t>
            </a:r>
          </a:p>
          <a:p>
            <a:r>
              <a:rPr lang="en-US" dirty="0"/>
              <a:t>Enhanced operational efficiency and cost reduction:</a:t>
            </a:r>
          </a:p>
          <a:p>
            <a:pPr lvl="1"/>
            <a:r>
              <a:rPr lang="en-US" dirty="0"/>
              <a:t>Accurate data enables process optimization, resource allocation, and inventory management.</a:t>
            </a:r>
          </a:p>
          <a:p>
            <a:pPr lvl="1"/>
            <a:r>
              <a:rPr lang="en-US" dirty="0"/>
              <a:t>It helps identify inefficiencies, reduce waste, and improve overall operational efficiency.</a:t>
            </a:r>
          </a:p>
          <a:p>
            <a:r>
              <a:rPr lang="en-US" dirty="0"/>
              <a:t>Data-driven innovation and product development:</a:t>
            </a:r>
          </a:p>
          <a:p>
            <a:pPr lvl="1"/>
            <a:r>
              <a:rPr lang="en-US" dirty="0"/>
              <a:t>The right data provides insights for innovation, product development, and market adaptation.</a:t>
            </a:r>
          </a:p>
          <a:p>
            <a:pPr lvl="1"/>
            <a:r>
              <a:rPr lang="en-US" dirty="0"/>
              <a:t>It helps businesses identify emerging trends, customer needs, and areas for improvement.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384191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172124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3594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wentieth Century"/>
              <a:buNone/>
              <a:defRPr sz="6000"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a-ET"/>
              <a:t>‹#›</a:t>
            </a:fld>
            <a:endParaRPr/>
          </a:p>
        </p:txBody>
      </p:sp>
      <p:pic>
        <p:nvPicPr>
          <p:cNvPr id="22" name="Google Shape;22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681476" y="90376"/>
            <a:ext cx="1322456" cy="1326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1385454" y="60616"/>
            <a:ext cx="930101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4800"/>
              <a:buFont typeface="Twentieth Century"/>
              <a:buNone/>
              <a:defRPr sz="4800">
                <a:solidFill>
                  <a:srgbClr val="1F3864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1"/>
          </p:nvPr>
        </p:nvSpPr>
        <p:spPr>
          <a:xfrm>
            <a:off x="1385454" y="1496291"/>
            <a:ext cx="9301019" cy="4680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a-ET"/>
              <a:t>‹#›</a:t>
            </a:fld>
            <a:endParaRPr/>
          </a:p>
        </p:txBody>
      </p:sp>
      <p:pic>
        <p:nvPicPr>
          <p:cNvPr id="30" name="Google Shape;30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1764" y="230815"/>
            <a:ext cx="981880" cy="985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a-ET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58177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a-ET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</p:sldLayoutIdLst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7.pn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6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://www.cesm.ucar.edu/" TargetMode="External"/><Relationship Id="rId13" Type="http://schemas.openxmlformats.org/officeDocument/2006/relationships/hyperlink" Target="https://www.ncei.noaa.gov/" TargetMode="External"/><Relationship Id="rId3" Type="http://schemas.openxmlformats.org/officeDocument/2006/relationships/hyperlink" Target="https://www.ncdc.noaa.gov/data-access/land-based-station-data/land-based-datasets/global-historical-climatology-network-ghcn" TargetMode="External"/><Relationship Id="rId7" Type="http://schemas.openxmlformats.org/officeDocument/2006/relationships/hyperlink" Target="https://www.wcrp-climate.org/wgcm-cmip" TargetMode="External"/><Relationship Id="rId12" Type="http://schemas.openxmlformats.org/officeDocument/2006/relationships/hyperlink" Target="https://www.esa-cci.org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dgar.jrc.ec.europa.eu/overview.php?v=booklet2020" TargetMode="External"/><Relationship Id="rId11" Type="http://schemas.openxmlformats.org/officeDocument/2006/relationships/hyperlink" Target="https://earthdata.nasa.gov/" TargetMode="External"/><Relationship Id="rId5" Type="http://schemas.openxmlformats.org/officeDocument/2006/relationships/hyperlink" Target="https://www.globalcarbonproject.org/data.htm" TargetMode="External"/><Relationship Id="rId15" Type="http://schemas.openxmlformats.org/officeDocument/2006/relationships/image" Target="../media/image2.png"/><Relationship Id="rId10" Type="http://schemas.openxmlformats.org/officeDocument/2006/relationships/hyperlink" Target="https://www.gbif.org/" TargetMode="External"/><Relationship Id="rId4" Type="http://schemas.openxmlformats.org/officeDocument/2006/relationships/hyperlink" Target="https://crudata.uea.ac.uk/cru/data/temperature/" TargetMode="External"/><Relationship Id="rId9" Type="http://schemas.openxmlformats.org/officeDocument/2006/relationships/hyperlink" Target="https://www.iucnredlist.org/" TargetMode="External"/><Relationship Id="rId14" Type="http://schemas.openxmlformats.org/officeDocument/2006/relationships/hyperlink" Target="https://www.imos.org.au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8.xml"/><Relationship Id="rId13" Type="http://schemas.openxmlformats.org/officeDocument/2006/relationships/image" Target="../media/image2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12" Type="http://schemas.microsoft.com/office/2007/relationships/diagramDrawing" Target="../diagrams/drawing8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11" Type="http://schemas.openxmlformats.org/officeDocument/2006/relationships/diagramColors" Target="../diagrams/colors8.xml"/><Relationship Id="rId5" Type="http://schemas.openxmlformats.org/officeDocument/2006/relationships/diagramQuickStyle" Target="../diagrams/quickStyle7.xml"/><Relationship Id="rId10" Type="http://schemas.openxmlformats.org/officeDocument/2006/relationships/diagramQuickStyle" Target="../diagrams/quickStyle8.xml"/><Relationship Id="rId4" Type="http://schemas.openxmlformats.org/officeDocument/2006/relationships/diagramLayout" Target="../diagrams/layout7.xml"/><Relationship Id="rId9" Type="http://schemas.openxmlformats.org/officeDocument/2006/relationships/diagramLayout" Target="../diagrams/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"/>
          <p:cNvSpPr txBox="1"/>
          <p:nvPr/>
        </p:nvSpPr>
        <p:spPr>
          <a:xfrm>
            <a:off x="1612612" y="2009496"/>
            <a:ext cx="8966814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4000" dirty="0"/>
              <a:t>Identifying the Right Data</a:t>
            </a:r>
          </a:p>
          <a:p>
            <a:pPr lvl="0" algn="ctr"/>
            <a:endParaRPr lang="en-US" sz="4000" dirty="0"/>
          </a:p>
          <a:p>
            <a:pPr lvl="0" algn="ctr"/>
            <a:r>
              <a:rPr lang="en-US" sz="4000" dirty="0"/>
              <a:t>Strategies, Methods, and Impacts</a:t>
            </a:r>
            <a:endParaRPr lang="en-US"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"/>
          <p:cNvSpPr/>
          <p:nvPr/>
        </p:nvSpPr>
        <p:spPr>
          <a:xfrm rot="10800000" flipH="1">
            <a:off x="2977204" y="2995979"/>
            <a:ext cx="6237605" cy="45719"/>
          </a:xfrm>
          <a:prstGeom prst="rect">
            <a:avLst/>
          </a:prstGeom>
          <a:solidFill>
            <a:srgbClr val="7F6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a-ET"/>
              <a:t>1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FAD0C8-EBCF-C224-8E58-83F7094D66FB}"/>
              </a:ext>
            </a:extLst>
          </p:cNvPr>
          <p:cNvSpPr/>
          <p:nvPr/>
        </p:nvSpPr>
        <p:spPr>
          <a:xfrm>
            <a:off x="10400137" y="64369"/>
            <a:ext cx="1767840" cy="14020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Iqra University - IU">
            <a:extLst>
              <a:ext uri="{FF2B5EF4-FFF2-40B4-BE49-F238E27FC236}">
                <a16:creationId xmlns:a16="http://schemas.microsoft.com/office/drawing/2014/main" id="{1D579867-A21D-0ECB-8613-4B985D02D0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2231" y="179471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Right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a-ET" smtClean="0"/>
              <a:t>2</a:t>
            </a:fld>
            <a:endParaRPr lang="aa-ET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657" y="2309175"/>
            <a:ext cx="8138453" cy="3303566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6830620" y="2559559"/>
            <a:ext cx="1419914" cy="13012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loud Callout 18"/>
          <p:cNvSpPr/>
          <p:nvPr/>
        </p:nvSpPr>
        <p:spPr>
          <a:xfrm>
            <a:off x="8933110" y="2129788"/>
            <a:ext cx="2548020" cy="1396925"/>
          </a:xfrm>
          <a:prstGeom prst="cloudCallout">
            <a:avLst>
              <a:gd name="adj1" fmla="val -71902"/>
              <a:gd name="adj2" fmla="val 2599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kind of data?</a:t>
            </a:r>
          </a:p>
        </p:txBody>
      </p:sp>
      <p:sp>
        <p:nvSpPr>
          <p:cNvPr id="7" name="Rectangle 6"/>
          <p:cNvSpPr/>
          <p:nvPr/>
        </p:nvSpPr>
        <p:spPr>
          <a:xfrm>
            <a:off x="8740392" y="4270322"/>
            <a:ext cx="3270738" cy="183976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Data which is </a:t>
            </a:r>
            <a:r>
              <a:rPr lang="en-US" sz="2000" u="sng" dirty="0"/>
              <a:t>relevant</a:t>
            </a:r>
            <a:r>
              <a:rPr lang="en-US" sz="2000" dirty="0"/>
              <a:t>, </a:t>
            </a:r>
            <a:r>
              <a:rPr lang="en-US" sz="2000" u="sng" dirty="0"/>
              <a:t>accurate</a:t>
            </a:r>
            <a:r>
              <a:rPr lang="en-US" sz="2000" dirty="0"/>
              <a:t>, and </a:t>
            </a:r>
            <a:r>
              <a:rPr lang="en-US" sz="2000" u="sng" dirty="0"/>
              <a:t>suitable</a:t>
            </a:r>
            <a:r>
              <a:rPr lang="en-US" sz="2000" dirty="0"/>
              <a:t> for your </a:t>
            </a:r>
            <a:r>
              <a:rPr lang="en-US" sz="2000" u="sng" dirty="0"/>
              <a:t>specific goals</a:t>
            </a:r>
            <a:r>
              <a:rPr lang="en-US" sz="2000" dirty="0"/>
              <a:t> and analysis.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4AB625-C760-AFE0-D480-1B6B0169C00E}"/>
              </a:ext>
            </a:extLst>
          </p:cNvPr>
          <p:cNvSpPr/>
          <p:nvPr/>
        </p:nvSpPr>
        <p:spPr>
          <a:xfrm>
            <a:off x="10375761" y="107233"/>
            <a:ext cx="1767840" cy="14020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 descr="Iqra University - IU">
            <a:extLst>
              <a:ext uri="{FF2B5EF4-FFF2-40B4-BE49-F238E27FC236}">
                <a16:creationId xmlns:a16="http://schemas.microsoft.com/office/drawing/2014/main" id="{86AF032C-4A0E-6164-CC18-89536C31B7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0218" y="11445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1932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1385454" y="60616"/>
            <a:ext cx="930101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Characteristics of the Right Data</a:t>
            </a:r>
            <a:endParaRPr dirty="0"/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a-ET"/>
              <a:t>3</a:t>
            </a:fld>
            <a:endParaRPr/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1299948548"/>
              </p:ext>
            </p:extLst>
          </p:nvPr>
        </p:nvGraphicFramePr>
        <p:xfrm>
          <a:off x="1385453" y="1302808"/>
          <a:ext cx="9615055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468" y="1768766"/>
            <a:ext cx="731520" cy="73152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468" y="5621698"/>
            <a:ext cx="731520" cy="73152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468" y="4658465"/>
            <a:ext cx="731520" cy="73152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468" y="2731999"/>
            <a:ext cx="731520" cy="73152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468" y="3695232"/>
            <a:ext cx="731520" cy="73152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579F70C-E44E-7531-D091-8ADD1272B812}"/>
              </a:ext>
            </a:extLst>
          </p:cNvPr>
          <p:cNvSpPr/>
          <p:nvPr/>
        </p:nvSpPr>
        <p:spPr>
          <a:xfrm>
            <a:off x="10293234" y="39896"/>
            <a:ext cx="1767840" cy="14020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Iqra University - IU">
            <a:extLst>
              <a:ext uri="{FF2B5EF4-FFF2-40B4-BE49-F238E27FC236}">
                <a16:creationId xmlns:a16="http://schemas.microsoft.com/office/drawing/2014/main" id="{CAC7B100-3C57-00E9-F0E9-8BA8C3E278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0218" y="11445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3991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can we identify the right data?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1: Define clear objectives</a:t>
            </a:r>
          </a:p>
          <a:p>
            <a:r>
              <a:rPr lang="en-US" dirty="0"/>
              <a:t>Step 2: Literature review</a:t>
            </a:r>
          </a:p>
          <a:p>
            <a:r>
              <a:rPr lang="en-US" dirty="0"/>
              <a:t>Step 3: Consultations with domain experts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a-ET" smtClean="0"/>
              <a:t>4</a:t>
            </a:fld>
            <a:endParaRPr lang="aa-E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90B3E0-02B3-D261-C8D5-0B606C97BE03}"/>
              </a:ext>
            </a:extLst>
          </p:cNvPr>
          <p:cNvSpPr/>
          <p:nvPr/>
        </p:nvSpPr>
        <p:spPr>
          <a:xfrm>
            <a:off x="10314432" y="39155"/>
            <a:ext cx="1767840" cy="14020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2" descr="Iqra University - IU">
            <a:extLst>
              <a:ext uri="{FF2B5EF4-FFF2-40B4-BE49-F238E27FC236}">
                <a16:creationId xmlns:a16="http://schemas.microsoft.com/office/drawing/2014/main" id="{778F5583-60C8-A25A-BABC-131DCD431E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0218" y="11445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1848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1385454" y="60616"/>
            <a:ext cx="930101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Step 1: Define clear objectives</a:t>
            </a:r>
            <a:endParaRPr dirty="0"/>
          </a:p>
        </p:txBody>
      </p:sp>
      <p:sp>
        <p:nvSpPr>
          <p:cNvPr id="63" name="Google Shape;63;p2"/>
          <p:cNvSpPr txBox="1">
            <a:spLocks noGrp="1"/>
          </p:cNvSpPr>
          <p:nvPr>
            <p:ph type="body" idx="1"/>
          </p:nvPr>
        </p:nvSpPr>
        <p:spPr>
          <a:xfrm>
            <a:off x="249381" y="1530928"/>
            <a:ext cx="5001491" cy="4680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just"/>
            <a:r>
              <a:rPr lang="en-US" dirty="0"/>
              <a:t>Provide clear direction and purpose for data collection and analysis.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Help identify the specific types of data needed to address the research questions or problems.</a:t>
            </a: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a-ET"/>
              <a:t>5</a:t>
            </a:fld>
            <a:endParaRPr/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3529028251"/>
              </p:ext>
            </p:extLst>
          </p:nvPr>
        </p:nvGraphicFramePr>
        <p:xfrm>
          <a:off x="5564908" y="937683"/>
          <a:ext cx="6308437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AA0A2CAF-64E2-7765-8CFB-4BD3453C79A7}"/>
              </a:ext>
            </a:extLst>
          </p:cNvPr>
          <p:cNvSpPr/>
          <p:nvPr/>
        </p:nvSpPr>
        <p:spPr>
          <a:xfrm>
            <a:off x="10382134" y="99302"/>
            <a:ext cx="1767840" cy="14020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2" descr="Iqra University - IU">
            <a:extLst>
              <a:ext uri="{FF2B5EF4-FFF2-40B4-BE49-F238E27FC236}">
                <a16:creationId xmlns:a16="http://schemas.microsoft.com/office/drawing/2014/main" id="{F8447D79-8930-4B62-B1FC-95AF76F99E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0218" y="11445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2804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1385454" y="60616"/>
            <a:ext cx="930101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Step 2: Literature Review (1/2)</a:t>
            </a:r>
            <a:endParaRPr dirty="0"/>
          </a:p>
        </p:txBody>
      </p:sp>
      <p:sp>
        <p:nvSpPr>
          <p:cNvPr id="63" name="Google Shape;63;p2"/>
          <p:cNvSpPr txBox="1">
            <a:spLocks noGrp="1"/>
          </p:cNvSpPr>
          <p:nvPr>
            <p:ph type="body" idx="1"/>
          </p:nvPr>
        </p:nvSpPr>
        <p:spPr>
          <a:xfrm>
            <a:off x="249381" y="1530928"/>
            <a:ext cx="11443855" cy="4680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just"/>
            <a:r>
              <a:rPr lang="en-US" dirty="0"/>
              <a:t>Reusability!</a:t>
            </a:r>
          </a:p>
          <a:p>
            <a:pPr algn="just"/>
            <a:r>
              <a:rPr lang="en-US" dirty="0"/>
              <a:t>a thorough literature review can identify many relevant data sources.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Example:</a:t>
            </a:r>
          </a:p>
          <a:p>
            <a:pPr marL="50800" indent="0" algn="ctr">
              <a:buNone/>
            </a:pPr>
            <a:r>
              <a:rPr lang="en-US" dirty="0"/>
              <a:t>"To assess the impact of climate change on global ecosystems and inform conservation strategies."</a:t>
            </a:r>
          </a:p>
          <a:p>
            <a:pPr algn="just"/>
            <a:endParaRPr lang="en-US" dirty="0"/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a-ET"/>
              <a:t>6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B3B5C0-2CD0-54F2-22CF-DC7545DF2D09}"/>
              </a:ext>
            </a:extLst>
          </p:cNvPr>
          <p:cNvSpPr/>
          <p:nvPr/>
        </p:nvSpPr>
        <p:spPr>
          <a:xfrm>
            <a:off x="10338816" y="56473"/>
            <a:ext cx="1767840" cy="14020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Iqra University - IU">
            <a:extLst>
              <a:ext uri="{FF2B5EF4-FFF2-40B4-BE49-F238E27FC236}">
                <a16:creationId xmlns:a16="http://schemas.microsoft.com/office/drawing/2014/main" id="{A08FE543-2E5F-F39D-6F2C-41BDC08FE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0218" y="11445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813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1385454" y="60616"/>
            <a:ext cx="930101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Step 2: Literature Review (2/2)</a:t>
            </a:r>
            <a:endParaRPr dirty="0"/>
          </a:p>
        </p:txBody>
      </p:sp>
      <p:sp>
        <p:nvSpPr>
          <p:cNvPr id="63" name="Google Shape;63;p2"/>
          <p:cNvSpPr txBox="1">
            <a:spLocks noGrp="1"/>
          </p:cNvSpPr>
          <p:nvPr>
            <p:ph type="body" idx="1"/>
          </p:nvPr>
        </p:nvSpPr>
        <p:spPr>
          <a:xfrm>
            <a:off x="249381" y="1187957"/>
            <a:ext cx="11443855" cy="552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b="1" u="sng" dirty="0"/>
              <a:t>Global Temperature Records</a:t>
            </a:r>
            <a:r>
              <a:rPr lang="en-US" sz="1800" dirty="0"/>
              <a:t>: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600" dirty="0"/>
              <a:t>Datasets that provide historical temperature records from various regions across the globe.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600" dirty="0"/>
              <a:t>Examples: </a:t>
            </a:r>
            <a:r>
              <a:rPr lang="en-US" sz="1600" dirty="0">
                <a:hlinkClick r:id="rId3"/>
              </a:rPr>
              <a:t>NOAA Global Historical Climatology Network (GHCN)</a:t>
            </a:r>
            <a:r>
              <a:rPr lang="en-US" sz="1600" dirty="0"/>
              <a:t> and </a:t>
            </a:r>
            <a:r>
              <a:rPr lang="en-US" sz="1600" dirty="0">
                <a:hlinkClick r:id="rId4"/>
              </a:rPr>
              <a:t>HadCRUT4</a:t>
            </a:r>
            <a:r>
              <a:rPr lang="en-US" sz="1600" dirty="0"/>
              <a:t>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b="1" u="sng" dirty="0"/>
              <a:t>Carbon Emission Datasets</a:t>
            </a:r>
            <a:r>
              <a:rPr lang="en-US" sz="1800" dirty="0"/>
              <a:t>: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600" dirty="0"/>
              <a:t>Datasets that quantify greenhouse gas emissions, such as carbon dioxide (CO2) or methane (CH4).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600" dirty="0"/>
              <a:t>Examples: </a:t>
            </a:r>
            <a:r>
              <a:rPr lang="en-US" sz="1600" dirty="0">
                <a:hlinkClick r:id="rId5"/>
              </a:rPr>
              <a:t>Global Carbon Project</a:t>
            </a:r>
            <a:r>
              <a:rPr lang="en-US" sz="1600" dirty="0"/>
              <a:t> and </a:t>
            </a:r>
            <a:r>
              <a:rPr lang="en-US" sz="1600" dirty="0">
                <a:hlinkClick r:id="rId6"/>
              </a:rPr>
              <a:t>Emissions Database for Global Atmospheric Research (EDGAR)</a:t>
            </a:r>
            <a:r>
              <a:rPr lang="en-US" sz="1600" dirty="0"/>
              <a:t>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b="1" u="sng" dirty="0"/>
              <a:t>Climate Models</a:t>
            </a:r>
            <a:r>
              <a:rPr lang="en-US" sz="1800" dirty="0"/>
              <a:t>: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600" dirty="0"/>
              <a:t>Simulation models that project future climate conditions based on different emission scenarios.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600" dirty="0"/>
              <a:t>Examples: </a:t>
            </a:r>
            <a:r>
              <a:rPr lang="en-US" sz="1600" dirty="0">
                <a:hlinkClick r:id="rId7"/>
              </a:rPr>
              <a:t>Coupled Model </a:t>
            </a:r>
            <a:r>
              <a:rPr lang="en-US" sz="1600" dirty="0" err="1">
                <a:hlinkClick r:id="rId7"/>
              </a:rPr>
              <a:t>Intercomparison</a:t>
            </a:r>
            <a:r>
              <a:rPr lang="en-US" sz="1600" dirty="0">
                <a:hlinkClick r:id="rId7"/>
              </a:rPr>
              <a:t> Project (CMIP)</a:t>
            </a:r>
            <a:r>
              <a:rPr lang="en-US" sz="1600" dirty="0"/>
              <a:t> and </a:t>
            </a:r>
            <a:r>
              <a:rPr lang="en-US" sz="1600" dirty="0">
                <a:hlinkClick r:id="rId8"/>
              </a:rPr>
              <a:t>Community Earth System Model (CESM)</a:t>
            </a:r>
            <a:r>
              <a:rPr lang="en-US" sz="1600" dirty="0"/>
              <a:t>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b="1" u="sng" dirty="0"/>
              <a:t>Biodiversity Datasets</a:t>
            </a:r>
            <a:r>
              <a:rPr lang="en-US" sz="1800" dirty="0"/>
              <a:t>: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600" dirty="0"/>
              <a:t>Datasets that document species distributions, population trends, and habitat changes.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600" dirty="0"/>
              <a:t>Examples: </a:t>
            </a:r>
            <a:r>
              <a:rPr lang="en-US" sz="1600" dirty="0">
                <a:hlinkClick r:id="rId9"/>
              </a:rPr>
              <a:t>International Union for Conservation of Nature (IUCN) Red List</a:t>
            </a:r>
            <a:r>
              <a:rPr lang="en-US" sz="1600" dirty="0"/>
              <a:t> and </a:t>
            </a:r>
            <a:r>
              <a:rPr lang="en-US" sz="1600" dirty="0">
                <a:hlinkClick r:id="rId10"/>
              </a:rPr>
              <a:t>Global Biodiversity Information Facility (GBIF)</a:t>
            </a:r>
            <a:r>
              <a:rPr lang="en-US" sz="1600" dirty="0"/>
              <a:t>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b="1" u="sng" dirty="0"/>
              <a:t>Remote Sensing Data</a:t>
            </a:r>
            <a:r>
              <a:rPr lang="en-US" sz="1800" dirty="0"/>
              <a:t>: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600" dirty="0"/>
              <a:t>Satellite imagery or aerial photographs that capture changes in land cover, vegetation, or ice extent.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600" dirty="0"/>
              <a:t>Examples: </a:t>
            </a:r>
            <a:r>
              <a:rPr lang="en-US" sz="1600" dirty="0">
                <a:hlinkClick r:id="rId11"/>
              </a:rPr>
              <a:t>NASA Earth Observing System Data and Information System (EOSDIS)</a:t>
            </a:r>
            <a:r>
              <a:rPr lang="en-US" sz="1600" dirty="0"/>
              <a:t> and </a:t>
            </a:r>
            <a:r>
              <a:rPr lang="en-US" sz="1600" dirty="0">
                <a:hlinkClick r:id="rId12"/>
              </a:rPr>
              <a:t>European Space Agency Climate Change Initiative (ESA CCI)</a:t>
            </a:r>
            <a:r>
              <a:rPr lang="en-US" sz="1600" dirty="0"/>
              <a:t>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b="1" u="sng" dirty="0"/>
              <a:t>Oceanographic Data</a:t>
            </a:r>
            <a:r>
              <a:rPr lang="en-US" sz="1800" dirty="0"/>
              <a:t>: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600" dirty="0"/>
              <a:t>Datasets related to sea surface temperature, ocean currents, salinity, and acidification.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600" dirty="0"/>
              <a:t>Examples: </a:t>
            </a:r>
            <a:r>
              <a:rPr lang="en-US" sz="1600" dirty="0">
                <a:hlinkClick r:id="rId13"/>
              </a:rPr>
              <a:t>National Oceanic and Atmospheric Administration (NOAA) National Centers for Environmental Information (NCEI)</a:t>
            </a:r>
            <a:r>
              <a:rPr lang="en-US" sz="1600" dirty="0"/>
              <a:t> and </a:t>
            </a:r>
            <a:r>
              <a:rPr lang="en-US" sz="1600" dirty="0">
                <a:hlinkClick r:id="rId14"/>
              </a:rPr>
              <a:t>Integrated Marine Observing System (IMOS)</a:t>
            </a:r>
            <a:r>
              <a:rPr lang="en-US" sz="1600" dirty="0"/>
              <a:t>.</a:t>
            </a: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a-ET"/>
              <a:t>7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173CD8-7651-3D18-6CEB-2EC1A568A0AA}"/>
              </a:ext>
            </a:extLst>
          </p:cNvPr>
          <p:cNvSpPr/>
          <p:nvPr/>
        </p:nvSpPr>
        <p:spPr>
          <a:xfrm>
            <a:off x="10305935" y="108290"/>
            <a:ext cx="1767840" cy="14020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Iqra University - IU">
            <a:extLst>
              <a:ext uri="{FF2B5EF4-FFF2-40B4-BE49-F238E27FC236}">
                <a16:creationId xmlns:a16="http://schemas.microsoft.com/office/drawing/2014/main" id="{8A1C6E0C-1BA4-95BF-71E0-341F2D9A7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0218" y="11445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4456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3">
              <a:alphaModFix amt="3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1385454" y="60616"/>
            <a:ext cx="930101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r>
              <a:rPr lang="en-US" dirty="0"/>
              <a:t>Step 3: Consultations with domain experts</a:t>
            </a:r>
          </a:p>
        </p:txBody>
      </p:sp>
      <p:sp>
        <p:nvSpPr>
          <p:cNvPr id="63" name="Google Shape;63;p2"/>
          <p:cNvSpPr txBox="1">
            <a:spLocks noGrp="1"/>
          </p:cNvSpPr>
          <p:nvPr>
            <p:ph type="body" idx="1"/>
          </p:nvPr>
        </p:nvSpPr>
        <p:spPr>
          <a:xfrm>
            <a:off x="249381" y="1881554"/>
            <a:ext cx="11620234" cy="4330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dirty="0"/>
              <a:t>Domain experts are individuals who possess specialized knowledge and experience in a specific field or subject area. </a:t>
            </a:r>
          </a:p>
          <a:p>
            <a:pPr lvl="1"/>
            <a:r>
              <a:rPr lang="en-US" dirty="0"/>
              <a:t>They can provide valuable insights, guidance, and recommendations throughout the data identification process.</a:t>
            </a:r>
          </a:p>
          <a:p>
            <a:pPr lvl="1"/>
            <a:r>
              <a:rPr lang="en-US" dirty="0"/>
              <a:t>Crucial to ensure the accuracy, relevance, and reliability of the obtained data. </a:t>
            </a: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a-ET"/>
              <a:t>8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BFAD2B-6170-2B41-F890-CDDA63E5B4DC}"/>
              </a:ext>
            </a:extLst>
          </p:cNvPr>
          <p:cNvSpPr/>
          <p:nvPr/>
        </p:nvSpPr>
        <p:spPr>
          <a:xfrm>
            <a:off x="10806546" y="256032"/>
            <a:ext cx="1063069" cy="97912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Iqra University - IU">
            <a:extLst>
              <a:ext uri="{FF2B5EF4-FFF2-40B4-BE49-F238E27FC236}">
                <a16:creationId xmlns:a16="http://schemas.microsoft.com/office/drawing/2014/main" id="{A78BAC70-44E5-D375-9C82-8256AB96A2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6477" y="224024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1791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we evaluate the quality of data?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aa-ET" sz="1200" b="0" i="0" u="none" strike="noStrike" kern="0" cap="none" spc="0" normalizeH="0" baseline="0" noProof="0" smtClean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9</a:t>
            </a:fld>
            <a:endParaRPr kumimoji="0" lang="aa-ET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pic>
        <p:nvPicPr>
          <p:cNvPr id="2" name="Picture 2" descr="Iqra University - IU">
            <a:extLst>
              <a:ext uri="{FF2B5EF4-FFF2-40B4-BE49-F238E27FC236}">
                <a16:creationId xmlns:a16="http://schemas.microsoft.com/office/drawing/2014/main" id="{584E98EA-E6AF-F5B6-7338-3436289A5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0218" y="11445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516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385454" y="60616"/>
            <a:ext cx="9301019" cy="1325563"/>
          </a:xfrm>
        </p:spPr>
        <p:txBody>
          <a:bodyPr>
            <a:normAutofit/>
          </a:bodyPr>
          <a:lstStyle/>
          <a:p>
            <a:r>
              <a:rPr lang="en-US" dirty="0"/>
              <a:t>Statistical Analysis Techniques (1/3)</a:t>
            </a:r>
          </a:p>
        </p:txBody>
      </p:sp>
      <p:sp>
        <p:nvSpPr>
          <p:cNvPr id="13" name="Slide Number Placeholder 3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a-ET" smtClean="0"/>
              <a:t>10</a:t>
            </a:fld>
            <a:endParaRPr lang="aa-ET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6814" y="3147711"/>
            <a:ext cx="2704762" cy="2503581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773724" y="2332438"/>
            <a:ext cx="3287652" cy="98577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600" dirty="0">
                <a:solidFill>
                  <a:schemeClr val="tx1"/>
                </a:solidFill>
              </a:rPr>
              <a:t>Summarizing and describing the main characteristics of the data.</a:t>
            </a:r>
          </a:p>
        </p:txBody>
      </p:sp>
      <p:sp>
        <p:nvSpPr>
          <p:cNvPr id="3" name="Flowchart: Process 2"/>
          <p:cNvSpPr/>
          <p:nvPr/>
        </p:nvSpPr>
        <p:spPr>
          <a:xfrm>
            <a:off x="773723" y="1822484"/>
            <a:ext cx="3287651" cy="509954"/>
          </a:xfrm>
          <a:prstGeom prst="flowChartProcess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Descriptive Statistics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3724" y="4934269"/>
            <a:ext cx="3287652" cy="985776"/>
          </a:xfrm>
          <a:prstGeom prst="rect">
            <a:avLst/>
          </a:prstGeom>
          <a:solidFill>
            <a:srgbClr val="FFCDC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Drawing conclusions or making predictions based on sample data.</a:t>
            </a:r>
          </a:p>
        </p:txBody>
      </p:sp>
      <p:sp>
        <p:nvSpPr>
          <p:cNvPr id="19" name="Flowchart: Process 18"/>
          <p:cNvSpPr/>
          <p:nvPr/>
        </p:nvSpPr>
        <p:spPr>
          <a:xfrm>
            <a:off x="773723" y="4424315"/>
            <a:ext cx="3287651" cy="509954"/>
          </a:xfrm>
          <a:prstGeom prst="flowChartProcess">
            <a:avLst/>
          </a:prstGeom>
          <a:solidFill>
            <a:srgbClr val="FF575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Inferential Statistics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57015" y="2332438"/>
            <a:ext cx="3287652" cy="9857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600" dirty="0">
                <a:solidFill>
                  <a:schemeClr val="tx1"/>
                </a:solidFill>
              </a:rPr>
              <a:t>Assessing the significance of relationships or differences in the data.</a:t>
            </a:r>
          </a:p>
        </p:txBody>
      </p:sp>
      <p:sp>
        <p:nvSpPr>
          <p:cNvPr id="21" name="Flowchart: Process 20"/>
          <p:cNvSpPr/>
          <p:nvPr/>
        </p:nvSpPr>
        <p:spPr>
          <a:xfrm>
            <a:off x="7857014" y="1822484"/>
            <a:ext cx="3287651" cy="509954"/>
          </a:xfrm>
          <a:prstGeom prst="flowChartProcess">
            <a:avLst/>
          </a:prstGeom>
          <a:solidFill>
            <a:srgbClr val="4DC58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Hypothesis Testing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57015" y="4934269"/>
            <a:ext cx="3287652" cy="98577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Examining the relationship between variables and making predictions</a:t>
            </a:r>
          </a:p>
        </p:txBody>
      </p:sp>
      <p:sp>
        <p:nvSpPr>
          <p:cNvPr id="23" name="Flowchart: Process 22"/>
          <p:cNvSpPr/>
          <p:nvPr/>
        </p:nvSpPr>
        <p:spPr>
          <a:xfrm>
            <a:off x="7857014" y="4424315"/>
            <a:ext cx="3287651" cy="509954"/>
          </a:xfrm>
          <a:prstGeom prst="flowChartProcess">
            <a:avLst/>
          </a:prstGeom>
          <a:solidFill>
            <a:srgbClr val="70AD4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Regression Analysis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56B208-CEDC-3212-18DA-D83A58553945}"/>
              </a:ext>
            </a:extLst>
          </p:cNvPr>
          <p:cNvSpPr/>
          <p:nvPr/>
        </p:nvSpPr>
        <p:spPr>
          <a:xfrm>
            <a:off x="10351083" y="75506"/>
            <a:ext cx="1767840" cy="14020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2" descr="Iqra University - IU">
            <a:extLst>
              <a:ext uri="{FF2B5EF4-FFF2-40B4-BE49-F238E27FC236}">
                <a16:creationId xmlns:a16="http://schemas.microsoft.com/office/drawing/2014/main" id="{F9B58192-B6D3-03F5-02E6-1C710FB84C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0218" y="11445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7961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1385454" y="60616"/>
            <a:ext cx="930101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Statistical Analysis Techniques (2/3)</a:t>
            </a:r>
            <a:endParaRPr dirty="0"/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a-ET"/>
              <a:t>11</a:t>
            </a:fld>
            <a:endParaRPr/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899638807"/>
              </p:ext>
            </p:extLst>
          </p:nvPr>
        </p:nvGraphicFramePr>
        <p:xfrm>
          <a:off x="530024" y="1439333"/>
          <a:ext cx="10823776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A18D1D6F-6C57-DE38-44FD-B24787C9BCEC}"/>
              </a:ext>
            </a:extLst>
          </p:cNvPr>
          <p:cNvSpPr/>
          <p:nvPr/>
        </p:nvSpPr>
        <p:spPr>
          <a:xfrm>
            <a:off x="10302240" y="114455"/>
            <a:ext cx="1767840" cy="14020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Iqra University - IU">
            <a:extLst>
              <a:ext uri="{FF2B5EF4-FFF2-40B4-BE49-F238E27FC236}">
                <a16:creationId xmlns:a16="http://schemas.microsoft.com/office/drawing/2014/main" id="{F08306BE-EF26-48B6-2E0F-5D5496552A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0218" y="11445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8043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4CC051-D5BE-9853-6FD5-B84959B124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a-ET" smtClean="0"/>
              <a:t>12</a:t>
            </a:fld>
            <a:endParaRPr lang="aa-ET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DF24681-3D1D-564E-2079-3F77090FBA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6116004"/>
              </p:ext>
            </p:extLst>
          </p:nvPr>
        </p:nvGraphicFramePr>
        <p:xfrm>
          <a:off x="2334491" y="1980802"/>
          <a:ext cx="7908636" cy="352865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13628">
                  <a:extLst>
                    <a:ext uri="{9D8B030D-6E8A-4147-A177-3AD203B41FA5}">
                      <a16:colId xmlns:a16="http://schemas.microsoft.com/office/drawing/2014/main" val="2056022379"/>
                    </a:ext>
                  </a:extLst>
                </a:gridCol>
                <a:gridCol w="5895008">
                  <a:extLst>
                    <a:ext uri="{9D8B030D-6E8A-4147-A177-3AD203B41FA5}">
                      <a16:colId xmlns:a16="http://schemas.microsoft.com/office/drawing/2014/main" val="352010436"/>
                    </a:ext>
                  </a:extLst>
                </a:gridCol>
              </a:tblGrid>
              <a:tr h="420078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Measure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What It Tells 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6223860"/>
                  </a:ext>
                </a:extLst>
              </a:tr>
              <a:tr h="420078">
                <a:tc>
                  <a:txBody>
                    <a:bodyPr/>
                    <a:lstStyle/>
                    <a:p>
                      <a:r>
                        <a:rPr lang="en-US"/>
                        <a:t>Mean (</a:t>
                      </a:r>
                      <a:r>
                        <a:rPr lang="el-GR"/>
                        <a:t>μ)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Skewed by the outlier, not fully reliable alone.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1948111"/>
                  </a:ext>
                </a:extLst>
              </a:tr>
              <a:tr h="420078">
                <a:tc>
                  <a:txBody>
                    <a:bodyPr/>
                    <a:lstStyle/>
                    <a:p>
                      <a:r>
                        <a:rPr lang="en-US"/>
                        <a:t>Median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More reliable central tendency in presence of outlier.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8680143"/>
                  </a:ext>
                </a:extLst>
              </a:tr>
              <a:tr h="420078">
                <a:tc>
                  <a:txBody>
                    <a:bodyPr/>
                    <a:lstStyle/>
                    <a:p>
                      <a:r>
                        <a:rPr lang="en-US"/>
                        <a:t>Mode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Shows consistent values; data clustering.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9962966"/>
                  </a:ext>
                </a:extLst>
              </a:tr>
              <a:tr h="420078">
                <a:tc>
                  <a:txBody>
                    <a:bodyPr/>
                    <a:lstStyle/>
                    <a:p>
                      <a:r>
                        <a:rPr lang="en-US"/>
                        <a:t>Variance (</a:t>
                      </a:r>
                      <a:r>
                        <a:rPr lang="el-GR"/>
                        <a:t>σ²)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High spread—signals an outlier or inconsistent data.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2539304"/>
                  </a:ext>
                </a:extLst>
              </a:tr>
              <a:tr h="714132">
                <a:tc>
                  <a:txBody>
                    <a:bodyPr/>
                    <a:lstStyle/>
                    <a:p>
                      <a:r>
                        <a:rPr lang="en-US"/>
                        <a:t>Standard Deviation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Confirms significant deviation—need to clean data or analyze outliers.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7066473"/>
                  </a:ext>
                </a:extLst>
              </a:tr>
              <a:tr h="714132">
                <a:tc>
                  <a:txBody>
                    <a:bodyPr/>
                    <a:lstStyle/>
                    <a:p>
                      <a:r>
                        <a:rPr lang="en-US"/>
                        <a:t>90th Percentile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Shows extreme value that might distort the dataset if not explained/cleaned.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5098542"/>
                  </a:ext>
                </a:extLst>
              </a:tr>
            </a:tbl>
          </a:graphicData>
        </a:graphic>
      </p:graphicFrame>
      <p:sp>
        <p:nvSpPr>
          <p:cNvPr id="6" name="Google Shape;62;p2">
            <a:extLst>
              <a:ext uri="{FF2B5EF4-FFF2-40B4-BE49-F238E27FC236}">
                <a16:creationId xmlns:a16="http://schemas.microsoft.com/office/drawing/2014/main" id="{F60D5A48-9B30-0833-2219-03C8C13008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85454" y="60616"/>
            <a:ext cx="930101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Statistical Analysis Techniques (3/3)</a:t>
            </a:r>
            <a:endParaRPr dirty="0"/>
          </a:p>
        </p:txBody>
      </p:sp>
      <p:pic>
        <p:nvPicPr>
          <p:cNvPr id="7" name="Picture 2" descr="Iqra University - IU">
            <a:extLst>
              <a:ext uri="{FF2B5EF4-FFF2-40B4-BE49-F238E27FC236}">
                <a16:creationId xmlns:a16="http://schemas.microsoft.com/office/drawing/2014/main" id="{05E346D2-CA23-B9CB-2D12-9FBDC5EE77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2231" y="201828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4738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1385454" y="60616"/>
            <a:ext cx="930101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Decile Analysis</a:t>
            </a:r>
            <a:endParaRPr dirty="0"/>
          </a:p>
        </p:txBody>
      </p:sp>
      <p:sp>
        <p:nvSpPr>
          <p:cNvPr id="63" name="Google Shape;63;p2"/>
          <p:cNvSpPr txBox="1">
            <a:spLocks noGrp="1"/>
          </p:cNvSpPr>
          <p:nvPr>
            <p:ph type="body" idx="1"/>
          </p:nvPr>
        </p:nvSpPr>
        <p:spPr>
          <a:xfrm>
            <a:off x="1385454" y="1496291"/>
            <a:ext cx="9301019" cy="4680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dirty="0"/>
              <a:t>Split data in 10 parts (based on a specific metric)</a:t>
            </a:r>
          </a:p>
          <a:p>
            <a:r>
              <a:rPr lang="en-US" dirty="0"/>
              <a:t>Evaluate performance for each part.</a:t>
            </a: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a-ET"/>
              <a:t>13</a:t>
            </a:fld>
            <a:endParaRPr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310" y="2833996"/>
            <a:ext cx="5183305" cy="388747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C54856C-03F6-2886-3814-458D292ABE06}"/>
              </a:ext>
            </a:extLst>
          </p:cNvPr>
          <p:cNvSpPr/>
          <p:nvPr/>
        </p:nvSpPr>
        <p:spPr>
          <a:xfrm>
            <a:off x="10338816" y="94211"/>
            <a:ext cx="1767840" cy="14020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Iqra University - IU">
            <a:extLst>
              <a:ext uri="{FF2B5EF4-FFF2-40B4-BE49-F238E27FC236}">
                <a16:creationId xmlns:a16="http://schemas.microsoft.com/office/drawing/2014/main" id="{E046C8EE-8E65-4FFF-0993-9B05A3C648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0218" y="11445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331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1385454" y="60616"/>
            <a:ext cx="930101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PDSA Cycle (Plan-Do-Study-Act)</a:t>
            </a:r>
            <a:endParaRPr dirty="0"/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a-ET"/>
              <a:t>14</a:t>
            </a:fld>
            <a:endParaRPr/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428670252"/>
              </p:ext>
            </p:extLst>
          </p:nvPr>
        </p:nvGraphicFramePr>
        <p:xfrm>
          <a:off x="1022394" y="1614145"/>
          <a:ext cx="10331406" cy="45932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14E8BA9B-11FB-9090-0872-4F0346E1007D}"/>
              </a:ext>
            </a:extLst>
          </p:cNvPr>
          <p:cNvSpPr/>
          <p:nvPr/>
        </p:nvSpPr>
        <p:spPr>
          <a:xfrm>
            <a:off x="10302240" y="93483"/>
            <a:ext cx="1767840" cy="14020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2" descr="Iqra University - IU">
            <a:extLst>
              <a:ext uri="{FF2B5EF4-FFF2-40B4-BE49-F238E27FC236}">
                <a16:creationId xmlns:a16="http://schemas.microsoft.com/office/drawing/2014/main" id="{D20ED924-CFC0-2A4E-20E6-3D5616081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0218" y="11445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1033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1385454" y="60616"/>
            <a:ext cx="930101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Delphi Method</a:t>
            </a:r>
            <a:endParaRPr dirty="0"/>
          </a:p>
        </p:txBody>
      </p:sp>
      <p:sp>
        <p:nvSpPr>
          <p:cNvPr id="63" name="Google Shape;63;p2"/>
          <p:cNvSpPr txBox="1">
            <a:spLocks noGrp="1"/>
          </p:cNvSpPr>
          <p:nvPr>
            <p:ph type="body" idx="1"/>
          </p:nvPr>
        </p:nvSpPr>
        <p:spPr>
          <a:xfrm>
            <a:off x="1385454" y="1496291"/>
            <a:ext cx="9301019" cy="4680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dirty="0"/>
              <a:t>Collects expert opinion using multiple rounds</a:t>
            </a:r>
          </a:p>
          <a:p>
            <a:pPr lvl="1"/>
            <a:r>
              <a:rPr lang="en-US" dirty="0"/>
              <a:t>Structured</a:t>
            </a:r>
          </a:p>
          <a:p>
            <a:pPr lvl="1"/>
            <a:r>
              <a:rPr lang="en-US" dirty="0"/>
              <a:t>Iterative process</a:t>
            </a:r>
          </a:p>
          <a:p>
            <a:endParaRPr lang="en-US" dirty="0"/>
          </a:p>
          <a:p>
            <a:r>
              <a:rPr lang="en-US" dirty="0"/>
              <a:t>Experts provide feedback anonymously and revise their opinions based on group consensus.</a:t>
            </a: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a-ET"/>
              <a:t>15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DBD14B-B0C6-432A-9002-3FA7761B63F8}"/>
              </a:ext>
            </a:extLst>
          </p:cNvPr>
          <p:cNvSpPr/>
          <p:nvPr/>
        </p:nvSpPr>
        <p:spPr>
          <a:xfrm>
            <a:off x="10326624" y="101616"/>
            <a:ext cx="1767840" cy="14020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Iqra University - IU">
            <a:extLst>
              <a:ext uri="{FF2B5EF4-FFF2-40B4-BE49-F238E27FC236}">
                <a16:creationId xmlns:a16="http://schemas.microsoft.com/office/drawing/2014/main" id="{EE7D9703-2BA3-0338-8787-8BA438102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0218" y="11445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2306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1385454" y="60616"/>
            <a:ext cx="930101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Data Triangulation</a:t>
            </a:r>
            <a:endParaRPr dirty="0"/>
          </a:p>
        </p:txBody>
      </p:sp>
      <p:sp>
        <p:nvSpPr>
          <p:cNvPr id="63" name="Google Shape;63;p2"/>
          <p:cNvSpPr txBox="1">
            <a:spLocks noGrp="1"/>
          </p:cNvSpPr>
          <p:nvPr>
            <p:ph type="body" idx="1"/>
          </p:nvPr>
        </p:nvSpPr>
        <p:spPr>
          <a:xfrm>
            <a:off x="1385454" y="1496291"/>
            <a:ext cx="9301019" cy="4680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dirty="0"/>
              <a:t>Combine multiple data sources or methods to enhance reliability and reduce biases.</a:t>
            </a:r>
          </a:p>
          <a:p>
            <a:r>
              <a:rPr lang="en-US" dirty="0"/>
              <a:t>Benefits</a:t>
            </a:r>
          </a:p>
          <a:p>
            <a:pPr lvl="1"/>
            <a:r>
              <a:rPr lang="en-US" dirty="0"/>
              <a:t>Increased validity</a:t>
            </a:r>
          </a:p>
          <a:p>
            <a:pPr lvl="1"/>
            <a:r>
              <a:rPr lang="en-US" dirty="0"/>
              <a:t>cross-validation of findings</a:t>
            </a:r>
          </a:p>
          <a:p>
            <a:pPr lvl="1"/>
            <a:r>
              <a:rPr lang="en-US" dirty="0"/>
              <a:t>comprehensive understanding.</a:t>
            </a: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a-ET"/>
              <a:t>16</a:t>
            </a:fld>
            <a:endParaRPr/>
          </a:p>
        </p:txBody>
      </p:sp>
      <p:sp>
        <p:nvSpPr>
          <p:cNvPr id="2" name="Isosceles Triangle 1"/>
          <p:cNvSpPr/>
          <p:nvPr/>
        </p:nvSpPr>
        <p:spPr>
          <a:xfrm>
            <a:off x="8136704" y="3497079"/>
            <a:ext cx="2549769" cy="1846385"/>
          </a:xfrm>
          <a:prstGeom prst="triangl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Triangulation</a:t>
            </a:r>
          </a:p>
        </p:txBody>
      </p:sp>
      <p:sp>
        <p:nvSpPr>
          <p:cNvPr id="3" name="Flowchart: Document 2"/>
          <p:cNvSpPr/>
          <p:nvPr/>
        </p:nvSpPr>
        <p:spPr>
          <a:xfrm>
            <a:off x="8796126" y="2541733"/>
            <a:ext cx="1230923" cy="841802"/>
          </a:xfrm>
          <a:prstGeom prst="flowChartDocumen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Qualitative (Interviews)</a:t>
            </a:r>
          </a:p>
        </p:txBody>
      </p:sp>
      <p:sp>
        <p:nvSpPr>
          <p:cNvPr id="7" name="Flowchart: Document 6"/>
          <p:cNvSpPr/>
          <p:nvPr/>
        </p:nvSpPr>
        <p:spPr>
          <a:xfrm>
            <a:off x="6703557" y="5003954"/>
            <a:ext cx="1230923" cy="841802"/>
          </a:xfrm>
          <a:prstGeom prst="flowChartDocumen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Quantitative (Surveys)</a:t>
            </a:r>
          </a:p>
        </p:txBody>
      </p:sp>
      <p:sp>
        <p:nvSpPr>
          <p:cNvPr id="9" name="Flowchart: Document 8"/>
          <p:cNvSpPr/>
          <p:nvPr/>
        </p:nvSpPr>
        <p:spPr>
          <a:xfrm>
            <a:off x="10888697" y="5003954"/>
            <a:ext cx="1230923" cy="841802"/>
          </a:xfrm>
          <a:prstGeom prst="flowChartDocumen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Expert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35541" y="5427200"/>
            <a:ext cx="35520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Example of Data Triangulation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D7FEF4-2C00-895C-4B6D-ABCD7FE007DA}"/>
              </a:ext>
            </a:extLst>
          </p:cNvPr>
          <p:cNvSpPr/>
          <p:nvPr/>
        </p:nvSpPr>
        <p:spPr>
          <a:xfrm>
            <a:off x="10351780" y="105675"/>
            <a:ext cx="1767840" cy="14020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2" descr="Iqra University - IU">
            <a:extLst>
              <a:ext uri="{FF2B5EF4-FFF2-40B4-BE49-F238E27FC236}">
                <a16:creationId xmlns:a16="http://schemas.microsoft.com/office/drawing/2014/main" id="{DDB1C9A6-B656-0C3A-275F-5EC852D39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0218" y="11445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2061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1385454" y="60616"/>
            <a:ext cx="930101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Data Validation and Verification</a:t>
            </a:r>
            <a:endParaRPr dirty="0"/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a-ET"/>
              <a:t>17</a:t>
            </a:fld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6958" y="1274982"/>
            <a:ext cx="8978009" cy="544649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73C3B7F-9B56-6AB9-FC16-1DB7200E28FB}"/>
              </a:ext>
            </a:extLst>
          </p:cNvPr>
          <p:cNvSpPr/>
          <p:nvPr/>
        </p:nvSpPr>
        <p:spPr>
          <a:xfrm>
            <a:off x="10314432" y="120624"/>
            <a:ext cx="1767840" cy="14020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2" descr="Iqra University - IU">
            <a:extLst>
              <a:ext uri="{FF2B5EF4-FFF2-40B4-BE49-F238E27FC236}">
                <a16:creationId xmlns:a16="http://schemas.microsoft.com/office/drawing/2014/main" id="{2564B96B-4D3F-380C-3FDD-E39204799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0218" y="11445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8542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That’s a lot of work on a lot of data!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a-ET" smtClean="0"/>
              <a:t>18</a:t>
            </a:fld>
            <a:endParaRPr lang="aa-ET"/>
          </a:p>
        </p:txBody>
      </p:sp>
      <p:pic>
        <p:nvPicPr>
          <p:cNvPr id="2" name="Picture 2" descr="Iqra University - IU">
            <a:extLst>
              <a:ext uri="{FF2B5EF4-FFF2-40B4-BE49-F238E27FC236}">
                <a16:creationId xmlns:a16="http://schemas.microsoft.com/office/drawing/2014/main" id="{1DE8686E-FAA8-BB9F-5693-A62349AF53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0218" y="11445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8989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1385454" y="60616"/>
            <a:ext cx="930101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Sample Selection Techniques (1/4)</a:t>
            </a:r>
            <a:endParaRPr dirty="0"/>
          </a:p>
        </p:txBody>
      </p:sp>
      <p:sp>
        <p:nvSpPr>
          <p:cNvPr id="63" name="Google Shape;63;p2"/>
          <p:cNvSpPr txBox="1">
            <a:spLocks noGrp="1"/>
          </p:cNvSpPr>
          <p:nvPr>
            <p:ph type="body" idx="1"/>
          </p:nvPr>
        </p:nvSpPr>
        <p:spPr>
          <a:xfrm>
            <a:off x="1385454" y="1496291"/>
            <a:ext cx="9301019" cy="4680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b="1" dirty="0"/>
              <a:t>Random sampling</a:t>
            </a:r>
          </a:p>
          <a:p>
            <a:r>
              <a:rPr lang="en-US" dirty="0"/>
              <a:t>Selecting a subset of data randomly to represent the entire population.</a:t>
            </a: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a-ET"/>
              <a:t>19</a:t>
            </a:fld>
            <a:endParaRPr/>
          </a:p>
        </p:txBody>
      </p:sp>
      <p:sp>
        <p:nvSpPr>
          <p:cNvPr id="5" name="Oval 4"/>
          <p:cNvSpPr/>
          <p:nvPr/>
        </p:nvSpPr>
        <p:spPr>
          <a:xfrm>
            <a:off x="2655277" y="3477737"/>
            <a:ext cx="369277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807677" y="3630137"/>
            <a:ext cx="369277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960077" y="3782537"/>
            <a:ext cx="369277" cy="365760"/>
          </a:xfrm>
          <a:prstGeom prst="ellipse">
            <a:avLst/>
          </a:prstGeom>
          <a:solidFill>
            <a:srgbClr val="EE9C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112477" y="3934937"/>
            <a:ext cx="369277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3264877" y="4087337"/>
            <a:ext cx="369277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3417277" y="4239737"/>
            <a:ext cx="369277" cy="365760"/>
          </a:xfrm>
          <a:prstGeom prst="ellipse">
            <a:avLst/>
          </a:prstGeom>
          <a:solidFill>
            <a:srgbClr val="EE9C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569677" y="4392137"/>
            <a:ext cx="369277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3722077" y="4544537"/>
            <a:ext cx="369277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3874477" y="4696937"/>
            <a:ext cx="369277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4026877" y="4849337"/>
            <a:ext cx="369277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4179277" y="5001737"/>
            <a:ext cx="369277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2174631" y="3691097"/>
            <a:ext cx="369277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2327031" y="3843497"/>
            <a:ext cx="369277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2479431" y="3995897"/>
            <a:ext cx="369277" cy="365760"/>
          </a:xfrm>
          <a:prstGeom prst="ellipse">
            <a:avLst/>
          </a:prstGeom>
          <a:solidFill>
            <a:srgbClr val="EE9C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2631831" y="4148297"/>
            <a:ext cx="369277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2784231" y="4300697"/>
            <a:ext cx="369277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2936631" y="4453097"/>
            <a:ext cx="369277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3089031" y="4605497"/>
            <a:ext cx="369277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3241431" y="4757897"/>
            <a:ext cx="369277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3393831" y="4910297"/>
            <a:ext cx="369277" cy="365760"/>
          </a:xfrm>
          <a:prstGeom prst="ellipse">
            <a:avLst/>
          </a:prstGeom>
          <a:solidFill>
            <a:srgbClr val="EE9C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3546231" y="5062697"/>
            <a:ext cx="369277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3698631" y="5215097"/>
            <a:ext cx="369277" cy="365760"/>
          </a:xfrm>
          <a:prstGeom prst="ellipse">
            <a:avLst/>
          </a:prstGeom>
          <a:solidFill>
            <a:srgbClr val="EE9C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6899475" y="3416777"/>
            <a:ext cx="369277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7051875" y="3569177"/>
            <a:ext cx="369277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7509075" y="4026377"/>
            <a:ext cx="369277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7813875" y="4331177"/>
            <a:ext cx="369277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8118675" y="4635977"/>
            <a:ext cx="369277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8271075" y="4788377"/>
            <a:ext cx="369277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6723629" y="3934937"/>
            <a:ext cx="369277" cy="365760"/>
          </a:xfrm>
          <a:prstGeom prst="ellipse">
            <a:avLst/>
          </a:prstGeom>
          <a:solidFill>
            <a:srgbClr val="EE9C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7028429" y="4239737"/>
            <a:ext cx="369277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7485629" y="4696937"/>
            <a:ext cx="369277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7790429" y="5001737"/>
            <a:ext cx="369277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7942829" y="5154137"/>
            <a:ext cx="369277" cy="365760"/>
          </a:xfrm>
          <a:prstGeom prst="ellipse">
            <a:avLst/>
          </a:prstGeom>
          <a:solidFill>
            <a:srgbClr val="EE9C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ight Arrow 1"/>
          <p:cNvSpPr/>
          <p:nvPr/>
        </p:nvSpPr>
        <p:spPr>
          <a:xfrm>
            <a:off x="4945008" y="4087337"/>
            <a:ext cx="1145575" cy="57912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9AA52C-D592-F71D-7FEB-CD9EDEF1A87B}"/>
              </a:ext>
            </a:extLst>
          </p:cNvPr>
          <p:cNvSpPr/>
          <p:nvPr/>
        </p:nvSpPr>
        <p:spPr>
          <a:xfrm>
            <a:off x="10175096" y="102694"/>
            <a:ext cx="1767840" cy="14020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Iqra University - IU">
            <a:extLst>
              <a:ext uri="{FF2B5EF4-FFF2-40B4-BE49-F238E27FC236}">
                <a16:creationId xmlns:a16="http://schemas.microsoft.com/office/drawing/2014/main" id="{1913B4B3-2F32-904D-D390-84D7E321E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0218" y="11445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7336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1385454" y="60616"/>
            <a:ext cx="930101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Sample Selection Techniques (2/4)</a:t>
            </a:r>
            <a:endParaRPr dirty="0"/>
          </a:p>
        </p:txBody>
      </p:sp>
      <p:sp>
        <p:nvSpPr>
          <p:cNvPr id="63" name="Google Shape;63;p2"/>
          <p:cNvSpPr txBox="1">
            <a:spLocks noGrp="1"/>
          </p:cNvSpPr>
          <p:nvPr>
            <p:ph type="body" idx="1"/>
          </p:nvPr>
        </p:nvSpPr>
        <p:spPr>
          <a:xfrm>
            <a:off x="1385454" y="1496291"/>
            <a:ext cx="9301019" cy="1509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b="1" dirty="0"/>
              <a:t>Stratified sampling</a:t>
            </a:r>
          </a:p>
          <a:p>
            <a:r>
              <a:rPr lang="en-US" dirty="0"/>
              <a:t>Dividing the population into distinct groups and selecting samples from each group.</a:t>
            </a: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a-ET"/>
              <a:t>20</a:t>
            </a:fld>
            <a:endParaRPr/>
          </a:p>
        </p:txBody>
      </p:sp>
      <p:sp>
        <p:nvSpPr>
          <p:cNvPr id="6" name="Oval 5"/>
          <p:cNvSpPr/>
          <p:nvPr/>
        </p:nvSpPr>
        <p:spPr>
          <a:xfrm>
            <a:off x="1840523" y="3634154"/>
            <a:ext cx="369277" cy="3657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992923" y="3786554"/>
            <a:ext cx="369277" cy="3657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2145323" y="3938954"/>
            <a:ext cx="369277" cy="3657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2297723" y="4091354"/>
            <a:ext cx="369277" cy="3657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2450123" y="4243754"/>
            <a:ext cx="369277" cy="3657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2602523" y="4396154"/>
            <a:ext cx="369277" cy="3657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2754923" y="4548554"/>
            <a:ext cx="369277" cy="3657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2907323" y="4700954"/>
            <a:ext cx="369277" cy="3657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3059723" y="4853354"/>
            <a:ext cx="369277" cy="3657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3212123" y="5005754"/>
            <a:ext cx="369277" cy="3657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1359877" y="3847514"/>
            <a:ext cx="369277" cy="3657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1512277" y="3999914"/>
            <a:ext cx="369277" cy="3657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1664677" y="4152314"/>
            <a:ext cx="369277" cy="3657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1817077" y="4304714"/>
            <a:ext cx="369277" cy="3657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1969477" y="4457114"/>
            <a:ext cx="369277" cy="3657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2121877" y="4609514"/>
            <a:ext cx="369277" cy="3657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2274277" y="4761914"/>
            <a:ext cx="369277" cy="3657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2426677" y="4914314"/>
            <a:ext cx="369277" cy="3657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2579077" y="5066714"/>
            <a:ext cx="369277" cy="3657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2731477" y="5219114"/>
            <a:ext cx="369277" cy="3657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Arrow 26"/>
          <p:cNvSpPr/>
          <p:nvPr/>
        </p:nvSpPr>
        <p:spPr>
          <a:xfrm>
            <a:off x="8990070" y="3847514"/>
            <a:ext cx="1145575" cy="57912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5859052" y="3553937"/>
            <a:ext cx="369277" cy="365760"/>
          </a:xfrm>
          <a:prstGeom prst="ellipse">
            <a:avLst/>
          </a:prstGeom>
          <a:solidFill>
            <a:srgbClr val="EE9C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6339698" y="3634154"/>
            <a:ext cx="369277" cy="365760"/>
          </a:xfrm>
          <a:prstGeom prst="ellipse">
            <a:avLst/>
          </a:prstGeom>
          <a:solidFill>
            <a:srgbClr val="EE9C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7139801" y="3096737"/>
            <a:ext cx="369277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5378406" y="3767297"/>
            <a:ext cx="369277" cy="365760"/>
          </a:xfrm>
          <a:prstGeom prst="ellipse">
            <a:avLst/>
          </a:prstGeom>
          <a:solidFill>
            <a:srgbClr val="EE9C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5790800" y="4100733"/>
            <a:ext cx="369277" cy="365760"/>
          </a:xfrm>
          <a:prstGeom prst="ellipse">
            <a:avLst/>
          </a:prstGeom>
          <a:solidFill>
            <a:srgbClr val="EE9C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6259368" y="4108439"/>
            <a:ext cx="369277" cy="365760"/>
          </a:xfrm>
          <a:prstGeom prst="ellipse">
            <a:avLst/>
          </a:prstGeom>
          <a:solidFill>
            <a:srgbClr val="EE9C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6011897" y="5985846"/>
            <a:ext cx="398585" cy="36341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7292201" y="3249137"/>
            <a:ext cx="369277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296184" y="5577038"/>
            <a:ext cx="398585" cy="36341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7444601" y="3401537"/>
            <a:ext cx="369277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5871219" y="5568956"/>
            <a:ext cx="398585" cy="36341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7597001" y="3553937"/>
            <a:ext cx="369277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6228329" y="5106573"/>
            <a:ext cx="398585" cy="36341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7749401" y="3706337"/>
            <a:ext cx="369277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5774505" y="5157852"/>
            <a:ext cx="398585" cy="36341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7007407" y="4575819"/>
            <a:ext cx="369277" cy="36576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7309785" y="4576992"/>
            <a:ext cx="398585" cy="36341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7641471" y="4576992"/>
            <a:ext cx="398585" cy="36341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7973157" y="4576992"/>
            <a:ext cx="398585" cy="36341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8304844" y="4575819"/>
            <a:ext cx="369277" cy="36576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ight Arrow 47"/>
          <p:cNvSpPr/>
          <p:nvPr/>
        </p:nvSpPr>
        <p:spPr>
          <a:xfrm>
            <a:off x="3733800" y="3969434"/>
            <a:ext cx="1145575" cy="57912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0193893" y="3335240"/>
            <a:ext cx="369277" cy="365760"/>
          </a:xfrm>
          <a:prstGeom prst="ellipse">
            <a:avLst/>
          </a:prstGeom>
          <a:solidFill>
            <a:srgbClr val="EE9C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10674742" y="4536602"/>
            <a:ext cx="398585" cy="36341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10927918" y="2937779"/>
            <a:ext cx="369277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11361065" y="3950177"/>
            <a:ext cx="369277" cy="36576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8D039F-A34B-4B32-724C-B34BDE904B14}"/>
              </a:ext>
            </a:extLst>
          </p:cNvPr>
          <p:cNvSpPr/>
          <p:nvPr/>
        </p:nvSpPr>
        <p:spPr>
          <a:xfrm>
            <a:off x="10228636" y="105745"/>
            <a:ext cx="1767840" cy="14020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Iqra University - IU">
            <a:extLst>
              <a:ext uri="{FF2B5EF4-FFF2-40B4-BE49-F238E27FC236}">
                <a16:creationId xmlns:a16="http://schemas.microsoft.com/office/drawing/2014/main" id="{883B91F8-5ABC-AFF9-3C59-1C17973B89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0218" y="11445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5640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1385454" y="60616"/>
            <a:ext cx="930101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Sample Selection Techniques (3/4)</a:t>
            </a:r>
            <a:endParaRPr dirty="0"/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a-ET"/>
              <a:t>21</a:t>
            </a:fld>
            <a:endParaRPr/>
          </a:p>
        </p:txBody>
      </p:sp>
      <p:grpSp>
        <p:nvGrpSpPr>
          <p:cNvPr id="2" name="Group 1"/>
          <p:cNvGrpSpPr/>
          <p:nvPr/>
        </p:nvGrpSpPr>
        <p:grpSpPr>
          <a:xfrm>
            <a:off x="1356951" y="1776045"/>
            <a:ext cx="9478098" cy="4800602"/>
            <a:chOff x="1072671" y="1776045"/>
            <a:chExt cx="9478098" cy="4800602"/>
          </a:xfrm>
        </p:grpSpPr>
        <p:sp>
          <p:nvSpPr>
            <p:cNvPr id="5" name="Rectangle: Rounded Corners 1">
              <a:extLst>
                <a:ext uri="{FF2B5EF4-FFF2-40B4-BE49-F238E27FC236}">
                  <a16:creationId xmlns:a16="http://schemas.microsoft.com/office/drawing/2014/main" id="{B18310A8-3076-AC9F-81B2-C94ABA3B39E5}"/>
                </a:ext>
              </a:extLst>
            </p:cNvPr>
            <p:cNvSpPr/>
            <p:nvPr/>
          </p:nvSpPr>
          <p:spPr>
            <a:xfrm>
              <a:off x="1072671" y="1776046"/>
              <a:ext cx="2948355" cy="480060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 dirty="0"/>
            </a:p>
            <a:p>
              <a:pPr algn="ctr"/>
              <a:endParaRPr lang="en-US" sz="2400" b="1" dirty="0"/>
            </a:p>
            <a:p>
              <a:pPr algn="ctr"/>
              <a:endParaRPr lang="en-US" sz="2400" b="1" dirty="0"/>
            </a:p>
            <a:p>
              <a:pPr algn="ctr"/>
              <a:endParaRPr lang="en-US" sz="2400" b="1" dirty="0"/>
            </a:p>
            <a:p>
              <a:pPr algn="ctr"/>
              <a:endParaRPr lang="en-US" sz="1800" b="1" dirty="0"/>
            </a:p>
            <a:p>
              <a:pPr algn="ctr"/>
              <a:endParaRPr lang="en-US" sz="1800" b="1" dirty="0"/>
            </a:p>
            <a:p>
              <a:pPr algn="ctr"/>
              <a:r>
                <a:rPr lang="en-US" sz="1800" b="1" dirty="0"/>
                <a:t>Cluster sampling</a:t>
              </a:r>
            </a:p>
            <a:p>
              <a:pPr algn="ctr"/>
              <a:endParaRPr lang="en-US" sz="2400" b="1" dirty="0"/>
            </a:p>
            <a:p>
              <a:pPr algn="ctr"/>
              <a:endParaRPr lang="en-US" sz="2400" b="1" dirty="0"/>
            </a:p>
            <a:p>
              <a:pPr algn="ctr"/>
              <a:endParaRPr lang="en-US" sz="1800" b="1" dirty="0"/>
            </a:p>
            <a:p>
              <a:pPr lvl="0"/>
              <a:endParaRPr lang="en-US" sz="1800" dirty="0"/>
            </a:p>
            <a:p>
              <a:pPr lvl="0"/>
              <a:endParaRPr lang="en-US" sz="1800" dirty="0"/>
            </a:p>
            <a:p>
              <a:pPr lvl="0"/>
              <a:endParaRPr lang="en-US" sz="1800" dirty="0"/>
            </a:p>
            <a:p>
              <a:pPr lvl="0"/>
              <a:endParaRPr lang="en-US" sz="1800" dirty="0"/>
            </a:p>
            <a:p>
              <a:pPr lvl="0"/>
              <a:endParaRPr lang="en-US" sz="1800" dirty="0"/>
            </a:p>
            <a:p>
              <a:pPr marL="285750" lvl="0" indent="-28575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US" sz="1800" dirty="0"/>
                <a:t>Create clusters(groups) in the data</a:t>
              </a:r>
            </a:p>
            <a:p>
              <a:pPr marL="285750" lvl="0" indent="-28575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US" sz="1800" dirty="0"/>
                <a:t>Select a cluster</a:t>
              </a:r>
            </a:p>
            <a:p>
              <a:pPr marL="285750" lvl="0" indent="-28575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US" sz="1800" dirty="0"/>
                <a:t>Use all instances in the cluster</a:t>
              </a:r>
            </a:p>
            <a:p>
              <a:pPr algn="ctr"/>
              <a:endParaRPr lang="en-US" sz="2400" b="1" dirty="0"/>
            </a:p>
            <a:p>
              <a:pPr algn="ctr"/>
              <a:endParaRPr lang="en-US" sz="2400" b="1" dirty="0"/>
            </a:p>
            <a:p>
              <a:pPr algn="ctr"/>
              <a:endParaRPr lang="en-US" sz="2400" b="1" dirty="0"/>
            </a:p>
            <a:p>
              <a:pPr algn="ctr"/>
              <a:endParaRPr lang="en-US" sz="2400" b="1" dirty="0"/>
            </a:p>
            <a:p>
              <a:pPr algn="ctr"/>
              <a:endParaRPr lang="en-US" sz="2400" b="1" dirty="0"/>
            </a:p>
            <a:p>
              <a:pPr algn="ctr"/>
              <a:endParaRPr lang="en-US" dirty="0"/>
            </a:p>
          </p:txBody>
        </p:sp>
        <p:sp>
          <p:nvSpPr>
            <p:cNvPr id="6" name="Rectangle: Rounded Corners 3">
              <a:extLst>
                <a:ext uri="{FF2B5EF4-FFF2-40B4-BE49-F238E27FC236}">
                  <a16:creationId xmlns:a16="http://schemas.microsoft.com/office/drawing/2014/main" id="{04755FF6-F8C7-3609-98E4-1EA590688284}"/>
                </a:ext>
              </a:extLst>
            </p:cNvPr>
            <p:cNvSpPr/>
            <p:nvPr/>
          </p:nvSpPr>
          <p:spPr>
            <a:xfrm>
              <a:off x="4273064" y="1776047"/>
              <a:ext cx="2948355" cy="4800600"/>
            </a:xfrm>
            <a:prstGeom prst="roundRect">
              <a:avLst/>
            </a:prstGeom>
            <a:solidFill>
              <a:srgbClr val="E9988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b="1" dirty="0"/>
            </a:p>
            <a:p>
              <a:pPr algn="ctr"/>
              <a:endParaRPr lang="en-US" sz="1800" b="1" dirty="0"/>
            </a:p>
            <a:p>
              <a:pPr algn="ctr"/>
              <a:endParaRPr lang="en-US" sz="1800" b="1" dirty="0"/>
            </a:p>
            <a:p>
              <a:pPr algn="ctr"/>
              <a:endParaRPr lang="en-US" sz="1800" b="1" dirty="0"/>
            </a:p>
            <a:p>
              <a:pPr algn="ctr"/>
              <a:endParaRPr lang="en-US" sz="1800" b="1" dirty="0"/>
            </a:p>
            <a:p>
              <a:pPr algn="ctr"/>
              <a:endParaRPr lang="en-US" sz="1800" b="1" dirty="0"/>
            </a:p>
            <a:p>
              <a:pPr algn="ctr"/>
              <a:r>
                <a:rPr lang="en-US" sz="1800" b="1" dirty="0"/>
                <a:t>   </a:t>
              </a:r>
            </a:p>
            <a:p>
              <a:pPr algn="ctr"/>
              <a:endParaRPr lang="en-US" sz="1800" b="1" dirty="0"/>
            </a:p>
            <a:p>
              <a:pPr algn="ctr"/>
              <a:endParaRPr lang="en-US" sz="1800" b="1" dirty="0"/>
            </a:p>
            <a:p>
              <a:pPr algn="ctr"/>
              <a:endParaRPr lang="en-US" sz="1800" b="1" dirty="0"/>
            </a:p>
            <a:p>
              <a:pPr>
                <a:buClr>
                  <a:schemeClr val="bg1"/>
                </a:buClr>
              </a:pPr>
              <a:endParaRPr lang="en-US" sz="1800" b="1" dirty="0"/>
            </a:p>
            <a:p>
              <a:pPr>
                <a:buClr>
                  <a:schemeClr val="bg1"/>
                </a:buClr>
              </a:pPr>
              <a:endParaRPr lang="en-US" sz="1800" b="1" dirty="0"/>
            </a:p>
            <a:p>
              <a:pPr>
                <a:buClr>
                  <a:schemeClr val="bg1"/>
                </a:buClr>
              </a:pPr>
              <a:endParaRPr lang="en-US" sz="1800" b="1" dirty="0"/>
            </a:p>
            <a:p>
              <a:pPr>
                <a:buClr>
                  <a:schemeClr val="bg1"/>
                </a:buClr>
              </a:pPr>
              <a:r>
                <a:rPr lang="en-US" sz="1800" b="1" dirty="0"/>
                <a:t>Systematic sampling</a:t>
              </a:r>
            </a:p>
            <a:p>
              <a:pPr lvl="0">
                <a:buClr>
                  <a:schemeClr val="bg1"/>
                </a:buClr>
              </a:pPr>
              <a:endParaRPr lang="en-US" sz="1800" dirty="0"/>
            </a:p>
            <a:p>
              <a:pPr lvl="0">
                <a:buClr>
                  <a:schemeClr val="bg1"/>
                </a:buClr>
              </a:pPr>
              <a:endParaRPr lang="en-US" sz="1800" dirty="0"/>
            </a:p>
            <a:p>
              <a:pPr lvl="0">
                <a:buClr>
                  <a:schemeClr val="bg1"/>
                </a:buClr>
              </a:pPr>
              <a:endParaRPr lang="en-US" sz="1800" dirty="0"/>
            </a:p>
            <a:p>
              <a:pPr lvl="0">
                <a:buClr>
                  <a:schemeClr val="bg1"/>
                </a:buClr>
              </a:pPr>
              <a:endParaRPr lang="en-US" sz="1800" dirty="0"/>
            </a:p>
            <a:p>
              <a:pPr lvl="0">
                <a:buClr>
                  <a:schemeClr val="bg1"/>
                </a:buClr>
              </a:pPr>
              <a:endParaRPr lang="en-US" sz="1800" dirty="0"/>
            </a:p>
            <a:p>
              <a:pPr lvl="0">
                <a:buClr>
                  <a:schemeClr val="bg1"/>
                </a:buClr>
              </a:pPr>
              <a:endParaRPr lang="en-US" sz="1800" dirty="0"/>
            </a:p>
            <a:p>
              <a:pPr lvl="0">
                <a:buClr>
                  <a:schemeClr val="bg1"/>
                </a:buClr>
              </a:pPr>
              <a:endParaRPr lang="en-US" sz="1800" dirty="0"/>
            </a:p>
            <a:p>
              <a:pPr lvl="0">
                <a:buClr>
                  <a:schemeClr val="bg1"/>
                </a:buClr>
              </a:pPr>
              <a:endParaRPr lang="en-US" sz="1800" dirty="0"/>
            </a:p>
            <a:p>
              <a:pPr marL="285750" lvl="0" indent="-285750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endParaRPr lang="en-US" sz="1800" dirty="0"/>
            </a:p>
            <a:p>
              <a:pPr marL="285750" lvl="0" indent="-285750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n-US" sz="1800" dirty="0"/>
                <a:t>Select a random data instance</a:t>
              </a:r>
            </a:p>
            <a:p>
              <a:pPr marL="285750" lvl="0" indent="-285750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n-US" sz="1800" dirty="0"/>
                <a:t>Then select every nth element from data</a:t>
              </a:r>
            </a:p>
            <a:p>
              <a:pPr algn="ctr"/>
              <a:endParaRPr lang="en-US" sz="1800" b="1" dirty="0"/>
            </a:p>
            <a:p>
              <a:pPr algn="ctr"/>
              <a:endParaRPr lang="en-US" sz="1800" b="1" dirty="0"/>
            </a:p>
            <a:p>
              <a:pPr algn="ctr"/>
              <a:endParaRPr lang="en-US" sz="1800" b="1" dirty="0"/>
            </a:p>
            <a:p>
              <a:pPr algn="ctr"/>
              <a:endParaRPr lang="en-US" sz="1800" b="1" dirty="0"/>
            </a:p>
            <a:p>
              <a:pPr algn="ctr"/>
              <a:endParaRPr lang="en-US" sz="1800" b="1" dirty="0"/>
            </a:p>
            <a:p>
              <a:pPr algn="ctr"/>
              <a:endParaRPr lang="en-US" sz="1800" b="1" dirty="0"/>
            </a:p>
            <a:p>
              <a:pPr algn="ctr"/>
              <a:endParaRPr lang="en-US" sz="1800" b="1" dirty="0"/>
            </a:p>
            <a:p>
              <a:pPr algn="ctr"/>
              <a:endParaRPr lang="en-US" sz="1800" b="1" dirty="0"/>
            </a:p>
            <a:p>
              <a:pPr algn="ctr"/>
              <a:endParaRPr lang="en-US" sz="1800" b="1" dirty="0"/>
            </a:p>
            <a:p>
              <a:pPr algn="ctr"/>
              <a:endParaRPr lang="en-US" sz="1800" b="1" dirty="0"/>
            </a:p>
            <a:p>
              <a:pPr algn="ctr"/>
              <a:endParaRPr lang="en-US" sz="1800" b="1" dirty="0"/>
            </a:p>
            <a:p>
              <a:pPr algn="ctr"/>
              <a:endParaRPr lang="en-US" sz="1800" b="1" dirty="0"/>
            </a:p>
            <a:p>
              <a:pPr algn="ctr"/>
              <a:endParaRPr lang="en-US" sz="1800" b="1" dirty="0"/>
            </a:p>
            <a:p>
              <a:pPr algn="ctr"/>
              <a:endParaRPr lang="en-US" sz="1800" b="1" dirty="0"/>
            </a:p>
            <a:p>
              <a:pPr algn="ctr"/>
              <a:endParaRPr lang="en-US" dirty="0"/>
            </a:p>
          </p:txBody>
        </p:sp>
        <p:sp>
          <p:nvSpPr>
            <p:cNvPr id="7" name="Rectangle: Rounded Corners 4">
              <a:extLst>
                <a:ext uri="{FF2B5EF4-FFF2-40B4-BE49-F238E27FC236}">
                  <a16:creationId xmlns:a16="http://schemas.microsoft.com/office/drawing/2014/main" id="{D767CFE0-712D-D81D-AE43-40C4435E8D6D}"/>
                </a:ext>
              </a:extLst>
            </p:cNvPr>
            <p:cNvSpPr/>
            <p:nvPr/>
          </p:nvSpPr>
          <p:spPr>
            <a:xfrm>
              <a:off x="7473461" y="1776045"/>
              <a:ext cx="3077308" cy="4765431"/>
            </a:xfrm>
            <a:prstGeom prst="roundRect">
              <a:avLst/>
            </a:prstGeom>
            <a:solidFill>
              <a:srgbClr val="71C8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 dirty="0"/>
            </a:p>
            <a:p>
              <a:pPr algn="ctr"/>
              <a:endParaRPr lang="en-US" sz="1600" b="1" dirty="0"/>
            </a:p>
            <a:p>
              <a:pPr algn="ctr"/>
              <a:endParaRPr lang="en-US" sz="1600" b="1" dirty="0"/>
            </a:p>
            <a:p>
              <a:pPr algn="ctr"/>
              <a:endParaRPr lang="en-US" sz="1600" b="1" dirty="0"/>
            </a:p>
            <a:p>
              <a:pPr algn="ctr"/>
              <a:endParaRPr lang="en-US" sz="1600" b="1" dirty="0"/>
            </a:p>
            <a:p>
              <a:pPr algn="ctr"/>
              <a:r>
                <a:rPr lang="en-US" sz="1600" b="1" dirty="0"/>
                <a:t>Convenience sampling</a:t>
              </a:r>
            </a:p>
            <a:p>
              <a:pPr algn="ctr"/>
              <a:endParaRPr lang="en-US" sz="1600" b="1" dirty="0"/>
            </a:p>
            <a:p>
              <a:pPr algn="ctr"/>
              <a:endParaRPr lang="en-US" sz="1600" b="1" dirty="0"/>
            </a:p>
            <a:p>
              <a:pPr algn="ctr"/>
              <a:endParaRPr lang="en-US" sz="1600" b="1" dirty="0"/>
            </a:p>
            <a:p>
              <a:pPr algn="ctr"/>
              <a:endParaRPr lang="en-US" sz="1600" b="1" dirty="0"/>
            </a:p>
            <a:p>
              <a:pPr algn="ctr"/>
              <a:endParaRPr lang="en-US" sz="1600" b="1" dirty="0"/>
            </a:p>
            <a:p>
              <a:pPr algn="ctr"/>
              <a:endParaRPr lang="en-US" sz="1600" b="1" dirty="0"/>
            </a:p>
            <a:p>
              <a:pPr algn="ctr"/>
              <a:endParaRPr lang="en-US" sz="1600" b="1" dirty="0"/>
            </a:p>
            <a:p>
              <a:pPr algn="ctr"/>
              <a:endParaRPr lang="en-US" sz="1600" b="1" dirty="0"/>
            </a:p>
            <a:p>
              <a:pPr algn="ctr"/>
              <a:endParaRPr lang="en-US" sz="1600" b="1" dirty="0"/>
            </a:p>
            <a:p>
              <a:pPr algn="ctr"/>
              <a:endParaRPr lang="en-US" sz="1600" b="1" dirty="0"/>
            </a:p>
            <a:p>
              <a:pPr marL="285750" indent="-285750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n-US" sz="1800" dirty="0"/>
                <a:t>Selecting instances/data sources which are readily available or easily accessible</a:t>
              </a:r>
            </a:p>
            <a:p>
              <a:pPr algn="ctr"/>
              <a:endParaRPr lang="en-US" sz="1600" b="1" dirty="0"/>
            </a:p>
            <a:p>
              <a:pPr algn="ctr"/>
              <a:endParaRPr lang="en-US" sz="1600" b="1" dirty="0"/>
            </a:p>
            <a:p>
              <a:pPr algn="ctr"/>
              <a:endParaRPr lang="en-US" sz="1600" b="1" dirty="0"/>
            </a:p>
            <a:p>
              <a:pPr algn="ctr"/>
              <a:endParaRPr lang="en-US" sz="1600" b="1" dirty="0"/>
            </a:p>
            <a:p>
              <a:pPr algn="ctr"/>
              <a:endParaRPr lang="en-US" sz="1600" b="1" dirty="0"/>
            </a:p>
            <a:p>
              <a:pPr algn="ctr"/>
              <a:endParaRPr lang="en-US" dirty="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9F3DD67-BB02-7C06-8B98-423EE179BA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7448" y="2444094"/>
              <a:ext cx="1691216" cy="169121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4266870-3AB5-7914-EF03-8DD32CDF05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66103" y="2582994"/>
              <a:ext cx="2948355" cy="1092191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2E2F389-EE6C-A23A-6403-F1744E6176E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058698" y="2337471"/>
              <a:ext cx="1946949" cy="1946949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64EF3B56-387B-B4CA-352D-AAE5E274551F}"/>
              </a:ext>
            </a:extLst>
          </p:cNvPr>
          <p:cNvSpPr/>
          <p:nvPr/>
        </p:nvSpPr>
        <p:spPr>
          <a:xfrm>
            <a:off x="10250739" y="101090"/>
            <a:ext cx="1767840" cy="14020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2" descr="Iqra University - IU">
            <a:extLst>
              <a:ext uri="{FF2B5EF4-FFF2-40B4-BE49-F238E27FC236}">
                <a16:creationId xmlns:a16="http://schemas.microsoft.com/office/drawing/2014/main" id="{CEECA1B0-F6C4-D4B2-8E32-1D5333E1A5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0218" y="11445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3889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are we doing this?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a-ET" smtClean="0"/>
              <a:t>22</a:t>
            </a:fld>
            <a:endParaRPr lang="aa-ET"/>
          </a:p>
        </p:txBody>
      </p:sp>
      <p:pic>
        <p:nvPicPr>
          <p:cNvPr id="2" name="Picture 2" descr="Iqra University - IU">
            <a:extLst>
              <a:ext uri="{FF2B5EF4-FFF2-40B4-BE49-F238E27FC236}">
                <a16:creationId xmlns:a16="http://schemas.microsoft.com/office/drawing/2014/main" id="{9B084544-CCDB-F2E0-F260-F5330250E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0218" y="11445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2188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1385454" y="60616"/>
            <a:ext cx="930101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Impact of Right Data on AI/ML</a:t>
            </a:r>
            <a:endParaRPr dirty="0"/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a-ET"/>
              <a:t>23</a:t>
            </a:fld>
            <a:endParaRPr/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1417138202"/>
              </p:ext>
            </p:extLst>
          </p:nvPr>
        </p:nvGraphicFramePr>
        <p:xfrm>
          <a:off x="1385454" y="1302808"/>
          <a:ext cx="9768699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AD185634-71C3-6199-4C4C-5690F574EA73}"/>
              </a:ext>
            </a:extLst>
          </p:cNvPr>
          <p:cNvSpPr/>
          <p:nvPr/>
        </p:nvSpPr>
        <p:spPr>
          <a:xfrm>
            <a:off x="10270233" y="53594"/>
            <a:ext cx="1767840" cy="14020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Iqra University - IU">
            <a:extLst>
              <a:ext uri="{FF2B5EF4-FFF2-40B4-BE49-F238E27FC236}">
                <a16:creationId xmlns:a16="http://schemas.microsoft.com/office/drawing/2014/main" id="{AAD4931A-F94F-28FD-A431-CA00D3EEA8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0218" y="11445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8734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1385454" y="60616"/>
            <a:ext cx="930101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Impact of Right Data on Business</a:t>
            </a:r>
            <a:endParaRPr dirty="0"/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a-ET"/>
              <a:t>24</a:t>
            </a:fld>
            <a:endParaRPr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319350277"/>
              </p:ext>
            </p:extLst>
          </p:nvPr>
        </p:nvGraphicFramePr>
        <p:xfrm>
          <a:off x="1385454" y="1302808"/>
          <a:ext cx="9768699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E90AD79E-3731-8E17-6319-571E667A4071}"/>
              </a:ext>
            </a:extLst>
          </p:cNvPr>
          <p:cNvSpPr/>
          <p:nvPr/>
        </p:nvSpPr>
        <p:spPr>
          <a:xfrm>
            <a:off x="10355253" y="102362"/>
            <a:ext cx="1767840" cy="14020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Iqra University - IU">
            <a:extLst>
              <a:ext uri="{FF2B5EF4-FFF2-40B4-BE49-F238E27FC236}">
                <a16:creationId xmlns:a16="http://schemas.microsoft.com/office/drawing/2014/main" id="{AA72A879-6498-6B44-3175-17B72D0DED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0218" y="11445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5464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1385454" y="60616"/>
            <a:ext cx="930101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Wrong Data and its Impact</a:t>
            </a:r>
            <a:endParaRPr dirty="0"/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a-ET"/>
              <a:t>25</a:t>
            </a:fld>
            <a:endParaRPr/>
          </a:p>
        </p:txBody>
      </p:sp>
      <p:graphicFrame>
        <p:nvGraphicFramePr>
          <p:cNvPr id="2" name="Diagram 1"/>
          <p:cNvGraphicFramePr/>
          <p:nvPr/>
        </p:nvGraphicFramePr>
        <p:xfrm>
          <a:off x="220785" y="1547447"/>
          <a:ext cx="7041661" cy="49630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Right Arrow 2"/>
          <p:cNvSpPr/>
          <p:nvPr/>
        </p:nvSpPr>
        <p:spPr>
          <a:xfrm>
            <a:off x="7438292" y="3481754"/>
            <a:ext cx="808893" cy="896815"/>
          </a:xfrm>
          <a:prstGeom prst="rightArrow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Diagram 3"/>
          <p:cNvGraphicFramePr/>
          <p:nvPr/>
        </p:nvGraphicFramePr>
        <p:xfrm>
          <a:off x="7438292" y="1220827"/>
          <a:ext cx="5546969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81779CCE-52CC-CDBC-C6DE-B27FA328178A}"/>
              </a:ext>
            </a:extLst>
          </p:cNvPr>
          <p:cNvSpPr/>
          <p:nvPr/>
        </p:nvSpPr>
        <p:spPr>
          <a:xfrm>
            <a:off x="10245740" y="22357"/>
            <a:ext cx="1767840" cy="14020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2" descr="Iqra University - IU">
            <a:extLst>
              <a:ext uri="{FF2B5EF4-FFF2-40B4-BE49-F238E27FC236}">
                <a16:creationId xmlns:a16="http://schemas.microsoft.com/office/drawing/2014/main" id="{D7575003-6F65-6596-56E9-C4D5910A1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0218" y="11445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2043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obtain the right data?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a-ET" smtClean="0"/>
              <a:t>26</a:t>
            </a:fld>
            <a:endParaRPr lang="aa-ET"/>
          </a:p>
        </p:txBody>
      </p:sp>
      <p:pic>
        <p:nvPicPr>
          <p:cNvPr id="2" name="Picture 2" descr="Iqra University - IU">
            <a:extLst>
              <a:ext uri="{FF2B5EF4-FFF2-40B4-BE49-F238E27FC236}">
                <a16:creationId xmlns:a16="http://schemas.microsoft.com/office/drawing/2014/main" id="{A3EC7DF5-C59A-9CE3-C9A9-677E8E6FF4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0218" y="11445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Iqra University - IU">
            <a:extLst>
              <a:ext uri="{FF2B5EF4-FFF2-40B4-BE49-F238E27FC236}">
                <a16:creationId xmlns:a16="http://schemas.microsoft.com/office/drawing/2014/main" id="{329DB0FD-1C20-AFE7-E78F-9CFD4A45E4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0218" y="291232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8131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1385454" y="60616"/>
            <a:ext cx="930101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Obtaining the Right Data</a:t>
            </a:r>
            <a:endParaRPr dirty="0"/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a-ET"/>
              <a:t>27</a:t>
            </a:fld>
            <a:endParaRPr/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3973481711"/>
              </p:ext>
            </p:extLst>
          </p:nvPr>
        </p:nvGraphicFramePr>
        <p:xfrm>
          <a:off x="818083" y="1386179"/>
          <a:ext cx="10435760" cy="43299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C7B78F51-C3CD-5A9E-B856-2761388E914B}"/>
              </a:ext>
            </a:extLst>
          </p:cNvPr>
          <p:cNvSpPr/>
          <p:nvPr/>
        </p:nvSpPr>
        <p:spPr>
          <a:xfrm>
            <a:off x="10424160" y="104505"/>
            <a:ext cx="1767840" cy="112688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qra University - IU">
            <a:extLst>
              <a:ext uri="{FF2B5EF4-FFF2-40B4-BE49-F238E27FC236}">
                <a16:creationId xmlns:a16="http://schemas.microsoft.com/office/drawing/2014/main" id="{11AA2088-D30C-7DDB-2B59-10BE5657BC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0218" y="291232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2050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3AECA4-F256-9A3E-CEEA-FDBB330D51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a-ET" smtClean="0"/>
              <a:t>28</a:t>
            </a:fld>
            <a:endParaRPr lang="aa-ET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34871F-7587-8534-2F41-0D6651D09194}"/>
              </a:ext>
            </a:extLst>
          </p:cNvPr>
          <p:cNvSpPr txBox="1"/>
          <p:nvPr/>
        </p:nvSpPr>
        <p:spPr>
          <a:xfrm>
            <a:off x="1057386" y="1878435"/>
            <a:ext cx="963885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ct val="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kumimoji="0" lang="en-GB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need to write 1 1-page PROPOSAL for the Technical Report.</a:t>
            </a:r>
          </a:p>
          <a:p>
            <a:pPr algn="just">
              <a:spcBef>
                <a:spcPct val="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kumimoji="0" lang="en-GB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could be on any topic of your interest.</a:t>
            </a:r>
          </a:p>
          <a:p>
            <a:pPr algn="just">
              <a:spcBef>
                <a:spcPct val="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kumimoji="0" lang="en-GB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topics could be virtualization Techniques, Security and Protection in modern operating systems, Authentication in smartphones, Internet of Things</a:t>
            </a:r>
            <a:r>
              <a:rPr lang="en-GB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0" lang="en-GB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Smart Cities. Green computing, embedded operating systems, performance evaluation of modern operating systems. etc.</a:t>
            </a:r>
          </a:p>
          <a:p>
            <a:pPr algn="just">
              <a:spcBef>
                <a:spcPct val="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could also be another topic, but you have to discuss it</a:t>
            </a:r>
            <a:r>
              <a:rPr lang="en-GB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GB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4705D03-B16E-8AB1-DC07-55844CBFC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386" y="335707"/>
            <a:ext cx="10077225" cy="1325563"/>
          </a:xfrm>
        </p:spPr>
        <p:txBody>
          <a:bodyPr/>
          <a:lstStyle/>
          <a:p>
            <a:r>
              <a:rPr kumimoji="0" lang="en-US" altLang="en-US" sz="4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Assignment for Next Lecture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Iqra University - IU">
            <a:extLst>
              <a:ext uri="{FF2B5EF4-FFF2-40B4-BE49-F238E27FC236}">
                <a16:creationId xmlns:a16="http://schemas.microsoft.com/office/drawing/2014/main" id="{946EAD67-6A8D-A027-9F03-3B4F1C0E01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0218" y="291232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4692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2549</TotalTime>
  <Words>2155</Words>
  <Application>Microsoft Office PowerPoint</Application>
  <PresentationFormat>Widescreen</PresentationFormat>
  <Paragraphs>345</Paragraphs>
  <Slides>28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Times New Roman</vt:lpstr>
      <vt:lpstr>Twentieth Century</vt:lpstr>
      <vt:lpstr>Wingdings</vt:lpstr>
      <vt:lpstr>Office Theme</vt:lpstr>
      <vt:lpstr>PowerPoint Presentation</vt:lpstr>
      <vt:lpstr>The Right Data.</vt:lpstr>
      <vt:lpstr>Characteristics of the Right Data</vt:lpstr>
      <vt:lpstr>How can we identify the right data?</vt:lpstr>
      <vt:lpstr>Step 1: Define clear objectives</vt:lpstr>
      <vt:lpstr>Step 2: Literature Review (1/2)</vt:lpstr>
      <vt:lpstr>Step 2: Literature Review (2/2)</vt:lpstr>
      <vt:lpstr>Step 3: Consultations with domain experts</vt:lpstr>
      <vt:lpstr>How can we evaluate the quality of data?</vt:lpstr>
      <vt:lpstr>Statistical Analysis Techniques (1/3)</vt:lpstr>
      <vt:lpstr>Statistical Analysis Techniques (2/3)</vt:lpstr>
      <vt:lpstr>Statistical Analysis Techniques (3/3)</vt:lpstr>
      <vt:lpstr>Decile Analysis</vt:lpstr>
      <vt:lpstr>PDSA Cycle (Plan-Do-Study-Act)</vt:lpstr>
      <vt:lpstr>Delphi Method</vt:lpstr>
      <vt:lpstr>Data Triangulation</vt:lpstr>
      <vt:lpstr>Data Validation and Verification</vt:lpstr>
      <vt:lpstr>That’s a lot of work on a lot of data!</vt:lpstr>
      <vt:lpstr>Sample Selection Techniques (1/4)</vt:lpstr>
      <vt:lpstr>Sample Selection Techniques (2/4)</vt:lpstr>
      <vt:lpstr>Sample Selection Techniques (3/4)</vt:lpstr>
      <vt:lpstr>Why are we doing this?</vt:lpstr>
      <vt:lpstr>Impact of Right Data on AI/ML</vt:lpstr>
      <vt:lpstr>Impact of Right Data on Business</vt:lpstr>
      <vt:lpstr>Wrong Data and its Impact</vt:lpstr>
      <vt:lpstr>How do we obtain the right data?</vt:lpstr>
      <vt:lpstr>Obtaining the Right Data</vt:lpstr>
      <vt:lpstr>Assignment for Next Lecture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Faisal Shafait</dc:creator>
  <cp:lastModifiedBy>(FA21-RCS-015) LAIBA SABIR</cp:lastModifiedBy>
  <cp:revision>331</cp:revision>
  <dcterms:created xsi:type="dcterms:W3CDTF">2023-05-28T17:43:48Z</dcterms:created>
  <dcterms:modified xsi:type="dcterms:W3CDTF">2025-04-07T05:07:41Z</dcterms:modified>
</cp:coreProperties>
</file>