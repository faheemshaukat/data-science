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91" r:id="rId4"/>
    <p:sldId id="292" r:id="rId5"/>
    <p:sldId id="296" r:id="rId6"/>
    <p:sldId id="297" r:id="rId7"/>
    <p:sldId id="298" r:id="rId8"/>
    <p:sldId id="299" r:id="rId9"/>
    <p:sldId id="300" r:id="rId10"/>
    <p:sldId id="350" r:id="rId11"/>
    <p:sldId id="351" r:id="rId12"/>
    <p:sldId id="352" r:id="rId13"/>
    <p:sldId id="353" r:id="rId14"/>
    <p:sldId id="354" r:id="rId15"/>
    <p:sldId id="355" r:id="rId16"/>
    <p:sldId id="348" r:id="rId17"/>
    <p:sldId id="356" r:id="rId18"/>
    <p:sldId id="301" r:id="rId19"/>
    <p:sldId id="302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2" r:id="rId31"/>
    <p:sldId id="323" r:id="rId32"/>
    <p:sldId id="324" r:id="rId33"/>
    <p:sldId id="325" r:id="rId34"/>
    <p:sldId id="326" r:id="rId35"/>
    <p:sldId id="327" r:id="rId36"/>
    <p:sldId id="332" r:id="rId37"/>
    <p:sldId id="34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C4445-82DF-4E7A-A780-80C20D87C0C2}" v="67" dt="2025-04-23T04:21:59.5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87871" autoAdjust="0"/>
  </p:normalViewPr>
  <p:slideViewPr>
    <p:cSldViewPr snapToGrid="0">
      <p:cViewPr varScale="1">
        <p:scale>
          <a:sx n="73" d="100"/>
          <a:sy n="73" d="100"/>
        </p:scale>
        <p:origin x="1027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069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1-RCS-015) LAIBA SABIR" userId="cdfba985-6cea-425f-a12a-4b4fa79fe82d" providerId="ADAL" clId="{03AC4445-82DF-4E7A-A780-80C20D87C0C2}"/>
    <pc:docChg chg="undo custSel addSld delSld modSld">
      <pc:chgData name="(FA21-RCS-015) LAIBA SABIR" userId="cdfba985-6cea-425f-a12a-4b4fa79fe82d" providerId="ADAL" clId="{03AC4445-82DF-4E7A-A780-80C20D87C0C2}" dt="2025-04-23T04:22:19.827" v="756" actId="14734"/>
      <pc:docMkLst>
        <pc:docMk/>
      </pc:docMkLst>
      <pc:sldChg chg="addSp modSp">
        <pc:chgData name="(FA21-RCS-015) LAIBA SABIR" userId="cdfba985-6cea-425f-a12a-4b4fa79fe82d" providerId="ADAL" clId="{03AC4445-82DF-4E7A-A780-80C20D87C0C2}" dt="2025-04-23T04:20:43.029" v="722"/>
        <pc:sldMkLst>
          <pc:docMk/>
          <pc:sldMk cId="1489559406" sldId="256"/>
        </pc:sldMkLst>
        <pc:picChg chg="add mod">
          <ac:chgData name="(FA21-RCS-015) LAIBA SABIR" userId="cdfba985-6cea-425f-a12a-4b4fa79fe82d" providerId="ADAL" clId="{03AC4445-82DF-4E7A-A780-80C20D87C0C2}" dt="2025-04-23T04:20:43.029" v="722"/>
          <ac:picMkLst>
            <pc:docMk/>
            <pc:sldMk cId="1489559406" sldId="256"/>
            <ac:picMk id="4" creationId="{06E8EB24-E72C-25EF-D38D-993B725C6A8A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0:44.741" v="723"/>
        <pc:sldMkLst>
          <pc:docMk/>
          <pc:sldMk cId="3054667605" sldId="258"/>
        </pc:sldMkLst>
        <pc:picChg chg="add mod">
          <ac:chgData name="(FA21-RCS-015) LAIBA SABIR" userId="cdfba985-6cea-425f-a12a-4b4fa79fe82d" providerId="ADAL" clId="{03AC4445-82DF-4E7A-A780-80C20D87C0C2}" dt="2025-04-23T04:20:44.741" v="723"/>
          <ac:picMkLst>
            <pc:docMk/>
            <pc:sldMk cId="3054667605" sldId="258"/>
            <ac:picMk id="2" creationId="{9C6DCAFD-033A-F010-4D5C-8F0A3A4CDADF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0:47.412" v="724"/>
        <pc:sldMkLst>
          <pc:docMk/>
          <pc:sldMk cId="3255134172" sldId="291"/>
        </pc:sldMkLst>
        <pc:picChg chg="add mod">
          <ac:chgData name="(FA21-RCS-015) LAIBA SABIR" userId="cdfba985-6cea-425f-a12a-4b4fa79fe82d" providerId="ADAL" clId="{03AC4445-82DF-4E7A-A780-80C20D87C0C2}" dt="2025-04-23T04:20:47.412" v="724"/>
          <ac:picMkLst>
            <pc:docMk/>
            <pc:sldMk cId="3255134172" sldId="291"/>
            <ac:picMk id="4" creationId="{B7622898-D059-79B4-5701-1A1CFF08AE2E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0:49.280" v="725"/>
        <pc:sldMkLst>
          <pc:docMk/>
          <pc:sldMk cId="1093662393" sldId="292"/>
        </pc:sldMkLst>
        <pc:picChg chg="add mod">
          <ac:chgData name="(FA21-RCS-015) LAIBA SABIR" userId="cdfba985-6cea-425f-a12a-4b4fa79fe82d" providerId="ADAL" clId="{03AC4445-82DF-4E7A-A780-80C20D87C0C2}" dt="2025-04-23T04:20:49.280" v="725"/>
          <ac:picMkLst>
            <pc:docMk/>
            <pc:sldMk cId="1093662393" sldId="292"/>
            <ac:picMk id="4" creationId="{DC6E1BDC-133C-E8D5-2C6D-E8CDB446962D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0:51.186" v="726"/>
        <pc:sldMkLst>
          <pc:docMk/>
          <pc:sldMk cId="488421766" sldId="296"/>
        </pc:sldMkLst>
        <pc:picChg chg="add mod">
          <ac:chgData name="(FA21-RCS-015) LAIBA SABIR" userId="cdfba985-6cea-425f-a12a-4b4fa79fe82d" providerId="ADAL" clId="{03AC4445-82DF-4E7A-A780-80C20D87C0C2}" dt="2025-04-23T04:20:51.186" v="726"/>
          <ac:picMkLst>
            <pc:docMk/>
            <pc:sldMk cId="488421766" sldId="296"/>
            <ac:picMk id="4" creationId="{6CB828B9-E1CF-BE7D-19DB-FF443E0A4D2D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0:54.690" v="727"/>
        <pc:sldMkLst>
          <pc:docMk/>
          <pc:sldMk cId="2976205071" sldId="297"/>
        </pc:sldMkLst>
        <pc:picChg chg="add mod">
          <ac:chgData name="(FA21-RCS-015) LAIBA SABIR" userId="cdfba985-6cea-425f-a12a-4b4fa79fe82d" providerId="ADAL" clId="{03AC4445-82DF-4E7A-A780-80C20D87C0C2}" dt="2025-04-23T04:20:54.690" v="727"/>
          <ac:picMkLst>
            <pc:docMk/>
            <pc:sldMk cId="2976205071" sldId="297"/>
            <ac:picMk id="5" creationId="{2790AC5D-3752-0B60-F656-E6294E48C724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0:56.192" v="728"/>
        <pc:sldMkLst>
          <pc:docMk/>
          <pc:sldMk cId="2734143622" sldId="298"/>
        </pc:sldMkLst>
        <pc:picChg chg="add mod">
          <ac:chgData name="(FA21-RCS-015) LAIBA SABIR" userId="cdfba985-6cea-425f-a12a-4b4fa79fe82d" providerId="ADAL" clId="{03AC4445-82DF-4E7A-A780-80C20D87C0C2}" dt="2025-04-23T04:20:56.192" v="728"/>
          <ac:picMkLst>
            <pc:docMk/>
            <pc:sldMk cId="2734143622" sldId="298"/>
            <ac:picMk id="5" creationId="{26B19A0A-4168-3BEC-B007-E3B0AC7A304C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0:57.782" v="729"/>
        <pc:sldMkLst>
          <pc:docMk/>
          <pc:sldMk cId="360786545" sldId="299"/>
        </pc:sldMkLst>
        <pc:picChg chg="add mod">
          <ac:chgData name="(FA21-RCS-015) LAIBA SABIR" userId="cdfba985-6cea-425f-a12a-4b4fa79fe82d" providerId="ADAL" clId="{03AC4445-82DF-4E7A-A780-80C20D87C0C2}" dt="2025-04-23T04:20:57.782" v="729"/>
          <ac:picMkLst>
            <pc:docMk/>
            <pc:sldMk cId="360786545" sldId="299"/>
            <ac:picMk id="3" creationId="{F5C3EC58-C6E9-47C6-3E11-AEE0DD838B0A}"/>
          </ac:picMkLst>
        </pc:picChg>
      </pc:sldChg>
      <pc:sldChg chg="addSp delSp modSp mod">
        <pc:chgData name="(FA21-RCS-015) LAIBA SABIR" userId="cdfba985-6cea-425f-a12a-4b4fa79fe82d" providerId="ADAL" clId="{03AC4445-82DF-4E7A-A780-80C20D87C0C2}" dt="2025-04-23T04:21:04.732" v="731" actId="1076"/>
        <pc:sldMkLst>
          <pc:docMk/>
          <pc:sldMk cId="2510589534" sldId="300"/>
        </pc:sldMkLst>
        <pc:spChg chg="add del mod">
          <ac:chgData name="(FA21-RCS-015) LAIBA SABIR" userId="cdfba985-6cea-425f-a12a-4b4fa79fe82d" providerId="ADAL" clId="{03AC4445-82DF-4E7A-A780-80C20D87C0C2}" dt="2025-04-23T03:35:35.294" v="31"/>
          <ac:spMkLst>
            <pc:docMk/>
            <pc:sldMk cId="2510589534" sldId="300"/>
            <ac:spMk id="4" creationId="{24461142-1789-6A08-B653-E707D9E30A5B}"/>
          </ac:spMkLst>
        </pc:spChg>
        <pc:spChg chg="add mod">
          <ac:chgData name="(FA21-RCS-015) LAIBA SABIR" userId="cdfba985-6cea-425f-a12a-4b4fa79fe82d" providerId="ADAL" clId="{03AC4445-82DF-4E7A-A780-80C20D87C0C2}" dt="2025-04-23T03:53:57.811" v="261" actId="403"/>
          <ac:spMkLst>
            <pc:docMk/>
            <pc:sldMk cId="2510589534" sldId="300"/>
            <ac:spMk id="6" creationId="{481219CE-2968-9613-59FF-C27174BC5970}"/>
          </ac:spMkLst>
        </pc:spChg>
        <pc:spChg chg="add del mod">
          <ac:chgData name="(FA21-RCS-015) LAIBA SABIR" userId="cdfba985-6cea-425f-a12a-4b4fa79fe82d" providerId="ADAL" clId="{03AC4445-82DF-4E7A-A780-80C20D87C0C2}" dt="2025-04-23T03:36:50.546" v="46"/>
          <ac:spMkLst>
            <pc:docMk/>
            <pc:sldMk cId="2510589534" sldId="300"/>
            <ac:spMk id="8" creationId="{9D2DC039-378C-66BD-9293-007E0E823CEC}"/>
          </ac:spMkLst>
        </pc:spChg>
        <pc:grpChg chg="add mod">
          <ac:chgData name="(FA21-RCS-015) LAIBA SABIR" userId="cdfba985-6cea-425f-a12a-4b4fa79fe82d" providerId="ADAL" clId="{03AC4445-82DF-4E7A-A780-80C20D87C0C2}" dt="2025-04-23T03:39:01.835" v="70" actId="164"/>
          <ac:grpSpMkLst>
            <pc:docMk/>
            <pc:sldMk cId="2510589534" sldId="300"/>
            <ac:grpSpMk id="21" creationId="{301FB444-5DF5-2D2A-3D91-542EC0A3AF92}"/>
          </ac:grpSpMkLst>
        </pc:grpChg>
        <pc:grpChg chg="add mod">
          <ac:chgData name="(FA21-RCS-015) LAIBA SABIR" userId="cdfba985-6cea-425f-a12a-4b4fa79fe82d" providerId="ADAL" clId="{03AC4445-82DF-4E7A-A780-80C20D87C0C2}" dt="2025-04-23T03:39:05.894" v="71" actId="164"/>
          <ac:grpSpMkLst>
            <pc:docMk/>
            <pc:sldMk cId="2510589534" sldId="300"/>
            <ac:grpSpMk id="22" creationId="{DDBDB887-21EF-3EED-832C-C82EF2A7BFA6}"/>
          </ac:grpSpMkLst>
        </pc:grpChg>
        <pc:grpChg chg="add mod">
          <ac:chgData name="(FA21-RCS-015) LAIBA SABIR" userId="cdfba985-6cea-425f-a12a-4b4fa79fe82d" providerId="ADAL" clId="{03AC4445-82DF-4E7A-A780-80C20D87C0C2}" dt="2025-04-23T03:53:51.080" v="260" actId="1076"/>
          <ac:grpSpMkLst>
            <pc:docMk/>
            <pc:sldMk cId="2510589534" sldId="300"/>
            <ac:grpSpMk id="23" creationId="{87EC8FA5-26D6-4E9C-8466-31EF75ECF7A4}"/>
          </ac:grpSpMkLst>
        </pc:grpChg>
        <pc:graphicFrameChg chg="add mod modGraphic">
          <ac:chgData name="(FA21-RCS-015) LAIBA SABIR" userId="cdfba985-6cea-425f-a12a-4b4fa79fe82d" providerId="ADAL" clId="{03AC4445-82DF-4E7A-A780-80C20D87C0C2}" dt="2025-04-23T04:21:04.732" v="731" actId="1076"/>
          <ac:graphicFrameMkLst>
            <pc:docMk/>
            <pc:sldMk cId="2510589534" sldId="300"/>
            <ac:graphicFrameMk id="5" creationId="{AD845EBB-D6C6-87F2-10CF-FC1C963F0AAF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3:37:00.668" v="47"/>
          <ac:graphicFrameMkLst>
            <pc:docMk/>
            <pc:sldMk cId="2510589534" sldId="300"/>
            <ac:graphicFrameMk id="9" creationId="{DE7911EF-382C-FF16-E1D6-E05C0E3B1A40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3:37:00.668" v="47"/>
          <ac:graphicFrameMkLst>
            <pc:docMk/>
            <pc:sldMk cId="2510589534" sldId="300"/>
            <ac:graphicFrameMk id="10" creationId="{1C0D61B7-28AF-2868-4FDB-686B331771A0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3:37:00.668" v="47"/>
          <ac:graphicFrameMkLst>
            <pc:docMk/>
            <pc:sldMk cId="2510589534" sldId="300"/>
            <ac:graphicFrameMk id="11" creationId="{74CE22DB-85CE-170F-552B-12F2D26936D0}"/>
          </ac:graphicFrameMkLst>
        </pc:graphicFrameChg>
        <pc:graphicFrameChg chg="add del mod modGraphic">
          <ac:chgData name="(FA21-RCS-015) LAIBA SABIR" userId="cdfba985-6cea-425f-a12a-4b4fa79fe82d" providerId="ADAL" clId="{03AC4445-82DF-4E7A-A780-80C20D87C0C2}" dt="2025-04-23T03:37:11.769" v="51" actId="14100"/>
          <ac:graphicFrameMkLst>
            <pc:docMk/>
            <pc:sldMk cId="2510589534" sldId="300"/>
            <ac:graphicFrameMk id="12" creationId="{3AF4FD29-E308-EA1A-BDA7-D362CE3370DC}"/>
          </ac:graphicFrameMkLst>
        </pc:graphicFrameChg>
        <pc:picChg chg="del">
          <ac:chgData name="(FA21-RCS-015) LAIBA SABIR" userId="cdfba985-6cea-425f-a12a-4b4fa79fe82d" providerId="ADAL" clId="{03AC4445-82DF-4E7A-A780-80C20D87C0C2}" dt="2025-04-23T03:35:05.662" v="30" actId="478"/>
          <ac:picMkLst>
            <pc:docMk/>
            <pc:sldMk cId="2510589534" sldId="300"/>
            <ac:picMk id="7" creationId="{5CC36321-A562-2DEC-F2C7-BED06A1A3C36}"/>
          </ac:picMkLst>
        </pc:picChg>
        <pc:picChg chg="add mod modCrop">
          <ac:chgData name="(FA21-RCS-015) LAIBA SABIR" userId="cdfba985-6cea-425f-a12a-4b4fa79fe82d" providerId="ADAL" clId="{03AC4445-82DF-4E7A-A780-80C20D87C0C2}" dt="2025-04-23T03:39:05.894" v="71" actId="164"/>
          <ac:picMkLst>
            <pc:docMk/>
            <pc:sldMk cId="2510589534" sldId="300"/>
            <ac:picMk id="14" creationId="{23ECDAA5-1CD6-987B-6BA2-C9C798C9A6BA}"/>
          </ac:picMkLst>
        </pc:picChg>
        <pc:picChg chg="add mod modCrop">
          <ac:chgData name="(FA21-RCS-015) LAIBA SABIR" userId="cdfba985-6cea-425f-a12a-4b4fa79fe82d" providerId="ADAL" clId="{03AC4445-82DF-4E7A-A780-80C20D87C0C2}" dt="2025-04-23T03:39:01.835" v="70" actId="164"/>
          <ac:picMkLst>
            <pc:docMk/>
            <pc:sldMk cId="2510589534" sldId="300"/>
            <ac:picMk id="16" creationId="{50575099-169C-4999-79F7-8BFF5249C939}"/>
          </ac:picMkLst>
        </pc:picChg>
        <pc:picChg chg="add mod modCrop">
          <ac:chgData name="(FA21-RCS-015) LAIBA SABIR" userId="cdfba985-6cea-425f-a12a-4b4fa79fe82d" providerId="ADAL" clId="{03AC4445-82DF-4E7A-A780-80C20D87C0C2}" dt="2025-04-23T03:38:57.518" v="69" actId="164"/>
          <ac:picMkLst>
            <pc:docMk/>
            <pc:sldMk cId="2510589534" sldId="300"/>
            <ac:picMk id="18" creationId="{1CFB3D92-0641-08F3-8E50-ECF9200D2E57}"/>
          </ac:picMkLst>
        </pc:picChg>
        <pc:picChg chg="add mod modCrop">
          <ac:chgData name="(FA21-RCS-015) LAIBA SABIR" userId="cdfba985-6cea-425f-a12a-4b4fa79fe82d" providerId="ADAL" clId="{03AC4445-82DF-4E7A-A780-80C20D87C0C2}" dt="2025-04-23T03:38:57.518" v="69" actId="164"/>
          <ac:picMkLst>
            <pc:docMk/>
            <pc:sldMk cId="2510589534" sldId="300"/>
            <ac:picMk id="20" creationId="{0B4CE0B6-5BD6-77CF-3EE5-84EC3868697E}"/>
          </ac:picMkLst>
        </pc:picChg>
        <pc:picChg chg="add mod">
          <ac:chgData name="(FA21-RCS-015) LAIBA SABIR" userId="cdfba985-6cea-425f-a12a-4b4fa79fe82d" providerId="ADAL" clId="{03AC4445-82DF-4E7A-A780-80C20D87C0C2}" dt="2025-04-23T04:20:59.548" v="730"/>
          <ac:picMkLst>
            <pc:docMk/>
            <pc:sldMk cId="2510589534" sldId="300"/>
            <ac:picMk id="24" creationId="{597C11BC-0EB1-955E-BB03-DF4C64FC2397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20.598" v="737"/>
        <pc:sldMkLst>
          <pc:docMk/>
          <pc:sldMk cId="3613368572" sldId="301"/>
        </pc:sldMkLst>
        <pc:picChg chg="add mod">
          <ac:chgData name="(FA21-RCS-015) LAIBA SABIR" userId="cdfba985-6cea-425f-a12a-4b4fa79fe82d" providerId="ADAL" clId="{03AC4445-82DF-4E7A-A780-80C20D87C0C2}" dt="2025-04-23T04:21:20.598" v="737"/>
          <ac:picMkLst>
            <pc:docMk/>
            <pc:sldMk cId="3613368572" sldId="301"/>
            <ac:picMk id="4" creationId="{F86C58EC-8285-D071-BF43-B91EE79B401B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22.354" v="738"/>
        <pc:sldMkLst>
          <pc:docMk/>
          <pc:sldMk cId="1438230384" sldId="302"/>
        </pc:sldMkLst>
        <pc:picChg chg="add mod">
          <ac:chgData name="(FA21-RCS-015) LAIBA SABIR" userId="cdfba985-6cea-425f-a12a-4b4fa79fe82d" providerId="ADAL" clId="{03AC4445-82DF-4E7A-A780-80C20D87C0C2}" dt="2025-04-23T04:21:22.354" v="738"/>
          <ac:picMkLst>
            <pc:docMk/>
            <pc:sldMk cId="1438230384" sldId="302"/>
            <ac:picMk id="4" creationId="{E27DFD6D-7232-3E40-57E1-58FBE6BBEBAA}"/>
          </ac:picMkLst>
        </pc:picChg>
      </pc:sldChg>
      <pc:sldChg chg="del">
        <pc:chgData name="(FA21-RCS-015) LAIBA SABIR" userId="cdfba985-6cea-425f-a12a-4b4fa79fe82d" providerId="ADAL" clId="{03AC4445-82DF-4E7A-A780-80C20D87C0C2}" dt="2025-04-23T04:17:44.334" v="686" actId="47"/>
        <pc:sldMkLst>
          <pc:docMk/>
          <pc:sldMk cId="2397625302" sldId="303"/>
        </pc:sldMkLst>
      </pc:sldChg>
      <pc:sldChg chg="addSp modSp">
        <pc:chgData name="(FA21-RCS-015) LAIBA SABIR" userId="cdfba985-6cea-425f-a12a-4b4fa79fe82d" providerId="ADAL" clId="{03AC4445-82DF-4E7A-A780-80C20D87C0C2}" dt="2025-04-23T04:21:24.769" v="739"/>
        <pc:sldMkLst>
          <pc:docMk/>
          <pc:sldMk cId="1728381165" sldId="311"/>
        </pc:sldMkLst>
        <pc:picChg chg="add mod">
          <ac:chgData name="(FA21-RCS-015) LAIBA SABIR" userId="cdfba985-6cea-425f-a12a-4b4fa79fe82d" providerId="ADAL" clId="{03AC4445-82DF-4E7A-A780-80C20D87C0C2}" dt="2025-04-23T04:21:24.769" v="739"/>
          <ac:picMkLst>
            <pc:docMk/>
            <pc:sldMk cId="1728381165" sldId="311"/>
            <ac:picMk id="2" creationId="{3396722F-CEF5-AE21-949F-6C8C56D01BE5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26.522" v="740"/>
        <pc:sldMkLst>
          <pc:docMk/>
          <pc:sldMk cId="3298732304" sldId="312"/>
        </pc:sldMkLst>
        <pc:picChg chg="add mod">
          <ac:chgData name="(FA21-RCS-015) LAIBA SABIR" userId="cdfba985-6cea-425f-a12a-4b4fa79fe82d" providerId="ADAL" clId="{03AC4445-82DF-4E7A-A780-80C20D87C0C2}" dt="2025-04-23T04:21:26.522" v="740"/>
          <ac:picMkLst>
            <pc:docMk/>
            <pc:sldMk cId="3298732304" sldId="312"/>
            <ac:picMk id="4" creationId="{DD20059F-2E47-2766-2164-0E2F398C5C16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29.891" v="741"/>
        <pc:sldMkLst>
          <pc:docMk/>
          <pc:sldMk cId="1357653149" sldId="313"/>
        </pc:sldMkLst>
        <pc:picChg chg="add mod">
          <ac:chgData name="(FA21-RCS-015) LAIBA SABIR" userId="cdfba985-6cea-425f-a12a-4b4fa79fe82d" providerId="ADAL" clId="{03AC4445-82DF-4E7A-A780-80C20D87C0C2}" dt="2025-04-23T04:21:29.891" v="741"/>
          <ac:picMkLst>
            <pc:docMk/>
            <pc:sldMk cId="1357653149" sldId="313"/>
            <ac:picMk id="4" creationId="{8AB0F142-259C-AA48-A8F6-070F3E956439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31.257" v="742"/>
        <pc:sldMkLst>
          <pc:docMk/>
          <pc:sldMk cId="1302309322" sldId="314"/>
        </pc:sldMkLst>
        <pc:picChg chg="add mod">
          <ac:chgData name="(FA21-RCS-015) LAIBA SABIR" userId="cdfba985-6cea-425f-a12a-4b4fa79fe82d" providerId="ADAL" clId="{03AC4445-82DF-4E7A-A780-80C20D87C0C2}" dt="2025-04-23T04:21:31.257" v="742"/>
          <ac:picMkLst>
            <pc:docMk/>
            <pc:sldMk cId="1302309322" sldId="314"/>
            <ac:picMk id="4" creationId="{B4486745-38F1-3E6B-E918-60789E8978B1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32.740" v="743"/>
        <pc:sldMkLst>
          <pc:docMk/>
          <pc:sldMk cId="2094257308" sldId="315"/>
        </pc:sldMkLst>
        <pc:picChg chg="add mod">
          <ac:chgData name="(FA21-RCS-015) LAIBA SABIR" userId="cdfba985-6cea-425f-a12a-4b4fa79fe82d" providerId="ADAL" clId="{03AC4445-82DF-4E7A-A780-80C20D87C0C2}" dt="2025-04-23T04:21:32.740" v="743"/>
          <ac:picMkLst>
            <pc:docMk/>
            <pc:sldMk cId="2094257308" sldId="315"/>
            <ac:picMk id="4" creationId="{AB56F27D-1954-1282-564B-23B982A6492D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34.503" v="744"/>
        <pc:sldMkLst>
          <pc:docMk/>
          <pc:sldMk cId="1315650046" sldId="316"/>
        </pc:sldMkLst>
        <pc:picChg chg="add mod">
          <ac:chgData name="(FA21-RCS-015) LAIBA SABIR" userId="cdfba985-6cea-425f-a12a-4b4fa79fe82d" providerId="ADAL" clId="{03AC4445-82DF-4E7A-A780-80C20D87C0C2}" dt="2025-04-23T04:21:34.503" v="744"/>
          <ac:picMkLst>
            <pc:docMk/>
            <pc:sldMk cId="1315650046" sldId="316"/>
            <ac:picMk id="4" creationId="{A43B758E-58C0-B13B-B8EF-3B888124D63C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39.004" v="745"/>
        <pc:sldMkLst>
          <pc:docMk/>
          <pc:sldMk cId="1883110018" sldId="317"/>
        </pc:sldMkLst>
        <pc:picChg chg="add mod">
          <ac:chgData name="(FA21-RCS-015) LAIBA SABIR" userId="cdfba985-6cea-425f-a12a-4b4fa79fe82d" providerId="ADAL" clId="{03AC4445-82DF-4E7A-A780-80C20D87C0C2}" dt="2025-04-23T04:21:39.004" v="745"/>
          <ac:picMkLst>
            <pc:docMk/>
            <pc:sldMk cId="1883110018" sldId="317"/>
            <ac:picMk id="4" creationId="{A5DDEC40-B906-D07F-520D-A6052F019AE8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40.609" v="746"/>
        <pc:sldMkLst>
          <pc:docMk/>
          <pc:sldMk cId="693893377" sldId="318"/>
        </pc:sldMkLst>
        <pc:picChg chg="add mod">
          <ac:chgData name="(FA21-RCS-015) LAIBA SABIR" userId="cdfba985-6cea-425f-a12a-4b4fa79fe82d" providerId="ADAL" clId="{03AC4445-82DF-4E7A-A780-80C20D87C0C2}" dt="2025-04-23T04:21:40.609" v="746"/>
          <ac:picMkLst>
            <pc:docMk/>
            <pc:sldMk cId="693893377" sldId="318"/>
            <ac:picMk id="4" creationId="{9BA46215-1EB3-6CE8-7FC7-176952047977}"/>
          </ac:picMkLst>
        </pc:picChg>
      </pc:sldChg>
      <pc:sldChg chg="addSp modSp">
        <pc:chgData name="(FA21-RCS-015) LAIBA SABIR" userId="cdfba985-6cea-425f-a12a-4b4fa79fe82d" providerId="ADAL" clId="{03AC4445-82DF-4E7A-A780-80C20D87C0C2}" dt="2025-04-23T04:21:42.212" v="747"/>
        <pc:sldMkLst>
          <pc:docMk/>
          <pc:sldMk cId="1661188879" sldId="319"/>
        </pc:sldMkLst>
        <pc:picChg chg="add mod">
          <ac:chgData name="(FA21-RCS-015) LAIBA SABIR" userId="cdfba985-6cea-425f-a12a-4b4fa79fe82d" providerId="ADAL" clId="{03AC4445-82DF-4E7A-A780-80C20D87C0C2}" dt="2025-04-23T04:21:42.212" v="747"/>
          <ac:picMkLst>
            <pc:docMk/>
            <pc:sldMk cId="1661188879" sldId="319"/>
            <ac:picMk id="4" creationId="{E55915AF-D1C9-B514-7DD2-DC9D66932861}"/>
          </ac:picMkLst>
        </pc:picChg>
      </pc:sldChg>
      <pc:sldChg chg="addSp delSp modSp mod">
        <pc:chgData name="(FA21-RCS-015) LAIBA SABIR" userId="cdfba985-6cea-425f-a12a-4b4fa79fe82d" providerId="ADAL" clId="{03AC4445-82DF-4E7A-A780-80C20D87C0C2}" dt="2025-04-23T04:21:43.924" v="748"/>
        <pc:sldMkLst>
          <pc:docMk/>
          <pc:sldMk cId="3304967834" sldId="320"/>
        </pc:sldMkLst>
        <pc:spChg chg="add del mod">
          <ac:chgData name="(FA21-RCS-015) LAIBA SABIR" userId="cdfba985-6cea-425f-a12a-4b4fa79fe82d" providerId="ADAL" clId="{03AC4445-82DF-4E7A-A780-80C20D87C0C2}" dt="2025-04-23T04:00:22.053" v="293"/>
          <ac:spMkLst>
            <pc:docMk/>
            <pc:sldMk cId="3304967834" sldId="320"/>
            <ac:spMk id="3" creationId="{00000000-0000-0000-0000-000000000000}"/>
          </ac:spMkLst>
        </pc:spChg>
        <pc:spChg chg="add mod">
          <ac:chgData name="(FA21-RCS-015) LAIBA SABIR" userId="cdfba985-6cea-425f-a12a-4b4fa79fe82d" providerId="ADAL" clId="{03AC4445-82DF-4E7A-A780-80C20D87C0C2}" dt="2025-04-23T04:02:22.495" v="324" actId="20577"/>
          <ac:spMkLst>
            <pc:docMk/>
            <pc:sldMk cId="3304967834" sldId="320"/>
            <ac:spMk id="15" creationId="{F5DB5B68-0271-6465-7365-7C7437BE2AB0}"/>
          </ac:spMkLst>
        </pc:spChg>
        <pc:graphicFrameChg chg="add mod">
          <ac:chgData name="(FA21-RCS-015) LAIBA SABIR" userId="cdfba985-6cea-425f-a12a-4b4fa79fe82d" providerId="ADAL" clId="{03AC4445-82DF-4E7A-A780-80C20D87C0C2}" dt="2025-04-23T04:00:11.579" v="292"/>
          <ac:graphicFrameMkLst>
            <pc:docMk/>
            <pc:sldMk cId="3304967834" sldId="320"/>
            <ac:graphicFrameMk id="4" creationId="{3E79E874-3651-D09D-30B6-EF8D681FC06E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5" creationId="{C99FD26A-146D-F576-C134-B8FFCC7A1824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6" creationId="{74CA67B5-2973-EE24-D87E-A591F9408782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7" creationId="{478D2115-76E0-7379-27E7-0931955A630C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9" creationId="{B53B62C2-B6F8-2787-CA22-DF5FAA0C4FC1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10" creationId="{B0403A01-E42E-1EB0-D666-BCF8A97EAEB1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11" creationId="{482DF3B2-73D0-208D-245B-DBFD340897DE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12" creationId="{F499E9AC-FC6B-0743-6CB7-67FDE71747A5}"/>
          </ac:graphicFrameMkLst>
        </pc:graphicFrameChg>
        <pc:graphicFrameChg chg="add mod">
          <ac:chgData name="(FA21-RCS-015) LAIBA SABIR" userId="cdfba985-6cea-425f-a12a-4b4fa79fe82d" providerId="ADAL" clId="{03AC4445-82DF-4E7A-A780-80C20D87C0C2}" dt="2025-04-23T04:00:08.825" v="291"/>
          <ac:graphicFrameMkLst>
            <pc:docMk/>
            <pc:sldMk cId="3304967834" sldId="320"/>
            <ac:graphicFrameMk id="13" creationId="{643783CB-CABB-E053-5DDB-597D87BDA009}"/>
          </ac:graphicFrameMkLst>
        </pc:graphicFrameChg>
        <pc:graphicFrameChg chg="add mod modGraphic">
          <ac:chgData name="(FA21-RCS-015) LAIBA SABIR" userId="cdfba985-6cea-425f-a12a-4b4fa79fe82d" providerId="ADAL" clId="{03AC4445-82DF-4E7A-A780-80C20D87C0C2}" dt="2025-04-23T04:00:32.853" v="296" actId="1076"/>
          <ac:graphicFrameMkLst>
            <pc:docMk/>
            <pc:sldMk cId="3304967834" sldId="320"/>
            <ac:graphicFrameMk id="14" creationId="{1491901F-0A0A-3847-0E27-86FFC4EDB3E6}"/>
          </ac:graphicFrameMkLst>
        </pc:graphicFrameChg>
        <pc:picChg chg="add mod">
          <ac:chgData name="(FA21-RCS-015) LAIBA SABIR" userId="cdfba985-6cea-425f-a12a-4b4fa79fe82d" providerId="ADAL" clId="{03AC4445-82DF-4E7A-A780-80C20D87C0C2}" dt="2025-04-23T04:21:43.924" v="748"/>
          <ac:picMkLst>
            <pc:docMk/>
            <pc:sldMk cId="3304967834" sldId="320"/>
            <ac:picMk id="16" creationId="{5A206D81-4AA0-BD94-0CCC-4416D198FC27}"/>
          </ac:picMkLst>
        </pc:picChg>
      </pc:sldChg>
      <pc:sldChg chg="addSp modSp mod">
        <pc:chgData name="(FA21-RCS-015) LAIBA SABIR" userId="cdfba985-6cea-425f-a12a-4b4fa79fe82d" providerId="ADAL" clId="{03AC4445-82DF-4E7A-A780-80C20D87C0C2}" dt="2025-04-23T04:21:48.601" v="749"/>
        <pc:sldMkLst>
          <pc:docMk/>
          <pc:sldMk cId="1508976170" sldId="322"/>
        </pc:sldMkLst>
        <pc:spChg chg="mod">
          <ac:chgData name="(FA21-RCS-015) LAIBA SABIR" userId="cdfba985-6cea-425f-a12a-4b4fa79fe82d" providerId="ADAL" clId="{03AC4445-82DF-4E7A-A780-80C20D87C0C2}" dt="2025-04-23T04:04:24.178" v="360" actId="14100"/>
          <ac:spMkLst>
            <pc:docMk/>
            <pc:sldMk cId="1508976170" sldId="322"/>
            <ac:spMk id="2" creationId="{00000000-0000-0000-0000-000000000000}"/>
          </ac:spMkLst>
        </pc:spChg>
        <pc:spChg chg="mod">
          <ac:chgData name="(FA21-RCS-015) LAIBA SABIR" userId="cdfba985-6cea-425f-a12a-4b4fa79fe82d" providerId="ADAL" clId="{03AC4445-82DF-4E7A-A780-80C20D87C0C2}" dt="2025-04-23T04:04:35.997" v="366" actId="20577"/>
          <ac:spMkLst>
            <pc:docMk/>
            <pc:sldMk cId="1508976170" sldId="322"/>
            <ac:spMk id="3" creationId="{00000000-0000-0000-0000-000000000000}"/>
          </ac:spMkLst>
        </pc:spChg>
        <pc:picChg chg="add mod">
          <ac:chgData name="(FA21-RCS-015) LAIBA SABIR" userId="cdfba985-6cea-425f-a12a-4b4fa79fe82d" providerId="ADAL" clId="{03AC4445-82DF-4E7A-A780-80C20D87C0C2}" dt="2025-04-23T04:04:34.140" v="365" actId="1076"/>
          <ac:picMkLst>
            <pc:docMk/>
            <pc:sldMk cId="1508976170" sldId="322"/>
            <ac:picMk id="5" creationId="{5E75C859-0FA5-8174-8661-C9F3A227E329}"/>
          </ac:picMkLst>
        </pc:picChg>
        <pc:picChg chg="add mod">
          <ac:chgData name="(FA21-RCS-015) LAIBA SABIR" userId="cdfba985-6cea-425f-a12a-4b4fa79fe82d" providerId="ADAL" clId="{03AC4445-82DF-4E7A-A780-80C20D87C0C2}" dt="2025-04-23T04:05:01.694" v="368" actId="1076"/>
          <ac:picMkLst>
            <pc:docMk/>
            <pc:sldMk cId="1508976170" sldId="322"/>
            <ac:picMk id="7" creationId="{DCA33163-A2A8-108E-1BB4-4C073448B6DD}"/>
          </ac:picMkLst>
        </pc:picChg>
        <pc:picChg chg="add mod">
          <ac:chgData name="(FA21-RCS-015) LAIBA SABIR" userId="cdfba985-6cea-425f-a12a-4b4fa79fe82d" providerId="ADAL" clId="{03AC4445-82DF-4E7A-A780-80C20D87C0C2}" dt="2025-04-23T04:21:48.601" v="749"/>
          <ac:picMkLst>
            <pc:docMk/>
            <pc:sldMk cId="1508976170" sldId="322"/>
            <ac:picMk id="8" creationId="{26551921-07C8-90A4-7776-2577372AE6A6}"/>
          </ac:picMkLst>
        </pc:picChg>
      </pc:sldChg>
      <pc:sldChg chg="addSp modSp mod">
        <pc:chgData name="(FA21-RCS-015) LAIBA SABIR" userId="cdfba985-6cea-425f-a12a-4b4fa79fe82d" providerId="ADAL" clId="{03AC4445-82DF-4E7A-A780-80C20D87C0C2}" dt="2025-04-23T04:21:50.273" v="750"/>
        <pc:sldMkLst>
          <pc:docMk/>
          <pc:sldMk cId="870278535" sldId="323"/>
        </pc:sldMkLst>
        <pc:spChg chg="mod">
          <ac:chgData name="(FA21-RCS-015) LAIBA SABIR" userId="cdfba985-6cea-425f-a12a-4b4fa79fe82d" providerId="ADAL" clId="{03AC4445-82DF-4E7A-A780-80C20D87C0C2}" dt="2025-04-23T04:05:14.970" v="371" actId="14100"/>
          <ac:spMkLst>
            <pc:docMk/>
            <pc:sldMk cId="870278535" sldId="323"/>
            <ac:spMk id="2" creationId="{00000000-0000-0000-0000-000000000000}"/>
          </ac:spMkLst>
        </pc:spChg>
        <pc:spChg chg="mod">
          <ac:chgData name="(FA21-RCS-015) LAIBA SABIR" userId="cdfba985-6cea-425f-a12a-4b4fa79fe82d" providerId="ADAL" clId="{03AC4445-82DF-4E7A-A780-80C20D87C0C2}" dt="2025-04-23T04:05:36.541" v="374" actId="404"/>
          <ac:spMkLst>
            <pc:docMk/>
            <pc:sldMk cId="870278535" sldId="323"/>
            <ac:spMk id="3" creationId="{00000000-0000-0000-0000-000000000000}"/>
          </ac:spMkLst>
        </pc:spChg>
        <pc:picChg chg="add mod">
          <ac:chgData name="(FA21-RCS-015) LAIBA SABIR" userId="cdfba985-6cea-425f-a12a-4b4fa79fe82d" providerId="ADAL" clId="{03AC4445-82DF-4E7A-A780-80C20D87C0C2}" dt="2025-04-23T04:05:58.441" v="377" actId="1076"/>
          <ac:picMkLst>
            <pc:docMk/>
            <pc:sldMk cId="870278535" sldId="323"/>
            <ac:picMk id="5" creationId="{FD03F265-54D1-6669-3310-ED27D46A9430}"/>
          </ac:picMkLst>
        </pc:picChg>
        <pc:picChg chg="add mod">
          <ac:chgData name="(FA21-RCS-015) LAIBA SABIR" userId="cdfba985-6cea-425f-a12a-4b4fa79fe82d" providerId="ADAL" clId="{03AC4445-82DF-4E7A-A780-80C20D87C0C2}" dt="2025-04-23T04:06:26.680" v="383" actId="14100"/>
          <ac:picMkLst>
            <pc:docMk/>
            <pc:sldMk cId="870278535" sldId="323"/>
            <ac:picMk id="7" creationId="{54DF25A7-5883-B4F5-CEDD-BC7228036A3C}"/>
          </ac:picMkLst>
        </pc:picChg>
        <pc:picChg chg="add mod">
          <ac:chgData name="(FA21-RCS-015) LAIBA SABIR" userId="cdfba985-6cea-425f-a12a-4b4fa79fe82d" providerId="ADAL" clId="{03AC4445-82DF-4E7A-A780-80C20D87C0C2}" dt="2025-04-23T04:21:50.273" v="750"/>
          <ac:picMkLst>
            <pc:docMk/>
            <pc:sldMk cId="870278535" sldId="323"/>
            <ac:picMk id="8" creationId="{20747A96-8826-ABDE-DAC6-3F4DE82D9F12}"/>
          </ac:picMkLst>
        </pc:picChg>
      </pc:sldChg>
      <pc:sldChg chg="addSp modSp mod">
        <pc:chgData name="(FA21-RCS-015) LAIBA SABIR" userId="cdfba985-6cea-425f-a12a-4b4fa79fe82d" providerId="ADAL" clId="{03AC4445-82DF-4E7A-A780-80C20D87C0C2}" dt="2025-04-23T04:21:51.774" v="751"/>
        <pc:sldMkLst>
          <pc:docMk/>
          <pc:sldMk cId="3330478374" sldId="324"/>
        </pc:sldMkLst>
        <pc:spChg chg="mod">
          <ac:chgData name="(FA21-RCS-015) LAIBA SABIR" userId="cdfba985-6cea-425f-a12a-4b4fa79fe82d" providerId="ADAL" clId="{03AC4445-82DF-4E7A-A780-80C20D87C0C2}" dt="2025-04-23T04:06:39.743" v="386" actId="14100"/>
          <ac:spMkLst>
            <pc:docMk/>
            <pc:sldMk cId="3330478374" sldId="324"/>
            <ac:spMk id="2" creationId="{00000000-0000-0000-0000-000000000000}"/>
          </ac:spMkLst>
        </pc:spChg>
        <pc:spChg chg="mod">
          <ac:chgData name="(FA21-RCS-015) LAIBA SABIR" userId="cdfba985-6cea-425f-a12a-4b4fa79fe82d" providerId="ADAL" clId="{03AC4445-82DF-4E7A-A780-80C20D87C0C2}" dt="2025-04-23T04:07:37.260" v="394" actId="6549"/>
          <ac:spMkLst>
            <pc:docMk/>
            <pc:sldMk cId="3330478374" sldId="324"/>
            <ac:spMk id="3" creationId="{00000000-0000-0000-0000-000000000000}"/>
          </ac:spMkLst>
        </pc:spChg>
        <pc:picChg chg="add mod">
          <ac:chgData name="(FA21-RCS-015) LAIBA SABIR" userId="cdfba985-6cea-425f-a12a-4b4fa79fe82d" providerId="ADAL" clId="{03AC4445-82DF-4E7A-A780-80C20D87C0C2}" dt="2025-04-23T04:07:53.637" v="399" actId="14100"/>
          <ac:picMkLst>
            <pc:docMk/>
            <pc:sldMk cId="3330478374" sldId="324"/>
            <ac:picMk id="5" creationId="{BE9F967E-2B77-93DF-0423-FCED54C784BE}"/>
          </ac:picMkLst>
        </pc:picChg>
        <pc:picChg chg="add mod">
          <ac:chgData name="(FA21-RCS-015) LAIBA SABIR" userId="cdfba985-6cea-425f-a12a-4b4fa79fe82d" providerId="ADAL" clId="{03AC4445-82DF-4E7A-A780-80C20D87C0C2}" dt="2025-04-23T04:21:51.774" v="751"/>
          <ac:picMkLst>
            <pc:docMk/>
            <pc:sldMk cId="3330478374" sldId="324"/>
            <ac:picMk id="6" creationId="{9BD6584B-8F3D-DC61-5013-43835B7680A0}"/>
          </ac:picMkLst>
        </pc:picChg>
      </pc:sldChg>
      <pc:sldChg chg="addSp modSp mod">
        <pc:chgData name="(FA21-RCS-015) LAIBA SABIR" userId="cdfba985-6cea-425f-a12a-4b4fa79fe82d" providerId="ADAL" clId="{03AC4445-82DF-4E7A-A780-80C20D87C0C2}" dt="2025-04-23T04:21:53.413" v="752"/>
        <pc:sldMkLst>
          <pc:docMk/>
          <pc:sldMk cId="3328324308" sldId="325"/>
        </pc:sldMkLst>
        <pc:spChg chg="mod">
          <ac:chgData name="(FA21-RCS-015) LAIBA SABIR" userId="cdfba985-6cea-425f-a12a-4b4fa79fe82d" providerId="ADAL" clId="{03AC4445-82DF-4E7A-A780-80C20D87C0C2}" dt="2025-04-23T04:08:17.276" v="404" actId="14100"/>
          <ac:spMkLst>
            <pc:docMk/>
            <pc:sldMk cId="3328324308" sldId="325"/>
            <ac:spMk id="2" creationId="{00000000-0000-0000-0000-000000000000}"/>
          </ac:spMkLst>
        </pc:spChg>
        <pc:spChg chg="mod">
          <ac:chgData name="(FA21-RCS-015) LAIBA SABIR" userId="cdfba985-6cea-425f-a12a-4b4fa79fe82d" providerId="ADAL" clId="{03AC4445-82DF-4E7A-A780-80C20D87C0C2}" dt="2025-04-23T04:13:47.051" v="583" actId="20577"/>
          <ac:spMkLst>
            <pc:docMk/>
            <pc:sldMk cId="3328324308" sldId="325"/>
            <ac:spMk id="3" creationId="{00000000-0000-0000-0000-000000000000}"/>
          </ac:spMkLst>
        </pc:spChg>
        <pc:picChg chg="add mod">
          <ac:chgData name="(FA21-RCS-015) LAIBA SABIR" userId="cdfba985-6cea-425f-a12a-4b4fa79fe82d" providerId="ADAL" clId="{03AC4445-82DF-4E7A-A780-80C20D87C0C2}" dt="2025-04-23T04:13:09.680" v="570" actId="14100"/>
          <ac:picMkLst>
            <pc:docMk/>
            <pc:sldMk cId="3328324308" sldId="325"/>
            <ac:picMk id="5" creationId="{3057E0FB-013D-BF2B-09D1-6C43F86C9517}"/>
          </ac:picMkLst>
        </pc:picChg>
        <pc:picChg chg="add mod">
          <ac:chgData name="(FA21-RCS-015) LAIBA SABIR" userId="cdfba985-6cea-425f-a12a-4b4fa79fe82d" providerId="ADAL" clId="{03AC4445-82DF-4E7A-A780-80C20D87C0C2}" dt="2025-04-23T04:21:53.413" v="752"/>
          <ac:picMkLst>
            <pc:docMk/>
            <pc:sldMk cId="3328324308" sldId="325"/>
            <ac:picMk id="6" creationId="{AFF54A1A-2232-0ACF-8076-85E10D356F03}"/>
          </ac:picMkLst>
        </pc:picChg>
      </pc:sldChg>
      <pc:sldChg chg="addSp modSp mod">
        <pc:chgData name="(FA21-RCS-015) LAIBA SABIR" userId="cdfba985-6cea-425f-a12a-4b4fa79fe82d" providerId="ADAL" clId="{03AC4445-82DF-4E7A-A780-80C20D87C0C2}" dt="2025-04-23T04:21:56.396" v="753"/>
        <pc:sldMkLst>
          <pc:docMk/>
          <pc:sldMk cId="3688977926" sldId="326"/>
        </pc:sldMkLst>
        <pc:spChg chg="mod">
          <ac:chgData name="(FA21-RCS-015) LAIBA SABIR" userId="cdfba985-6cea-425f-a12a-4b4fa79fe82d" providerId="ADAL" clId="{03AC4445-82DF-4E7A-A780-80C20D87C0C2}" dt="2025-04-23T04:14:06.306" v="588" actId="14100"/>
          <ac:spMkLst>
            <pc:docMk/>
            <pc:sldMk cId="3688977926" sldId="326"/>
            <ac:spMk id="2" creationId="{00000000-0000-0000-0000-000000000000}"/>
          </ac:spMkLst>
        </pc:spChg>
        <pc:spChg chg="mod">
          <ac:chgData name="(FA21-RCS-015) LAIBA SABIR" userId="cdfba985-6cea-425f-a12a-4b4fa79fe82d" providerId="ADAL" clId="{03AC4445-82DF-4E7A-A780-80C20D87C0C2}" dt="2025-04-23T04:16:55.478" v="679" actId="27636"/>
          <ac:spMkLst>
            <pc:docMk/>
            <pc:sldMk cId="3688977926" sldId="326"/>
            <ac:spMk id="3" creationId="{00000000-0000-0000-0000-000000000000}"/>
          </ac:spMkLst>
        </pc:spChg>
        <pc:picChg chg="add mod">
          <ac:chgData name="(FA21-RCS-015) LAIBA SABIR" userId="cdfba985-6cea-425f-a12a-4b4fa79fe82d" providerId="ADAL" clId="{03AC4445-82DF-4E7A-A780-80C20D87C0C2}" dt="2025-04-23T04:15:05.983" v="602" actId="1076"/>
          <ac:picMkLst>
            <pc:docMk/>
            <pc:sldMk cId="3688977926" sldId="326"/>
            <ac:picMk id="5" creationId="{769ACE27-E2C8-A8BA-AFE5-4B7AA5C4E02D}"/>
          </ac:picMkLst>
        </pc:picChg>
        <pc:picChg chg="add mod">
          <ac:chgData name="(FA21-RCS-015) LAIBA SABIR" userId="cdfba985-6cea-425f-a12a-4b4fa79fe82d" providerId="ADAL" clId="{03AC4445-82DF-4E7A-A780-80C20D87C0C2}" dt="2025-04-23T04:21:56.396" v="753"/>
          <ac:picMkLst>
            <pc:docMk/>
            <pc:sldMk cId="3688977926" sldId="326"/>
            <ac:picMk id="6" creationId="{5F34C7EC-A6D0-9215-8A84-DD0E21CF1FC9}"/>
          </ac:picMkLst>
        </pc:picChg>
      </pc:sldChg>
      <pc:sldChg chg="addSp modSp mod">
        <pc:chgData name="(FA21-RCS-015) LAIBA SABIR" userId="cdfba985-6cea-425f-a12a-4b4fa79fe82d" providerId="ADAL" clId="{03AC4445-82DF-4E7A-A780-80C20D87C0C2}" dt="2025-04-23T04:21:57.791" v="754"/>
        <pc:sldMkLst>
          <pc:docMk/>
          <pc:sldMk cId="671212973" sldId="327"/>
        </pc:sldMkLst>
        <pc:spChg chg="mod">
          <ac:chgData name="(FA21-RCS-015) LAIBA SABIR" userId="cdfba985-6cea-425f-a12a-4b4fa79fe82d" providerId="ADAL" clId="{03AC4445-82DF-4E7A-A780-80C20D87C0C2}" dt="2025-04-23T04:16:30.317" v="672" actId="14100"/>
          <ac:spMkLst>
            <pc:docMk/>
            <pc:sldMk cId="671212973" sldId="327"/>
            <ac:spMk id="2" creationId="{00000000-0000-0000-0000-000000000000}"/>
          </ac:spMkLst>
        </pc:spChg>
        <pc:spChg chg="mod">
          <ac:chgData name="(FA21-RCS-015) LAIBA SABIR" userId="cdfba985-6cea-425f-a12a-4b4fa79fe82d" providerId="ADAL" clId="{03AC4445-82DF-4E7A-A780-80C20D87C0C2}" dt="2025-04-23T04:17:12.472" v="681" actId="404"/>
          <ac:spMkLst>
            <pc:docMk/>
            <pc:sldMk cId="671212973" sldId="327"/>
            <ac:spMk id="3" creationId="{00000000-0000-0000-0000-000000000000}"/>
          </ac:spMkLst>
        </pc:spChg>
        <pc:picChg chg="add mod">
          <ac:chgData name="(FA21-RCS-015) LAIBA SABIR" userId="cdfba985-6cea-425f-a12a-4b4fa79fe82d" providerId="ADAL" clId="{03AC4445-82DF-4E7A-A780-80C20D87C0C2}" dt="2025-04-23T04:21:57.791" v="754"/>
          <ac:picMkLst>
            <pc:docMk/>
            <pc:sldMk cId="671212973" sldId="327"/>
            <ac:picMk id="4" creationId="{E0371CD1-8118-EABB-E636-F178502F601E}"/>
          </ac:picMkLst>
        </pc:picChg>
      </pc:sldChg>
      <pc:sldChg chg="del">
        <pc:chgData name="(FA21-RCS-015) LAIBA SABIR" userId="cdfba985-6cea-425f-a12a-4b4fa79fe82d" providerId="ADAL" clId="{03AC4445-82DF-4E7A-A780-80C20D87C0C2}" dt="2025-04-23T04:17:21.599" v="682" actId="47"/>
        <pc:sldMkLst>
          <pc:docMk/>
          <pc:sldMk cId="3782622383" sldId="328"/>
        </pc:sldMkLst>
      </pc:sldChg>
      <pc:sldChg chg="del">
        <pc:chgData name="(FA21-RCS-015) LAIBA SABIR" userId="cdfba985-6cea-425f-a12a-4b4fa79fe82d" providerId="ADAL" clId="{03AC4445-82DF-4E7A-A780-80C20D87C0C2}" dt="2025-04-23T04:17:24.673" v="683" actId="47"/>
        <pc:sldMkLst>
          <pc:docMk/>
          <pc:sldMk cId="1443810630" sldId="329"/>
        </pc:sldMkLst>
      </pc:sldChg>
      <pc:sldChg chg="del">
        <pc:chgData name="(FA21-RCS-015) LAIBA SABIR" userId="cdfba985-6cea-425f-a12a-4b4fa79fe82d" providerId="ADAL" clId="{03AC4445-82DF-4E7A-A780-80C20D87C0C2}" dt="2025-04-23T04:17:35.428" v="684" actId="47"/>
        <pc:sldMkLst>
          <pc:docMk/>
          <pc:sldMk cId="4107896395" sldId="330"/>
        </pc:sldMkLst>
      </pc:sldChg>
      <pc:sldChg chg="del">
        <pc:chgData name="(FA21-RCS-015) LAIBA SABIR" userId="cdfba985-6cea-425f-a12a-4b4fa79fe82d" providerId="ADAL" clId="{03AC4445-82DF-4E7A-A780-80C20D87C0C2}" dt="2025-04-23T04:17:40.580" v="685" actId="47"/>
        <pc:sldMkLst>
          <pc:docMk/>
          <pc:sldMk cId="2782562853" sldId="331"/>
        </pc:sldMkLst>
      </pc:sldChg>
      <pc:sldChg chg="del">
        <pc:chgData name="(FA21-RCS-015) LAIBA SABIR" userId="cdfba985-6cea-425f-a12a-4b4fa79fe82d" providerId="ADAL" clId="{03AC4445-82DF-4E7A-A780-80C20D87C0C2}" dt="2025-04-23T04:17:46.537" v="687" actId="47"/>
        <pc:sldMkLst>
          <pc:docMk/>
          <pc:sldMk cId="1046858559" sldId="334"/>
        </pc:sldMkLst>
      </pc:sldChg>
      <pc:sldChg chg="del">
        <pc:chgData name="(FA21-RCS-015) LAIBA SABIR" userId="cdfba985-6cea-425f-a12a-4b4fa79fe82d" providerId="ADAL" clId="{03AC4445-82DF-4E7A-A780-80C20D87C0C2}" dt="2025-04-23T04:17:48.380" v="688" actId="47"/>
        <pc:sldMkLst>
          <pc:docMk/>
          <pc:sldMk cId="102210679" sldId="335"/>
        </pc:sldMkLst>
      </pc:sldChg>
      <pc:sldChg chg="del">
        <pc:chgData name="(FA21-RCS-015) LAIBA SABIR" userId="cdfba985-6cea-425f-a12a-4b4fa79fe82d" providerId="ADAL" clId="{03AC4445-82DF-4E7A-A780-80C20D87C0C2}" dt="2025-04-23T04:17:50.057" v="689" actId="47"/>
        <pc:sldMkLst>
          <pc:docMk/>
          <pc:sldMk cId="24400255" sldId="336"/>
        </pc:sldMkLst>
      </pc:sldChg>
      <pc:sldChg chg="del">
        <pc:chgData name="(FA21-RCS-015) LAIBA SABIR" userId="cdfba985-6cea-425f-a12a-4b4fa79fe82d" providerId="ADAL" clId="{03AC4445-82DF-4E7A-A780-80C20D87C0C2}" dt="2025-04-23T04:17:51.996" v="690" actId="47"/>
        <pc:sldMkLst>
          <pc:docMk/>
          <pc:sldMk cId="1797840436" sldId="337"/>
        </pc:sldMkLst>
      </pc:sldChg>
      <pc:sldChg chg="del">
        <pc:chgData name="(FA21-RCS-015) LAIBA SABIR" userId="cdfba985-6cea-425f-a12a-4b4fa79fe82d" providerId="ADAL" clId="{03AC4445-82DF-4E7A-A780-80C20D87C0C2}" dt="2025-04-23T04:17:53.678" v="691" actId="47"/>
        <pc:sldMkLst>
          <pc:docMk/>
          <pc:sldMk cId="1457171131" sldId="338"/>
        </pc:sldMkLst>
      </pc:sldChg>
      <pc:sldChg chg="del">
        <pc:chgData name="(FA21-RCS-015) LAIBA SABIR" userId="cdfba985-6cea-425f-a12a-4b4fa79fe82d" providerId="ADAL" clId="{03AC4445-82DF-4E7A-A780-80C20D87C0C2}" dt="2025-04-23T04:17:55.639" v="692" actId="47"/>
        <pc:sldMkLst>
          <pc:docMk/>
          <pc:sldMk cId="219613616" sldId="339"/>
        </pc:sldMkLst>
      </pc:sldChg>
      <pc:sldChg chg="del">
        <pc:chgData name="(FA21-RCS-015) LAIBA SABIR" userId="cdfba985-6cea-425f-a12a-4b4fa79fe82d" providerId="ADAL" clId="{03AC4445-82DF-4E7A-A780-80C20D87C0C2}" dt="2025-04-23T04:17:57.210" v="693" actId="47"/>
        <pc:sldMkLst>
          <pc:docMk/>
          <pc:sldMk cId="2285814958" sldId="340"/>
        </pc:sldMkLst>
      </pc:sldChg>
      <pc:sldChg chg="del">
        <pc:chgData name="(FA21-RCS-015) LAIBA SABIR" userId="cdfba985-6cea-425f-a12a-4b4fa79fe82d" providerId="ADAL" clId="{03AC4445-82DF-4E7A-A780-80C20D87C0C2}" dt="2025-04-23T04:17:58.859" v="694" actId="47"/>
        <pc:sldMkLst>
          <pc:docMk/>
          <pc:sldMk cId="1098542403" sldId="341"/>
        </pc:sldMkLst>
      </pc:sldChg>
      <pc:sldChg chg="del">
        <pc:chgData name="(FA21-RCS-015) LAIBA SABIR" userId="cdfba985-6cea-425f-a12a-4b4fa79fe82d" providerId="ADAL" clId="{03AC4445-82DF-4E7A-A780-80C20D87C0C2}" dt="2025-04-23T04:17:59.764" v="695" actId="47"/>
        <pc:sldMkLst>
          <pc:docMk/>
          <pc:sldMk cId="2791921672" sldId="342"/>
        </pc:sldMkLst>
      </pc:sldChg>
      <pc:sldChg chg="del">
        <pc:chgData name="(FA21-RCS-015) LAIBA SABIR" userId="cdfba985-6cea-425f-a12a-4b4fa79fe82d" providerId="ADAL" clId="{03AC4445-82DF-4E7A-A780-80C20D87C0C2}" dt="2025-04-23T04:18:00.823" v="696" actId="47"/>
        <pc:sldMkLst>
          <pc:docMk/>
          <pc:sldMk cId="3335016507" sldId="343"/>
        </pc:sldMkLst>
      </pc:sldChg>
      <pc:sldChg chg="del">
        <pc:chgData name="(FA21-RCS-015) LAIBA SABIR" userId="cdfba985-6cea-425f-a12a-4b4fa79fe82d" providerId="ADAL" clId="{03AC4445-82DF-4E7A-A780-80C20D87C0C2}" dt="2025-04-23T04:18:01.951" v="697" actId="47"/>
        <pc:sldMkLst>
          <pc:docMk/>
          <pc:sldMk cId="3073730852" sldId="344"/>
        </pc:sldMkLst>
      </pc:sldChg>
      <pc:sldChg chg="del">
        <pc:chgData name="(FA21-RCS-015) LAIBA SABIR" userId="cdfba985-6cea-425f-a12a-4b4fa79fe82d" providerId="ADAL" clId="{03AC4445-82DF-4E7A-A780-80C20D87C0C2}" dt="2025-04-23T04:18:02.650" v="698" actId="47"/>
        <pc:sldMkLst>
          <pc:docMk/>
          <pc:sldMk cId="1934314641" sldId="345"/>
        </pc:sldMkLst>
      </pc:sldChg>
      <pc:sldChg chg="del">
        <pc:chgData name="(FA21-RCS-015) LAIBA SABIR" userId="cdfba985-6cea-425f-a12a-4b4fa79fe82d" providerId="ADAL" clId="{03AC4445-82DF-4E7A-A780-80C20D87C0C2}" dt="2025-04-23T04:18:03.429" v="699" actId="47"/>
        <pc:sldMkLst>
          <pc:docMk/>
          <pc:sldMk cId="1512585531" sldId="346"/>
        </pc:sldMkLst>
      </pc:sldChg>
      <pc:sldChg chg="addSp delSp modSp new mod">
        <pc:chgData name="(FA21-RCS-015) LAIBA SABIR" userId="cdfba985-6cea-425f-a12a-4b4fa79fe82d" providerId="ADAL" clId="{03AC4445-82DF-4E7A-A780-80C20D87C0C2}" dt="2025-04-23T04:22:19.827" v="756" actId="14734"/>
        <pc:sldMkLst>
          <pc:docMk/>
          <pc:sldMk cId="2276460884" sldId="347"/>
        </pc:sldMkLst>
        <pc:spChg chg="mod">
          <ac:chgData name="(FA21-RCS-015) LAIBA SABIR" userId="cdfba985-6cea-425f-a12a-4b4fa79fe82d" providerId="ADAL" clId="{03AC4445-82DF-4E7A-A780-80C20D87C0C2}" dt="2025-04-23T04:18:16.076" v="710" actId="20577"/>
          <ac:spMkLst>
            <pc:docMk/>
            <pc:sldMk cId="2276460884" sldId="347"/>
            <ac:spMk id="2" creationId="{E8130C5C-26D4-528E-267E-6025C9014DAE}"/>
          </ac:spMkLst>
        </pc:spChg>
        <pc:graphicFrameChg chg="add mod modGraphic">
          <ac:chgData name="(FA21-RCS-015) LAIBA SABIR" userId="cdfba985-6cea-425f-a12a-4b4fa79fe82d" providerId="ADAL" clId="{03AC4445-82DF-4E7A-A780-80C20D87C0C2}" dt="2025-04-23T04:22:19.827" v="756" actId="14734"/>
          <ac:graphicFrameMkLst>
            <pc:docMk/>
            <pc:sldMk cId="2276460884" sldId="347"/>
            <ac:graphicFrameMk id="4" creationId="{C4181F5A-8A71-85E7-EBE3-7FB68114AA33}"/>
          </ac:graphicFrameMkLst>
        </pc:graphicFrameChg>
        <pc:picChg chg="add mod">
          <ac:chgData name="(FA21-RCS-015) LAIBA SABIR" userId="cdfba985-6cea-425f-a12a-4b4fa79fe82d" providerId="ADAL" clId="{03AC4445-82DF-4E7A-A780-80C20D87C0C2}" dt="2025-04-23T04:21:59.520" v="755"/>
          <ac:picMkLst>
            <pc:docMk/>
            <pc:sldMk cId="2276460884" sldId="347"/>
            <ac:picMk id="3" creationId="{7C262DED-C42C-FEB5-6F1B-AC7E4AE1F557}"/>
          </ac:picMkLst>
        </pc:picChg>
      </pc:sldChg>
      <pc:sldChg chg="del">
        <pc:chgData name="(FA21-RCS-015) LAIBA SABIR" userId="cdfba985-6cea-425f-a12a-4b4fa79fe82d" providerId="ADAL" clId="{03AC4445-82DF-4E7A-A780-80C20D87C0C2}" dt="2025-04-11T07:49:28.613" v="0" actId="47"/>
        <pc:sldMkLst>
          <pc:docMk/>
          <pc:sldMk cId="2711297627" sldId="347"/>
        </pc:sldMkLst>
      </pc:sldChg>
      <pc:sldChg chg="addSp delSp modSp new mod">
        <pc:chgData name="(FA21-RCS-015) LAIBA SABIR" userId="cdfba985-6cea-425f-a12a-4b4fa79fe82d" providerId="ADAL" clId="{03AC4445-82DF-4E7A-A780-80C20D87C0C2}" dt="2025-04-23T04:20:37.103" v="720"/>
        <pc:sldMkLst>
          <pc:docMk/>
          <pc:sldMk cId="1986763758" sldId="348"/>
        </pc:sldMkLst>
        <pc:spChg chg="mod">
          <ac:chgData name="(FA21-RCS-015) LAIBA SABIR" userId="cdfba985-6cea-425f-a12a-4b4fa79fe82d" providerId="ADAL" clId="{03AC4445-82DF-4E7A-A780-80C20D87C0C2}" dt="2025-04-23T03:56:07.020" v="287" actId="20577"/>
          <ac:spMkLst>
            <pc:docMk/>
            <pc:sldMk cId="1986763758" sldId="348"/>
            <ac:spMk id="2" creationId="{7FFC8FAC-4A07-B599-F4D3-41B2574F2521}"/>
          </ac:spMkLst>
        </pc:spChg>
        <pc:graphicFrameChg chg="add mod">
          <ac:chgData name="(FA21-RCS-015) LAIBA SABIR" userId="cdfba985-6cea-425f-a12a-4b4fa79fe82d" providerId="ADAL" clId="{03AC4445-82DF-4E7A-A780-80C20D87C0C2}" dt="2025-04-21T06:28:23.306" v="3"/>
          <ac:graphicFrameMkLst>
            <pc:docMk/>
            <pc:sldMk cId="1986763758" sldId="348"/>
            <ac:graphicFrameMk id="4" creationId="{B85F6E74-ED92-87AF-B017-F5EB9E151E2F}"/>
          </ac:graphicFrameMkLst>
        </pc:graphicFrameChg>
        <pc:picChg chg="add mod">
          <ac:chgData name="(FA21-RCS-015) LAIBA SABIR" userId="cdfba985-6cea-425f-a12a-4b4fa79fe82d" providerId="ADAL" clId="{03AC4445-82DF-4E7A-A780-80C20D87C0C2}" dt="2025-04-23T04:20:37.103" v="720"/>
          <ac:picMkLst>
            <pc:docMk/>
            <pc:sldMk cId="1986763758" sldId="348"/>
            <ac:picMk id="3" creationId="{3BA84A64-5ECF-0F91-303B-4F4AE8AE1AA5}"/>
          </ac:picMkLst>
        </pc:picChg>
      </pc:sldChg>
      <pc:sldChg chg="new del">
        <pc:chgData name="(FA21-RCS-015) LAIBA SABIR" userId="cdfba985-6cea-425f-a12a-4b4fa79fe82d" providerId="ADAL" clId="{03AC4445-82DF-4E7A-A780-80C20D87C0C2}" dt="2025-04-23T03:56:16.085" v="288" actId="47"/>
        <pc:sldMkLst>
          <pc:docMk/>
          <pc:sldMk cId="3561048126" sldId="349"/>
        </pc:sldMkLst>
      </pc:sldChg>
      <pc:sldChg chg="addSp delSp modSp new mod modNotesTx">
        <pc:chgData name="(FA21-RCS-015) LAIBA SABIR" userId="cdfba985-6cea-425f-a12a-4b4fa79fe82d" providerId="ADAL" clId="{03AC4445-82DF-4E7A-A780-80C20D87C0C2}" dt="2025-04-23T04:21:09.100" v="732"/>
        <pc:sldMkLst>
          <pc:docMk/>
          <pc:sldMk cId="821188814" sldId="350"/>
        </pc:sldMkLst>
        <pc:spChg chg="mod">
          <ac:chgData name="(FA21-RCS-015) LAIBA SABIR" userId="cdfba985-6cea-425f-a12a-4b4fa79fe82d" providerId="ADAL" clId="{03AC4445-82DF-4E7A-A780-80C20D87C0C2}" dt="2025-04-23T03:42:23.239" v="118" actId="14100"/>
          <ac:spMkLst>
            <pc:docMk/>
            <pc:sldMk cId="821188814" sldId="350"/>
            <ac:spMk id="2" creationId="{87FF4C00-5B8C-DB27-F6CA-CB3EEC04377C}"/>
          </ac:spMkLst>
        </pc:spChg>
        <pc:spChg chg="del mod">
          <ac:chgData name="(FA21-RCS-015) LAIBA SABIR" userId="cdfba985-6cea-425f-a12a-4b4fa79fe82d" providerId="ADAL" clId="{03AC4445-82DF-4E7A-A780-80C20D87C0C2}" dt="2025-04-23T03:39:47.862" v="79"/>
          <ac:spMkLst>
            <pc:docMk/>
            <pc:sldMk cId="821188814" sldId="350"/>
            <ac:spMk id="3" creationId="{5C0D7815-CD40-354E-43D5-EE22AF2CC314}"/>
          </ac:spMkLst>
        </pc:spChg>
        <pc:spChg chg="add mod">
          <ac:chgData name="(FA21-RCS-015) LAIBA SABIR" userId="cdfba985-6cea-425f-a12a-4b4fa79fe82d" providerId="ADAL" clId="{03AC4445-82DF-4E7A-A780-80C20D87C0C2}" dt="2025-04-23T03:42:10.605" v="116" actId="1076"/>
          <ac:spMkLst>
            <pc:docMk/>
            <pc:sldMk cId="821188814" sldId="350"/>
            <ac:spMk id="4" creationId="{EBA7C988-DC95-DE6E-66E8-D62892AB41E9}"/>
          </ac:spMkLst>
        </pc:spChg>
        <pc:picChg chg="add mod">
          <ac:chgData name="(FA21-RCS-015) LAIBA SABIR" userId="cdfba985-6cea-425f-a12a-4b4fa79fe82d" providerId="ADAL" clId="{03AC4445-82DF-4E7A-A780-80C20D87C0C2}" dt="2025-04-23T03:42:07.441" v="115" actId="1076"/>
          <ac:picMkLst>
            <pc:docMk/>
            <pc:sldMk cId="821188814" sldId="350"/>
            <ac:picMk id="6" creationId="{058FB269-18E6-B1A3-A489-442612E1344B}"/>
          </ac:picMkLst>
        </pc:picChg>
        <pc:picChg chg="add mod">
          <ac:chgData name="(FA21-RCS-015) LAIBA SABIR" userId="cdfba985-6cea-425f-a12a-4b4fa79fe82d" providerId="ADAL" clId="{03AC4445-82DF-4E7A-A780-80C20D87C0C2}" dt="2025-04-23T04:21:09.100" v="732"/>
          <ac:picMkLst>
            <pc:docMk/>
            <pc:sldMk cId="821188814" sldId="350"/>
            <ac:picMk id="7" creationId="{F490E5FE-C3F9-B6A2-15E1-58EAB16CE0DE}"/>
          </ac:picMkLst>
        </pc:picChg>
      </pc:sldChg>
      <pc:sldChg chg="addSp delSp modSp new mod">
        <pc:chgData name="(FA21-RCS-015) LAIBA SABIR" userId="cdfba985-6cea-425f-a12a-4b4fa79fe82d" providerId="ADAL" clId="{03AC4445-82DF-4E7A-A780-80C20D87C0C2}" dt="2025-04-23T04:21:10.809" v="733"/>
        <pc:sldMkLst>
          <pc:docMk/>
          <pc:sldMk cId="3988360234" sldId="351"/>
        </pc:sldMkLst>
        <pc:spChg chg="mod">
          <ac:chgData name="(FA21-RCS-015) LAIBA SABIR" userId="cdfba985-6cea-425f-a12a-4b4fa79fe82d" providerId="ADAL" clId="{03AC4445-82DF-4E7A-A780-80C20D87C0C2}" dt="2025-04-23T03:43:12.993" v="127" actId="14100"/>
          <ac:spMkLst>
            <pc:docMk/>
            <pc:sldMk cId="3988360234" sldId="351"/>
            <ac:spMk id="2" creationId="{2BA3F2E8-C67F-63C8-5E0C-CF07EE76EE61}"/>
          </ac:spMkLst>
        </pc:spChg>
        <pc:spChg chg="del">
          <ac:chgData name="(FA21-RCS-015) LAIBA SABIR" userId="cdfba985-6cea-425f-a12a-4b4fa79fe82d" providerId="ADAL" clId="{03AC4445-82DF-4E7A-A780-80C20D87C0C2}" dt="2025-04-23T03:42:52.957" v="121" actId="22"/>
          <ac:spMkLst>
            <pc:docMk/>
            <pc:sldMk cId="3988360234" sldId="351"/>
            <ac:spMk id="3" creationId="{2ABC8EE8-34CF-778D-31ED-180B77D5223A}"/>
          </ac:spMkLst>
        </pc:spChg>
        <pc:picChg chg="add mod ord">
          <ac:chgData name="(FA21-RCS-015) LAIBA SABIR" userId="cdfba985-6cea-425f-a12a-4b4fa79fe82d" providerId="ADAL" clId="{03AC4445-82DF-4E7A-A780-80C20D87C0C2}" dt="2025-04-23T03:54:14.239" v="262" actId="14100"/>
          <ac:picMkLst>
            <pc:docMk/>
            <pc:sldMk cId="3988360234" sldId="351"/>
            <ac:picMk id="5" creationId="{53C05B0F-0014-CA14-7F47-AE0149BED357}"/>
          </ac:picMkLst>
        </pc:picChg>
        <pc:picChg chg="add mod">
          <ac:chgData name="(FA21-RCS-015) LAIBA SABIR" userId="cdfba985-6cea-425f-a12a-4b4fa79fe82d" providerId="ADAL" clId="{03AC4445-82DF-4E7A-A780-80C20D87C0C2}" dt="2025-04-23T04:21:10.809" v="733"/>
          <ac:picMkLst>
            <pc:docMk/>
            <pc:sldMk cId="3988360234" sldId="351"/>
            <ac:picMk id="6" creationId="{943DF72F-65A4-C7D1-3EA8-D19B31704F18}"/>
          </ac:picMkLst>
        </pc:picChg>
      </pc:sldChg>
      <pc:sldChg chg="addSp delSp modSp new mod">
        <pc:chgData name="(FA21-RCS-015) LAIBA SABIR" userId="cdfba985-6cea-425f-a12a-4b4fa79fe82d" providerId="ADAL" clId="{03AC4445-82DF-4E7A-A780-80C20D87C0C2}" dt="2025-04-23T04:21:12.618" v="734"/>
        <pc:sldMkLst>
          <pc:docMk/>
          <pc:sldMk cId="711787438" sldId="352"/>
        </pc:sldMkLst>
        <pc:spChg chg="mod">
          <ac:chgData name="(FA21-RCS-015) LAIBA SABIR" userId="cdfba985-6cea-425f-a12a-4b4fa79fe82d" providerId="ADAL" clId="{03AC4445-82DF-4E7A-A780-80C20D87C0C2}" dt="2025-04-23T03:43:28.254" v="130"/>
          <ac:spMkLst>
            <pc:docMk/>
            <pc:sldMk cId="711787438" sldId="352"/>
            <ac:spMk id="2" creationId="{E1D58698-C054-6C6B-20F1-E385E84FF360}"/>
          </ac:spMkLst>
        </pc:spChg>
        <pc:spChg chg="del">
          <ac:chgData name="(FA21-RCS-015) LAIBA SABIR" userId="cdfba985-6cea-425f-a12a-4b4fa79fe82d" providerId="ADAL" clId="{03AC4445-82DF-4E7A-A780-80C20D87C0C2}" dt="2025-04-23T03:43:47.162" v="133"/>
          <ac:spMkLst>
            <pc:docMk/>
            <pc:sldMk cId="711787438" sldId="352"/>
            <ac:spMk id="3" creationId="{E73EE490-05A5-27CF-E725-133312EDD499}"/>
          </ac:spMkLst>
        </pc:spChg>
        <pc:spChg chg="add mod">
          <ac:chgData name="(FA21-RCS-015) LAIBA SABIR" userId="cdfba985-6cea-425f-a12a-4b4fa79fe82d" providerId="ADAL" clId="{03AC4445-82DF-4E7A-A780-80C20D87C0C2}" dt="2025-04-23T03:45:58.240" v="158" actId="1076"/>
          <ac:spMkLst>
            <pc:docMk/>
            <pc:sldMk cId="711787438" sldId="352"/>
            <ac:spMk id="4" creationId="{4CC14F25-5EB7-A839-8F38-DFD85F0A1A07}"/>
          </ac:spMkLst>
        </pc:spChg>
        <pc:spChg chg="add mod">
          <ac:chgData name="(FA21-RCS-015) LAIBA SABIR" userId="cdfba985-6cea-425f-a12a-4b4fa79fe82d" providerId="ADAL" clId="{03AC4445-82DF-4E7A-A780-80C20D87C0C2}" dt="2025-04-23T03:54:32.810" v="264" actId="20577"/>
          <ac:spMkLst>
            <pc:docMk/>
            <pc:sldMk cId="711787438" sldId="352"/>
            <ac:spMk id="16" creationId="{5BDB116D-4ECE-8C43-CD81-B0331F598B7A}"/>
          </ac:spMkLst>
        </pc:spChg>
        <pc:grpChg chg="add mod">
          <ac:chgData name="(FA21-RCS-015) LAIBA SABIR" userId="cdfba985-6cea-425f-a12a-4b4fa79fe82d" providerId="ADAL" clId="{03AC4445-82DF-4E7A-A780-80C20D87C0C2}" dt="2025-04-23T03:45:22.805" v="152" actId="164"/>
          <ac:grpSpMkLst>
            <pc:docMk/>
            <pc:sldMk cId="711787438" sldId="352"/>
            <ac:grpSpMk id="13" creationId="{A69F0F56-BE27-93EE-B77B-C59C586391CC}"/>
          </ac:grpSpMkLst>
        </pc:grpChg>
        <pc:grpChg chg="add mod">
          <ac:chgData name="(FA21-RCS-015) LAIBA SABIR" userId="cdfba985-6cea-425f-a12a-4b4fa79fe82d" providerId="ADAL" clId="{03AC4445-82DF-4E7A-A780-80C20D87C0C2}" dt="2025-04-23T03:45:26.609" v="153" actId="164"/>
          <ac:grpSpMkLst>
            <pc:docMk/>
            <pc:sldMk cId="711787438" sldId="352"/>
            <ac:grpSpMk id="14" creationId="{3C701A06-A96C-820B-D21B-53C7943F353E}"/>
          </ac:grpSpMkLst>
        </pc:grpChg>
        <pc:grpChg chg="add mod">
          <ac:chgData name="(FA21-RCS-015) LAIBA SABIR" userId="cdfba985-6cea-425f-a12a-4b4fa79fe82d" providerId="ADAL" clId="{03AC4445-82DF-4E7A-A780-80C20D87C0C2}" dt="2025-04-23T03:45:55.254" v="157" actId="1076"/>
          <ac:grpSpMkLst>
            <pc:docMk/>
            <pc:sldMk cId="711787438" sldId="352"/>
            <ac:grpSpMk id="15" creationId="{AB9819EA-5120-A7FE-1523-E4ADE831D542}"/>
          </ac:grpSpMkLst>
        </pc:grpChg>
        <pc:picChg chg="add mod modCrop">
          <ac:chgData name="(FA21-RCS-015) LAIBA SABIR" userId="cdfba985-6cea-425f-a12a-4b4fa79fe82d" providerId="ADAL" clId="{03AC4445-82DF-4E7A-A780-80C20D87C0C2}" dt="2025-04-23T03:45:26.609" v="153" actId="164"/>
          <ac:picMkLst>
            <pc:docMk/>
            <pc:sldMk cId="711787438" sldId="352"/>
            <ac:picMk id="6" creationId="{77C724F8-2AB1-8CB5-FE61-A11CEB0FD6F2}"/>
          </ac:picMkLst>
        </pc:picChg>
        <pc:picChg chg="add mod modCrop">
          <ac:chgData name="(FA21-RCS-015) LAIBA SABIR" userId="cdfba985-6cea-425f-a12a-4b4fa79fe82d" providerId="ADAL" clId="{03AC4445-82DF-4E7A-A780-80C20D87C0C2}" dt="2025-04-23T03:45:22.805" v="152" actId="164"/>
          <ac:picMkLst>
            <pc:docMk/>
            <pc:sldMk cId="711787438" sldId="352"/>
            <ac:picMk id="8" creationId="{EF3DAB9B-83B3-28EC-1E96-F565DE410AB5}"/>
          </ac:picMkLst>
        </pc:picChg>
        <pc:picChg chg="add mod modCrop">
          <ac:chgData name="(FA21-RCS-015) LAIBA SABIR" userId="cdfba985-6cea-425f-a12a-4b4fa79fe82d" providerId="ADAL" clId="{03AC4445-82DF-4E7A-A780-80C20D87C0C2}" dt="2025-04-23T03:45:17.627" v="151" actId="164"/>
          <ac:picMkLst>
            <pc:docMk/>
            <pc:sldMk cId="711787438" sldId="352"/>
            <ac:picMk id="10" creationId="{9D1525C7-57B8-1335-34D8-6523C9092E42}"/>
          </ac:picMkLst>
        </pc:picChg>
        <pc:picChg chg="add mod modCrop">
          <ac:chgData name="(FA21-RCS-015) LAIBA SABIR" userId="cdfba985-6cea-425f-a12a-4b4fa79fe82d" providerId="ADAL" clId="{03AC4445-82DF-4E7A-A780-80C20D87C0C2}" dt="2025-04-23T03:45:17.627" v="151" actId="164"/>
          <ac:picMkLst>
            <pc:docMk/>
            <pc:sldMk cId="711787438" sldId="352"/>
            <ac:picMk id="12" creationId="{542DFE68-7E1E-CE1A-E4CA-7D8BFA96D5E5}"/>
          </ac:picMkLst>
        </pc:picChg>
        <pc:picChg chg="add mod">
          <ac:chgData name="(FA21-RCS-015) LAIBA SABIR" userId="cdfba985-6cea-425f-a12a-4b4fa79fe82d" providerId="ADAL" clId="{03AC4445-82DF-4E7A-A780-80C20D87C0C2}" dt="2025-04-23T03:46:48.414" v="172" actId="1076"/>
          <ac:picMkLst>
            <pc:docMk/>
            <pc:sldMk cId="711787438" sldId="352"/>
            <ac:picMk id="18" creationId="{288C1E5F-AFCB-2494-EAB3-B816DE21C012}"/>
          </ac:picMkLst>
        </pc:picChg>
        <pc:picChg chg="add mod">
          <ac:chgData name="(FA21-RCS-015) LAIBA SABIR" userId="cdfba985-6cea-425f-a12a-4b4fa79fe82d" providerId="ADAL" clId="{03AC4445-82DF-4E7A-A780-80C20D87C0C2}" dt="2025-04-23T03:47:08.360" v="176" actId="1076"/>
          <ac:picMkLst>
            <pc:docMk/>
            <pc:sldMk cId="711787438" sldId="352"/>
            <ac:picMk id="20" creationId="{43321319-676D-7FDE-A52A-9B237D463C96}"/>
          </ac:picMkLst>
        </pc:picChg>
        <pc:picChg chg="add mod">
          <ac:chgData name="(FA21-RCS-015) LAIBA SABIR" userId="cdfba985-6cea-425f-a12a-4b4fa79fe82d" providerId="ADAL" clId="{03AC4445-82DF-4E7A-A780-80C20D87C0C2}" dt="2025-04-23T04:21:12.618" v="734"/>
          <ac:picMkLst>
            <pc:docMk/>
            <pc:sldMk cId="711787438" sldId="352"/>
            <ac:picMk id="21" creationId="{4841754F-7F7D-8005-EA07-F63E343A75F5}"/>
          </ac:picMkLst>
        </pc:picChg>
      </pc:sldChg>
      <pc:sldChg chg="addSp delSp modSp new mod">
        <pc:chgData name="(FA21-RCS-015) LAIBA SABIR" userId="cdfba985-6cea-425f-a12a-4b4fa79fe82d" providerId="ADAL" clId="{03AC4445-82DF-4E7A-A780-80C20D87C0C2}" dt="2025-04-23T04:21:14.156" v="735"/>
        <pc:sldMkLst>
          <pc:docMk/>
          <pc:sldMk cId="3294171464" sldId="353"/>
        </pc:sldMkLst>
        <pc:spChg chg="mod">
          <ac:chgData name="(FA21-RCS-015) LAIBA SABIR" userId="cdfba985-6cea-425f-a12a-4b4fa79fe82d" providerId="ADAL" clId="{03AC4445-82DF-4E7A-A780-80C20D87C0C2}" dt="2025-04-23T03:48:20.561" v="183" actId="14100"/>
          <ac:spMkLst>
            <pc:docMk/>
            <pc:sldMk cId="3294171464" sldId="353"/>
            <ac:spMk id="2" creationId="{E74BD30D-13A9-21ED-8A37-37F6F7C9D24A}"/>
          </ac:spMkLst>
        </pc:spChg>
        <pc:spChg chg="del">
          <ac:chgData name="(FA21-RCS-015) LAIBA SABIR" userId="cdfba985-6cea-425f-a12a-4b4fa79fe82d" providerId="ADAL" clId="{03AC4445-82DF-4E7A-A780-80C20D87C0C2}" dt="2025-04-23T03:48:05.084" v="180" actId="478"/>
          <ac:spMkLst>
            <pc:docMk/>
            <pc:sldMk cId="3294171464" sldId="353"/>
            <ac:spMk id="3" creationId="{BE638215-F6D4-4193-366E-F12EBCBC4856}"/>
          </ac:spMkLst>
        </pc:spChg>
        <pc:picChg chg="add mod modCrop">
          <ac:chgData name="(FA21-RCS-015) LAIBA SABIR" userId="cdfba985-6cea-425f-a12a-4b4fa79fe82d" providerId="ADAL" clId="{03AC4445-82DF-4E7A-A780-80C20D87C0C2}" dt="2025-04-23T03:55:08.576" v="268" actId="14100"/>
          <ac:picMkLst>
            <pc:docMk/>
            <pc:sldMk cId="3294171464" sldId="353"/>
            <ac:picMk id="5" creationId="{7EF50806-CFA6-FAD8-63B0-D0A598BB7E9F}"/>
          </ac:picMkLst>
        </pc:picChg>
        <pc:picChg chg="add mod">
          <ac:chgData name="(FA21-RCS-015) LAIBA SABIR" userId="cdfba985-6cea-425f-a12a-4b4fa79fe82d" providerId="ADAL" clId="{03AC4445-82DF-4E7A-A780-80C20D87C0C2}" dt="2025-04-23T04:21:14.156" v="735"/>
          <ac:picMkLst>
            <pc:docMk/>
            <pc:sldMk cId="3294171464" sldId="353"/>
            <ac:picMk id="6" creationId="{75CC5062-FBE4-6F4A-4A59-9A4F9553F01A}"/>
          </ac:picMkLst>
        </pc:picChg>
      </pc:sldChg>
      <pc:sldChg chg="addSp modSp new mod">
        <pc:chgData name="(FA21-RCS-015) LAIBA SABIR" userId="cdfba985-6cea-425f-a12a-4b4fa79fe82d" providerId="ADAL" clId="{03AC4445-82DF-4E7A-A780-80C20D87C0C2}" dt="2025-04-23T04:21:16.115" v="736"/>
        <pc:sldMkLst>
          <pc:docMk/>
          <pc:sldMk cId="384268496" sldId="354"/>
        </pc:sldMkLst>
        <pc:spChg chg="mod">
          <ac:chgData name="(FA21-RCS-015) LAIBA SABIR" userId="cdfba985-6cea-425f-a12a-4b4fa79fe82d" providerId="ADAL" clId="{03AC4445-82DF-4E7A-A780-80C20D87C0C2}" dt="2025-04-23T03:48:27.831" v="186"/>
          <ac:spMkLst>
            <pc:docMk/>
            <pc:sldMk cId="384268496" sldId="354"/>
            <ac:spMk id="2" creationId="{63AC80F8-EF33-EE70-775A-726AFDFC405B}"/>
          </ac:spMkLst>
        </pc:spChg>
        <pc:spChg chg="mod">
          <ac:chgData name="(FA21-RCS-015) LAIBA SABIR" userId="cdfba985-6cea-425f-a12a-4b4fa79fe82d" providerId="ADAL" clId="{03AC4445-82DF-4E7A-A780-80C20D87C0C2}" dt="2025-04-23T03:55:31.284" v="272" actId="403"/>
          <ac:spMkLst>
            <pc:docMk/>
            <pc:sldMk cId="384268496" sldId="354"/>
            <ac:spMk id="3" creationId="{469D612B-6930-A4AA-0FB3-A1A6BBCB9DD3}"/>
          </ac:spMkLst>
        </pc:spChg>
        <pc:picChg chg="add mod">
          <ac:chgData name="(FA21-RCS-015) LAIBA SABIR" userId="cdfba985-6cea-425f-a12a-4b4fa79fe82d" providerId="ADAL" clId="{03AC4445-82DF-4E7A-A780-80C20D87C0C2}" dt="2025-04-23T03:49:40.042" v="197" actId="14100"/>
          <ac:picMkLst>
            <pc:docMk/>
            <pc:sldMk cId="384268496" sldId="354"/>
            <ac:picMk id="5" creationId="{8A7BB3FF-34C4-C110-566B-8968AC5A7827}"/>
          </ac:picMkLst>
        </pc:picChg>
        <pc:picChg chg="add mod">
          <ac:chgData name="(FA21-RCS-015) LAIBA SABIR" userId="cdfba985-6cea-425f-a12a-4b4fa79fe82d" providerId="ADAL" clId="{03AC4445-82DF-4E7A-A780-80C20D87C0C2}" dt="2025-04-23T04:21:16.115" v="736"/>
          <ac:picMkLst>
            <pc:docMk/>
            <pc:sldMk cId="384268496" sldId="354"/>
            <ac:picMk id="6" creationId="{B0AA6D08-88A8-7221-808F-10C400D328A3}"/>
          </ac:picMkLst>
        </pc:picChg>
      </pc:sldChg>
      <pc:sldChg chg="addSp delSp modSp new mod">
        <pc:chgData name="(FA21-RCS-015) LAIBA SABIR" userId="cdfba985-6cea-425f-a12a-4b4fa79fe82d" providerId="ADAL" clId="{03AC4445-82DF-4E7A-A780-80C20D87C0C2}" dt="2025-04-23T04:20:39.076" v="721"/>
        <pc:sldMkLst>
          <pc:docMk/>
          <pc:sldMk cId="4107061296" sldId="355"/>
        </pc:sldMkLst>
        <pc:spChg chg="mod">
          <ac:chgData name="(FA21-RCS-015) LAIBA SABIR" userId="cdfba985-6cea-425f-a12a-4b4fa79fe82d" providerId="ADAL" clId="{03AC4445-82DF-4E7A-A780-80C20D87C0C2}" dt="2025-04-23T03:50:57.896" v="205" actId="14100"/>
          <ac:spMkLst>
            <pc:docMk/>
            <pc:sldMk cId="4107061296" sldId="355"/>
            <ac:spMk id="2" creationId="{C6A80E4F-B954-0FE6-76A5-06368C42659A}"/>
          </ac:spMkLst>
        </pc:spChg>
        <pc:spChg chg="del">
          <ac:chgData name="(FA21-RCS-015) LAIBA SABIR" userId="cdfba985-6cea-425f-a12a-4b4fa79fe82d" providerId="ADAL" clId="{03AC4445-82DF-4E7A-A780-80C20D87C0C2}" dt="2025-04-23T03:50:25.651" v="200"/>
          <ac:spMkLst>
            <pc:docMk/>
            <pc:sldMk cId="4107061296" sldId="355"/>
            <ac:spMk id="3" creationId="{89BC8844-6B0B-BDC0-38B8-9AE53D48F901}"/>
          </ac:spMkLst>
        </pc:spChg>
        <pc:spChg chg="add mod">
          <ac:chgData name="(FA21-RCS-015) LAIBA SABIR" userId="cdfba985-6cea-425f-a12a-4b4fa79fe82d" providerId="ADAL" clId="{03AC4445-82DF-4E7A-A780-80C20D87C0C2}" dt="2025-04-23T03:55:51.225" v="274" actId="255"/>
          <ac:spMkLst>
            <pc:docMk/>
            <pc:sldMk cId="4107061296" sldId="355"/>
            <ac:spMk id="4" creationId="{66CFD6EA-5964-C628-EB4D-F1CC29203847}"/>
          </ac:spMkLst>
        </pc:spChg>
        <pc:picChg chg="add mod">
          <ac:chgData name="(FA21-RCS-015) LAIBA SABIR" userId="cdfba985-6cea-425f-a12a-4b4fa79fe82d" providerId="ADAL" clId="{03AC4445-82DF-4E7A-A780-80C20D87C0C2}" dt="2025-04-23T04:20:39.076" v="721"/>
          <ac:picMkLst>
            <pc:docMk/>
            <pc:sldMk cId="4107061296" sldId="355"/>
            <ac:picMk id="5" creationId="{19E1CEBA-1997-EE7C-75AA-1B242BB78411}"/>
          </ac:picMkLst>
        </pc:picChg>
      </pc:sldChg>
      <pc:sldChg chg="addSp delSp modSp new mod">
        <pc:chgData name="(FA21-RCS-015) LAIBA SABIR" userId="cdfba985-6cea-425f-a12a-4b4fa79fe82d" providerId="ADAL" clId="{03AC4445-82DF-4E7A-A780-80C20D87C0C2}" dt="2025-04-23T04:20:16.135" v="719" actId="14100"/>
        <pc:sldMkLst>
          <pc:docMk/>
          <pc:sldMk cId="597297635" sldId="356"/>
        </pc:sldMkLst>
        <pc:spChg chg="del">
          <ac:chgData name="(FA21-RCS-015) LAIBA SABIR" userId="cdfba985-6cea-425f-a12a-4b4fa79fe82d" providerId="ADAL" clId="{03AC4445-82DF-4E7A-A780-80C20D87C0C2}" dt="2025-04-23T04:19:59.093" v="714" actId="478"/>
          <ac:spMkLst>
            <pc:docMk/>
            <pc:sldMk cId="597297635" sldId="356"/>
            <ac:spMk id="2" creationId="{1A0277D0-6248-DA0D-C64F-08EE883E1B28}"/>
          </ac:spMkLst>
        </pc:spChg>
        <pc:spChg chg="del">
          <ac:chgData name="(FA21-RCS-015) LAIBA SABIR" userId="cdfba985-6cea-425f-a12a-4b4fa79fe82d" providerId="ADAL" clId="{03AC4445-82DF-4E7A-A780-80C20D87C0C2}" dt="2025-04-23T04:19:56.743" v="713" actId="478"/>
          <ac:spMkLst>
            <pc:docMk/>
            <pc:sldMk cId="597297635" sldId="356"/>
            <ac:spMk id="3" creationId="{19A0A712-6F3D-67EE-58F6-7B5714F8DBB6}"/>
          </ac:spMkLst>
        </pc:spChg>
        <pc:picChg chg="add mod">
          <ac:chgData name="(FA21-RCS-015) LAIBA SABIR" userId="cdfba985-6cea-425f-a12a-4b4fa79fe82d" providerId="ADAL" clId="{03AC4445-82DF-4E7A-A780-80C20D87C0C2}" dt="2025-04-23T04:20:16.135" v="719" actId="14100"/>
          <ac:picMkLst>
            <pc:docMk/>
            <pc:sldMk cId="597297635" sldId="356"/>
            <ac:picMk id="5" creationId="{6289F4D9-66ED-FD77-DA1B-6E62619E0F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5EE09-3E00-4990-ACD7-F6DCE392C7FE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FA256-A056-48C7-A1C1-E1281883F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6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Hypothesis testing will be used here to see if the correlation is strong or not!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FA256-A056-48C7-A1C1-E1281883F2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14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statistics, a </a:t>
            </a:r>
            <a:r>
              <a:rPr lang="en-US" b="1" dirty="0"/>
              <a:t>hypothesis</a:t>
            </a:r>
            <a:r>
              <a:rPr lang="en-US" dirty="0"/>
              <a:t> is a statement or assumption that is tested through research and data analysis. It is a claim about a population or process, and the purpose of hypothesis testing is to assess whether this claim is supported by the data.</a:t>
            </a:r>
          </a:p>
          <a:p>
            <a:pPr>
              <a:buNone/>
            </a:pPr>
            <a:r>
              <a:rPr lang="en-US" dirty="0"/>
              <a:t>There are two main types of hypotheses in hypothesis testing: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Null Hypothesis (H₀)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Alternative Hypothesis (H₁)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FA256-A056-48C7-A1C1-E1281883F2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31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FA256-A056-48C7-A1C1-E1281883F28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4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7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1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2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4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2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2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4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8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1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5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711B9-C5D6-44C3-BEE3-505794BD04A2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E7FBA-C709-4458-B199-A2DE65B3E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6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Benefits, Techniques, and Examples</a:t>
            </a:r>
          </a:p>
          <a:p>
            <a:r>
              <a:rPr lang="en-US" dirty="0"/>
              <a:t>Part 2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06E8EB24-E72C-25EF-D38D-993B725C6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55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2F62E1-A07F-8A1B-B0DF-2C349883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  <a:endParaRPr lang="x-non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49F92-EEBD-1A06-FEA3-2C724FFE5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72" y="2635747"/>
            <a:ext cx="8138453" cy="330356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99210CC-602D-C5CE-8E87-85D4143B3230}"/>
              </a:ext>
            </a:extLst>
          </p:cNvPr>
          <p:cNvSpPr/>
          <p:nvPr/>
        </p:nvSpPr>
        <p:spPr>
          <a:xfrm>
            <a:off x="7494815" y="2939141"/>
            <a:ext cx="1061358" cy="122464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Callout 18">
            <a:extLst>
              <a:ext uri="{FF2B5EF4-FFF2-40B4-BE49-F238E27FC236}">
                <a16:creationId xmlns:a16="http://schemas.microsoft.com/office/drawing/2014/main" id="{00E23A30-A84A-23D1-F74F-501B80B603C8}"/>
              </a:ext>
            </a:extLst>
          </p:cNvPr>
          <p:cNvSpPr/>
          <p:nvPr/>
        </p:nvSpPr>
        <p:spPr>
          <a:xfrm>
            <a:off x="8430487" y="4795412"/>
            <a:ext cx="2548020" cy="1396925"/>
          </a:xfrm>
          <a:prstGeom prst="cloudCallout">
            <a:avLst>
              <a:gd name="adj1" fmla="val -63500"/>
              <a:gd name="adj2" fmla="val 638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in the data?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A47351-55C0-CEC6-79B1-DCBB011AE34E}"/>
              </a:ext>
            </a:extLst>
          </p:cNvPr>
          <p:cNvSpPr/>
          <p:nvPr/>
        </p:nvSpPr>
        <p:spPr>
          <a:xfrm>
            <a:off x="7093714" y="5048437"/>
            <a:ext cx="931780" cy="8908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llout: Line with Border and Accent Bar 11">
            <a:extLst>
              <a:ext uri="{FF2B5EF4-FFF2-40B4-BE49-F238E27FC236}">
                <a16:creationId xmlns:a16="http://schemas.microsoft.com/office/drawing/2014/main" id="{539541D4-8C40-37AD-A8DD-01578A3A16C4}"/>
              </a:ext>
            </a:extLst>
          </p:cNvPr>
          <p:cNvSpPr/>
          <p:nvPr/>
        </p:nvSpPr>
        <p:spPr>
          <a:xfrm>
            <a:off x="9455625" y="2205535"/>
            <a:ext cx="1790700" cy="533400"/>
          </a:xfrm>
          <a:prstGeom prst="accentBorderCallout1">
            <a:avLst>
              <a:gd name="adj1" fmla="val 18750"/>
              <a:gd name="adj2" fmla="val -8333"/>
              <a:gd name="adj3" fmla="val 164881"/>
              <a:gd name="adj4" fmla="val -589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Identifying the Right Data</a:t>
            </a:r>
            <a:endParaRPr lang="x-non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9210CC-602D-C5CE-8E87-85D4143B3230}"/>
              </a:ext>
            </a:extLst>
          </p:cNvPr>
          <p:cNvSpPr/>
          <p:nvPr/>
        </p:nvSpPr>
        <p:spPr>
          <a:xfrm>
            <a:off x="7725577" y="3981674"/>
            <a:ext cx="1061358" cy="122464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llout: Line with Border and Accent Bar 11">
            <a:extLst>
              <a:ext uri="{FF2B5EF4-FFF2-40B4-BE49-F238E27FC236}">
                <a16:creationId xmlns:a16="http://schemas.microsoft.com/office/drawing/2014/main" id="{539541D4-8C40-37AD-A8DD-01578A3A16C4}"/>
              </a:ext>
            </a:extLst>
          </p:cNvPr>
          <p:cNvSpPr/>
          <p:nvPr/>
        </p:nvSpPr>
        <p:spPr>
          <a:xfrm>
            <a:off x="9704497" y="3316953"/>
            <a:ext cx="1790700" cy="533400"/>
          </a:xfrm>
          <a:prstGeom prst="accentBorderCallout1">
            <a:avLst>
              <a:gd name="adj1" fmla="val 18750"/>
              <a:gd name="adj2" fmla="val -8333"/>
              <a:gd name="adj3" fmla="val 164881"/>
              <a:gd name="adj4" fmla="val -589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the Data</a:t>
            </a:r>
            <a:endParaRPr lang="x-none" dirty="0"/>
          </a:p>
        </p:txBody>
      </p:sp>
      <p:pic>
        <p:nvPicPr>
          <p:cNvPr id="2" name="Picture 1" descr="Iqra University - IU">
            <a:extLst>
              <a:ext uri="{FF2B5EF4-FFF2-40B4-BE49-F238E27FC236}">
                <a16:creationId xmlns:a16="http://schemas.microsoft.com/office/drawing/2014/main" id="{9C6DCAFD-033A-F010-4D5C-8F0A3A4CD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66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statistical method used in data analysis to examine and understand the relationship, association, or interaction between two different variables.</a:t>
            </a:r>
          </a:p>
          <a:p>
            <a:r>
              <a:rPr lang="en-US" dirty="0"/>
              <a:t>It involves the simultaneous analysis of two variables, which can be numerical or categorical. </a:t>
            </a:r>
          </a:p>
          <a:p>
            <a:r>
              <a:rPr lang="en-US" dirty="0"/>
              <a:t>It explores how changes in one variable are associated with changes in another variable.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B7622898-D059-79B4-5701-1A1CFF08A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13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Bivariate analysis involves examining the relationships or associations between two different variables. </a:t>
            </a:r>
          </a:p>
          <a:p>
            <a:pPr marL="0" indent="0">
              <a:buNone/>
            </a:pPr>
            <a:r>
              <a:rPr lang="en-US" dirty="0"/>
              <a:t>The type of bivariate analysis you choose depends on the nature of the variables you're working with.</a:t>
            </a:r>
          </a:p>
          <a:p>
            <a:pPr marL="0" indent="0">
              <a:buNone/>
            </a:pPr>
            <a:r>
              <a:rPr lang="en-US" dirty="0"/>
              <a:t> Here are the common types of bivariate analysis: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Numerical-Numerical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Categorical-Categorical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Categorical-Numerical Analysis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DC6E1BDC-133C-E8D5-2C6D-E8CDB4469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66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Categorical-Categorical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examine the relationship between two categorical variables.</a:t>
            </a:r>
          </a:p>
          <a:p>
            <a:r>
              <a:rPr lang="en-US" dirty="0"/>
              <a:t>Used to determine association/dependency between categorical variables.</a:t>
            </a:r>
          </a:p>
          <a:p>
            <a:r>
              <a:rPr lang="en-US" dirty="0"/>
              <a:t>Common techniques include contingency tables and chi-square tests.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6CB828B9-E1CF-BE7D-19DB-FF443E0A4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42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Categorical-Categorical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variables</a:t>
            </a:r>
          </a:p>
          <a:p>
            <a:r>
              <a:rPr lang="en-US" dirty="0"/>
              <a:t>Create a Contingency Table (also called a cross-tabulation or crosstab)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 display the distribution of one categorical variable in relation to the other.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Rows represent categories of one variable, and columns represent categories of the other variable.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 values in the table are the counts or frequencies of observations falling into each combination of categories.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483" y="4910134"/>
            <a:ext cx="4984671" cy="1566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5DF30-A81A-F0EF-9672-135BB10C4494}"/>
              </a:ext>
            </a:extLst>
          </p:cNvPr>
          <p:cNvSpPr txBox="1"/>
          <p:nvPr/>
        </p:nvSpPr>
        <p:spPr>
          <a:xfrm>
            <a:off x="838200" y="1296491"/>
            <a:ext cx="2699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Contingency Table </a:t>
            </a:r>
            <a:endParaRPr lang="aa-ET" sz="2400" i="1" dirty="0"/>
          </a:p>
        </p:txBody>
      </p:sp>
      <p:pic>
        <p:nvPicPr>
          <p:cNvPr id="5" name="Picture 4" descr="Iqra University - IU">
            <a:extLst>
              <a:ext uri="{FF2B5EF4-FFF2-40B4-BE49-F238E27FC236}">
                <a16:creationId xmlns:a16="http://schemas.microsoft.com/office/drawing/2014/main" id="{2790AC5D-3752-0B60-F656-E6294E48C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20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Categorical-Categorical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Contingency Table</a:t>
            </a:r>
          </a:p>
          <a:p>
            <a:r>
              <a:rPr lang="en-US" dirty="0"/>
              <a:t>Calculate Expected Frequencies</a:t>
            </a:r>
          </a:p>
          <a:p>
            <a:pPr lvl="1"/>
            <a:r>
              <a:rPr lang="en-US" dirty="0"/>
              <a:t>For each cell under the assumption of independence. </a:t>
            </a:r>
          </a:p>
          <a:p>
            <a:r>
              <a:rPr lang="en-US" dirty="0"/>
              <a:t>Perform the Chi-Square Test</a:t>
            </a:r>
          </a:p>
          <a:p>
            <a:pPr lvl="1"/>
            <a:r>
              <a:rPr lang="en-US" dirty="0"/>
              <a:t>chi-square test for independence is used to determine whether there is a significant association between the two categorical variables. </a:t>
            </a:r>
          </a:p>
          <a:p>
            <a:pPr lvl="1"/>
            <a:r>
              <a:rPr lang="en-US" dirty="0"/>
              <a:t>It tests the null hypothesis that the variables are independent.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FD34F-0FE7-4775-50FA-19017959AC3D}"/>
              </a:ext>
            </a:extLst>
          </p:cNvPr>
          <p:cNvSpPr txBox="1"/>
          <p:nvPr/>
        </p:nvSpPr>
        <p:spPr>
          <a:xfrm>
            <a:off x="838200" y="1296491"/>
            <a:ext cx="2699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Chi-Square Test</a:t>
            </a:r>
            <a:endParaRPr lang="aa-ET" sz="2400" i="1" dirty="0"/>
          </a:p>
        </p:txBody>
      </p:sp>
      <p:pic>
        <p:nvPicPr>
          <p:cNvPr id="5" name="Picture 4" descr="Iqra University - IU">
            <a:extLst>
              <a:ext uri="{FF2B5EF4-FFF2-40B4-BE49-F238E27FC236}">
                <a16:creationId xmlns:a16="http://schemas.microsoft.com/office/drawing/2014/main" id="{26B19A0A-4168-3BEC-B007-E3B0AC7A3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14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383" y="1370655"/>
            <a:ext cx="8253232" cy="5261277"/>
          </a:xfr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F5C3EC58-C6E9-47C6-3E11-AEE0DD838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8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Chi-Square Test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845EBB-D6C6-87F2-10CF-FC1C963F0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955181"/>
              </p:ext>
            </p:extLst>
          </p:nvPr>
        </p:nvGraphicFramePr>
        <p:xfrm>
          <a:off x="7947117" y="1673623"/>
          <a:ext cx="3967239" cy="4297680"/>
        </p:xfrm>
        <a:graphic>
          <a:graphicData uri="http://schemas.openxmlformats.org/drawingml/2006/table">
            <a:tbl>
              <a:tblPr/>
              <a:tblGrid>
                <a:gridCol w="1322413">
                  <a:extLst>
                    <a:ext uri="{9D8B030D-6E8A-4147-A177-3AD203B41FA5}">
                      <a16:colId xmlns:a16="http://schemas.microsoft.com/office/drawing/2014/main" val="2781130843"/>
                    </a:ext>
                  </a:extLst>
                </a:gridCol>
                <a:gridCol w="1322413">
                  <a:extLst>
                    <a:ext uri="{9D8B030D-6E8A-4147-A177-3AD203B41FA5}">
                      <a16:colId xmlns:a16="http://schemas.microsoft.com/office/drawing/2014/main" val="470150286"/>
                    </a:ext>
                  </a:extLst>
                </a:gridCol>
                <a:gridCol w="1322413">
                  <a:extLst>
                    <a:ext uri="{9D8B030D-6E8A-4147-A177-3AD203B41FA5}">
                      <a16:colId xmlns:a16="http://schemas.microsoft.com/office/drawing/2014/main" val="33006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Beverage Preference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770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Coffee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483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569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Coffee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77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Coffee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196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32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71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978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Coffee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386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Coffee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297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Coffee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0595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1219CE-2968-9613-59FF-C27174BC5970}"/>
              </a:ext>
            </a:extLst>
          </p:cNvPr>
          <p:cNvSpPr txBox="1"/>
          <p:nvPr/>
        </p:nvSpPr>
        <p:spPr>
          <a:xfrm>
            <a:off x="838200" y="1690688"/>
            <a:ext cx="63148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/>
              <a:t>1. Create a Contingency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Create a contingency table (cross-tabulation) for the categorical variables (Gender and Beverage Preference):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EC8FA5-26D6-4E9C-8466-31EF75ECF7A4}"/>
              </a:ext>
            </a:extLst>
          </p:cNvPr>
          <p:cNvGrpSpPr/>
          <p:nvPr/>
        </p:nvGrpSpPr>
        <p:grpSpPr>
          <a:xfrm>
            <a:off x="1281673" y="3822463"/>
            <a:ext cx="4166654" cy="2171700"/>
            <a:chOff x="594198" y="3429000"/>
            <a:chExt cx="4166654" cy="21717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3ECDAA5-1CD6-987B-6BA2-C9C798C9A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8709"/>
            <a:stretch/>
          </p:blipFill>
          <p:spPr>
            <a:xfrm>
              <a:off x="594198" y="3429000"/>
              <a:ext cx="1040050" cy="21717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DBDB887-21EF-3EED-832C-C82EF2A7BFA6}"/>
                </a:ext>
              </a:extLst>
            </p:cNvPr>
            <p:cNvGrpSpPr/>
            <p:nvPr/>
          </p:nvGrpSpPr>
          <p:grpSpPr>
            <a:xfrm>
              <a:off x="1634248" y="3429000"/>
              <a:ext cx="3126604" cy="2171700"/>
              <a:chOff x="1634248" y="3429000"/>
              <a:chExt cx="3126604" cy="21717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0575099-169C-4999-79F7-8BFF5249C9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1642" r="56843"/>
              <a:stretch/>
            </p:blipFill>
            <p:spPr>
              <a:xfrm>
                <a:off x="1634248" y="3429000"/>
                <a:ext cx="991465" cy="2171700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01FB444-5DF5-2D2A-3D91-542EC0A3AF92}"/>
                  </a:ext>
                </a:extLst>
              </p:cNvPr>
              <p:cNvGrpSpPr/>
              <p:nvPr/>
            </p:nvGrpSpPr>
            <p:grpSpPr>
              <a:xfrm>
                <a:off x="2599689" y="3429000"/>
                <a:ext cx="2161163" cy="2171700"/>
                <a:chOff x="2599689" y="3429000"/>
                <a:chExt cx="2161163" cy="2171700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CFB3D92-0641-08F3-8E50-ECF9200D2E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63482" r="24440"/>
                <a:stretch/>
              </p:blipFill>
              <p:spPr>
                <a:xfrm>
                  <a:off x="2599689" y="3429000"/>
                  <a:ext cx="1040050" cy="217170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0B4CE0B6-5BD6-77CF-3EE5-84EC386869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86980"/>
                <a:stretch/>
              </p:blipFill>
              <p:spPr>
                <a:xfrm>
                  <a:off x="3639739" y="3429000"/>
                  <a:ext cx="1121113" cy="217170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4" name="Picture 23" descr="Iqra University - IU">
            <a:extLst>
              <a:ext uri="{FF2B5EF4-FFF2-40B4-BE49-F238E27FC236}">
                <a16:creationId xmlns:a16="http://schemas.microsoft.com/office/drawing/2014/main" id="{597C11BC-0EB1-955E-BB03-DF4C64FC2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589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4C00-5B8C-DB27-F6CA-CB3EEC04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203"/>
          </a:xfrm>
        </p:spPr>
        <p:txBody>
          <a:bodyPr/>
          <a:lstStyle/>
          <a:p>
            <a:r>
              <a:rPr lang="en-US" dirty="0"/>
              <a:t>Chi-Square Test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A7C988-DC95-DE6E-66E8-D62892AB41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8800"/>
            <a:ext cx="1041670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2. Hypothesis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/>
              <a:t>Null Hypothesis (H₀): </a:t>
            </a:r>
            <a:r>
              <a:rPr lang="en-US" altLang="en-US" sz="2400" dirty="0"/>
              <a:t>There is no association between Gender and Beverage Preference. They are independent.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/>
              <a:t>Alternative Hypothesis (H₁): </a:t>
            </a:r>
            <a:r>
              <a:rPr lang="en-US" altLang="en-US" sz="2400" dirty="0"/>
              <a:t>There is an association between Gender and Beverage Preference. They are dependent.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3.Calculate Expected 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To perform the Chi-square test, calculate the expected frequency for each cell in the contingency table under the assumption that the null hypothesis is true. The formula for calculating expected frequency is: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FB269-18E6-B1A3-A489-442612E13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14" y="5570673"/>
            <a:ext cx="3629025" cy="790575"/>
          </a:xfrm>
          <a:prstGeom prst="rect">
            <a:avLst/>
          </a:prstGeom>
        </p:spPr>
      </p:pic>
      <p:pic>
        <p:nvPicPr>
          <p:cNvPr id="7" name="Picture 6" descr="Iqra University - IU">
            <a:extLst>
              <a:ext uri="{FF2B5EF4-FFF2-40B4-BE49-F238E27FC236}">
                <a16:creationId xmlns:a16="http://schemas.microsoft.com/office/drawing/2014/main" id="{F490E5FE-C3F9-B6A2-15E1-58EAB16CE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18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F2E8-C67F-63C8-5E0C-CF07EE76E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5930"/>
          </a:xfrm>
        </p:spPr>
        <p:txBody>
          <a:bodyPr/>
          <a:lstStyle/>
          <a:p>
            <a:r>
              <a:rPr lang="en-US" dirty="0"/>
              <a:t>Chi-Square 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C05B0F-0014-CA14-7F47-AE0149BED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486" y="1517515"/>
            <a:ext cx="9601200" cy="5194570"/>
          </a:xfr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943DF72F-65A4-C7D1-3EA8-D19B31704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360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8698-C054-6C6B-20F1-E385E84F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C14F25-5EB7-A839-8F38-DFD85F0A1A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7891"/>
            <a:ext cx="554314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So, the expected contingency table will be: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9819EA-5120-A7FE-1523-E4ADE831D542}"/>
              </a:ext>
            </a:extLst>
          </p:cNvPr>
          <p:cNvGrpSpPr/>
          <p:nvPr/>
        </p:nvGrpSpPr>
        <p:grpSpPr>
          <a:xfrm>
            <a:off x="956958" y="3016201"/>
            <a:ext cx="4694812" cy="2518838"/>
            <a:chOff x="1657350" y="2290760"/>
            <a:chExt cx="4232408" cy="22764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C724F8-2AB1-8CB5-FE61-A11CEB0FD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7768"/>
            <a:stretch/>
          </p:blipFill>
          <p:spPr>
            <a:xfrm>
              <a:off x="1657350" y="2290762"/>
              <a:ext cx="1085850" cy="2276475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C701A06-A96C-820B-D21B-53C7943F353E}"/>
                </a:ext>
              </a:extLst>
            </p:cNvPr>
            <p:cNvGrpSpPr/>
            <p:nvPr/>
          </p:nvGrpSpPr>
          <p:grpSpPr>
            <a:xfrm>
              <a:off x="2743200" y="2290760"/>
              <a:ext cx="3146558" cy="2276477"/>
              <a:chOff x="2743200" y="2290760"/>
              <a:chExt cx="3146558" cy="227647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F3DAB9B-83B3-28EC-1E96-F565DE410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9915" r="57853"/>
              <a:stretch/>
            </p:blipFill>
            <p:spPr>
              <a:xfrm>
                <a:off x="2743200" y="2290762"/>
                <a:ext cx="1085850" cy="2276475"/>
              </a:xfrm>
              <a:prstGeom prst="rect">
                <a:avLst/>
              </a:prstGeom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69F0F56-BE27-93EE-B77B-C59C586391CC}"/>
                  </a:ext>
                </a:extLst>
              </p:cNvPr>
              <p:cNvGrpSpPr/>
              <p:nvPr/>
            </p:nvGrpSpPr>
            <p:grpSpPr>
              <a:xfrm>
                <a:off x="3718057" y="2290760"/>
                <a:ext cx="2171701" cy="2276476"/>
                <a:chOff x="3718057" y="2290760"/>
                <a:chExt cx="2171701" cy="2276476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9D1525C7-57B8-1335-34D8-6523C9092E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60008" r="27760"/>
                <a:stretch/>
              </p:blipFill>
              <p:spPr>
                <a:xfrm>
                  <a:off x="3718057" y="2290761"/>
                  <a:ext cx="1085850" cy="2276475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542DFE68-7E1E-CE1A-E4CA-7D8BFA96D5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84664" r="3104"/>
                <a:stretch/>
              </p:blipFill>
              <p:spPr>
                <a:xfrm>
                  <a:off x="4803907" y="2290760"/>
                  <a:ext cx="1085851" cy="2276475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BDB116D-4ECE-8C43-CD81-B0331F598B7A}"/>
              </a:ext>
            </a:extLst>
          </p:cNvPr>
          <p:cNvSpPr txBox="1"/>
          <p:nvPr/>
        </p:nvSpPr>
        <p:spPr>
          <a:xfrm>
            <a:off x="6540232" y="1552096"/>
            <a:ext cx="5058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/>
              <a:t>4. Compute Chi-Square Statistic</a:t>
            </a:r>
          </a:p>
          <a:p>
            <a:r>
              <a:rPr lang="en-US" sz="2400" dirty="0"/>
              <a:t>The Chi-square statistic is calculated using the formula:</a:t>
            </a:r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88C1E5F-AFCB-2494-EAB3-B816DE21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070" y="2877659"/>
            <a:ext cx="3336013" cy="11869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321319-676D-7FDE-A52A-9B237D463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134" y="4064630"/>
            <a:ext cx="3425884" cy="1836446"/>
          </a:xfrm>
          <a:prstGeom prst="rect">
            <a:avLst/>
          </a:prstGeom>
        </p:spPr>
      </p:pic>
      <p:pic>
        <p:nvPicPr>
          <p:cNvPr id="21" name="Picture 20" descr="Iqra University - IU">
            <a:extLst>
              <a:ext uri="{FF2B5EF4-FFF2-40B4-BE49-F238E27FC236}">
                <a16:creationId xmlns:a16="http://schemas.microsoft.com/office/drawing/2014/main" id="{4841754F-7F7D-8005-EA07-F63E343A7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78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D30D-13A9-21ED-8A37-37F6F7C9D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4569"/>
          </a:xfrm>
        </p:spPr>
        <p:txBody>
          <a:bodyPr/>
          <a:lstStyle/>
          <a:p>
            <a:r>
              <a:rPr lang="en-US" dirty="0"/>
              <a:t>Chi-Square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50806-CFA6-FAD8-63B0-D0A598BB7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69"/>
          <a:stretch/>
        </p:blipFill>
        <p:spPr>
          <a:xfrm>
            <a:off x="719847" y="1352145"/>
            <a:ext cx="9961123" cy="5369668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75CC5062-FBE4-6F4A-4A59-9A4F9553F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171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80F8-EF33-EE70-775A-726AFDFC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612B-6930-A4AA-0FB3-A1A6BBCB9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/>
              <a:t>5. Determine the Degrees of Freedom</a:t>
            </a:r>
          </a:p>
          <a:p>
            <a:pPr marL="0" indent="0">
              <a:buNone/>
            </a:pPr>
            <a:r>
              <a:rPr lang="en-US" sz="2400" dirty="0"/>
              <a:t>The degrees of freedom (</a:t>
            </a:r>
            <a:r>
              <a:rPr lang="en-US" sz="2400" dirty="0" err="1"/>
              <a:t>df</a:t>
            </a:r>
            <a:r>
              <a:rPr lang="en-US" sz="2400" dirty="0"/>
              <a:t>) is calculated using the formula: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BB3FF-34C4-C110-566B-8968AC5A7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31" y="2645923"/>
            <a:ext cx="6606601" cy="3846952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B0AA6D08-88A8-7221-808F-10C400D32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68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80E4F-B954-0FE6-76A5-06368C42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203"/>
          </a:xfrm>
        </p:spPr>
        <p:txBody>
          <a:bodyPr/>
          <a:lstStyle/>
          <a:p>
            <a:r>
              <a:rPr lang="en-US" dirty="0"/>
              <a:t>Chi-Square Test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CFD6EA-5964-C628-EB4D-F1CC292038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15972"/>
            <a:ext cx="1051559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6. Find the Critical Value or p-value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To determine if the Chi-square statistic is significant, compare it with the critical value from the Chi-square distribution table for </a:t>
            </a:r>
            <a:r>
              <a:rPr lang="en-US" altLang="en-US" sz="2400" dirty="0" err="1"/>
              <a:t>df</a:t>
            </a:r>
            <a:r>
              <a:rPr lang="en-US" altLang="en-US" sz="2400" dirty="0"/>
              <a:t>=1 at a significance level (α) of 0.05. For </a:t>
            </a:r>
            <a:r>
              <a:rPr lang="en-US" altLang="en-US" sz="2400" dirty="0" err="1"/>
              <a:t>df</a:t>
            </a:r>
            <a:r>
              <a:rPr lang="en-US" altLang="en-US" sz="2400" dirty="0"/>
              <a:t>=1, the critical value is 3.841.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If χ2 (calculated) &gt; critical value, reject the null hypothesis.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In this case, the calculated Chi-square statistic is 0.4762, much smaller than the critical value of 3.841.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7: 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Since the calculated Chi-square statistic (0.4762) is less than the critical value (3.841), we fail to reject the null hypothesis.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There is insufficient evidence to suggest a significant association between Gender and Beverage Preference. The variables appear to be independent based on this test.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Iqra University - IU">
            <a:extLst>
              <a:ext uri="{FF2B5EF4-FFF2-40B4-BE49-F238E27FC236}">
                <a16:creationId xmlns:a16="http://schemas.microsoft.com/office/drawing/2014/main" id="{19E1CEBA-1997-EE7C-75AA-1B242BB78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061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8FAC-4A07-B599-F4D3-41B2574F2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Square Test (Practice)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5F6E74-ED92-87AF-B017-F5EB9E151E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4424" y="1825627"/>
          <a:ext cx="9623151" cy="4351334"/>
        </p:xfrm>
        <a:graphic>
          <a:graphicData uri="http://schemas.openxmlformats.org/drawingml/2006/table">
            <a:tbl>
              <a:tblPr/>
              <a:tblGrid>
                <a:gridCol w="3207717">
                  <a:extLst>
                    <a:ext uri="{9D8B030D-6E8A-4147-A177-3AD203B41FA5}">
                      <a16:colId xmlns:a16="http://schemas.microsoft.com/office/drawing/2014/main" val="2176780557"/>
                    </a:ext>
                  </a:extLst>
                </a:gridCol>
                <a:gridCol w="3207717">
                  <a:extLst>
                    <a:ext uri="{9D8B030D-6E8A-4147-A177-3AD203B41FA5}">
                      <a16:colId xmlns:a16="http://schemas.microsoft.com/office/drawing/2014/main" val="706232614"/>
                    </a:ext>
                  </a:extLst>
                </a:gridCol>
                <a:gridCol w="3207717">
                  <a:extLst>
                    <a:ext uri="{9D8B030D-6E8A-4147-A177-3AD203B41FA5}">
                      <a16:colId xmlns:a16="http://schemas.microsoft.com/office/drawing/2014/main" val="2335933315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Education Level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Employment Status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49077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 School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72651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Bachelor's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2401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Master's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68318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 School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Self-employed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3028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Bachelor's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7330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Master's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73099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7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 School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9549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Bachelor's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Self-employed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08406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9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Master's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Self-employed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6959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10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 School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9988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11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Bachelor's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59784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r>
                        <a:rPr lang="en-US" sz="1600"/>
                        <a:t>12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Master's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Employed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789"/>
                  </a:ext>
                </a:extLst>
              </a:tr>
            </a:tbl>
          </a:graphicData>
        </a:graphic>
      </p:graphicFrame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3BA84A64-5ECF-0F91-303B-4F4AE8AE1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763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89F4D9-66ED-FD77-DA1B-6E62619E0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93" y="0"/>
            <a:ext cx="12286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97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Categorical-Categorical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 the Results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Examine the chi-square statistic and its associated p-value.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If the p-value is less than a chosen significance level (e.g., 0.05), you can reject the null hypothesis and conclude that there is a statistically significant association between the two variables.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F86C58EC-8285-D071-BF43-B91EE79B4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368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Categorical-Numerical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Explore the relationship/association between a categorical variable and a numerical variable</a:t>
            </a:r>
          </a:p>
          <a:p>
            <a:endParaRPr lang="en-US" dirty="0"/>
          </a:p>
          <a:p>
            <a:r>
              <a:rPr lang="en-US" dirty="0"/>
              <a:t>Determine, if there are statistically significant differences in the numerical variable across different categories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6302760"/>
              </p:ext>
            </p:extLst>
          </p:nvPr>
        </p:nvGraphicFramePr>
        <p:xfrm>
          <a:off x="6320591" y="1825625"/>
          <a:ext cx="5566609" cy="3703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B.Ed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4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Ph.D.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Ph.D.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320591" y="5662864"/>
            <a:ext cx="5566609" cy="514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there a significant difference in Income based on education level?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0591" y="6263690"/>
            <a:ext cx="5566609" cy="514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relationship between Gender and Income?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E27DFD6D-7232-3E40-57E1-58FBE6BBE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23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Types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Descriptive Analysis</a:t>
            </a:r>
          </a:p>
          <a:p>
            <a:pPr lvl="1"/>
            <a:r>
              <a:rPr lang="en-US" dirty="0"/>
              <a:t>Summarize the numerical variable’s statistics within each category</a:t>
            </a:r>
          </a:p>
          <a:p>
            <a:r>
              <a:rPr lang="en-US" dirty="0"/>
              <a:t>Inferential Analysis</a:t>
            </a:r>
          </a:p>
          <a:p>
            <a:pPr lvl="1"/>
            <a:r>
              <a:rPr lang="en-US" dirty="0"/>
              <a:t>Use statistical tests</a:t>
            </a:r>
          </a:p>
          <a:p>
            <a:pPr lvl="1"/>
            <a:r>
              <a:rPr lang="en-US" dirty="0"/>
              <a:t>Such as T-Test, ANOVA</a:t>
            </a:r>
          </a:p>
        </p:txBody>
      </p:sp>
      <p:pic>
        <p:nvPicPr>
          <p:cNvPr id="2" name="Picture 1" descr="Iqra University - IU">
            <a:extLst>
              <a:ext uri="{FF2B5EF4-FFF2-40B4-BE49-F238E27FC236}">
                <a16:creationId xmlns:a16="http://schemas.microsoft.com/office/drawing/2014/main" id="{3396722F-CEF5-AE21-949F-6C8C56D01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381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ANOVA: Analysis of Variance</a:t>
            </a:r>
          </a:p>
          <a:p>
            <a:r>
              <a:rPr lang="en-US" dirty="0"/>
              <a:t>Statistical method to analyze differences among group means in a sample.</a:t>
            </a:r>
          </a:p>
          <a:p>
            <a:r>
              <a:rPr lang="en-US" dirty="0"/>
              <a:t>Statistical significant differences between the means of </a:t>
            </a:r>
            <a:r>
              <a:rPr lang="en-US" u="sng" dirty="0"/>
              <a:t>three or more</a:t>
            </a:r>
            <a:r>
              <a:rPr lang="en-US" dirty="0"/>
              <a:t> independent groups.</a:t>
            </a:r>
          </a:p>
          <a:p>
            <a:r>
              <a:rPr lang="en-US" dirty="0"/>
              <a:t>Assumes normal distribution for data and independence of observations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DD20059F-2E47-2766-2164-0E2F398C5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732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the null Hypothesis </a:t>
            </a:r>
            <a:r>
              <a:rPr lang="en-US" altLang="en-US" b="1" dirty="0"/>
              <a:t>(</a:t>
            </a:r>
            <a:r>
              <a:rPr lang="en-US" altLang="en-US" b="1" i="1" dirty="0"/>
              <a:t>H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)</a:t>
            </a:r>
            <a:r>
              <a:rPr lang="en-US" altLang="en-US" dirty="0"/>
              <a:t>: Several groups are equal</a:t>
            </a:r>
          </a:p>
          <a:p>
            <a:pPr lvl="1"/>
            <a:r>
              <a:rPr lang="en-US" dirty="0"/>
              <a:t>No significant difference between the groups</a:t>
            </a:r>
          </a:p>
          <a:p>
            <a:pPr lvl="1"/>
            <a:r>
              <a:rPr lang="en-US" dirty="0"/>
              <a:t>Variations in data caused due to differences between groups or random fluctuations within groups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8AB0F142-259C-AA48-A8F6-070F3E956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653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One-Way ANOVA</a:t>
            </a:r>
          </a:p>
          <a:p>
            <a:pPr lvl="1"/>
            <a:r>
              <a:rPr lang="en-US" dirty="0"/>
              <a:t>1 categorical (independent) variable with 3 or more groups</a:t>
            </a:r>
          </a:p>
          <a:p>
            <a:r>
              <a:rPr lang="en-US" dirty="0"/>
              <a:t>Two-Way ANOVA</a:t>
            </a:r>
          </a:p>
          <a:p>
            <a:pPr lvl="1"/>
            <a:r>
              <a:rPr lang="en-US" dirty="0"/>
              <a:t>2 categorical (independent) variables</a:t>
            </a:r>
          </a:p>
          <a:p>
            <a:pPr lvl="1"/>
            <a:r>
              <a:rPr lang="en-US" dirty="0"/>
              <a:t>Analyze individual and interactive effects on the dependent variable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B4486745-38F1-3E6B-E918-60789E897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309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</a:t>
            </a:r>
            <a:r>
              <a:rPr lang="en-US" sz="2800" u="sng" dirty="0"/>
              <a:t>F-Statistic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Variance between group means VS variance within groups</a:t>
            </a:r>
          </a:p>
          <a:p>
            <a:r>
              <a:rPr lang="en-US" dirty="0"/>
              <a:t>&gt;F-Statistic and &lt;p-value : significant differences between groups</a:t>
            </a:r>
          </a:p>
          <a:p>
            <a:r>
              <a:rPr lang="en-US" dirty="0"/>
              <a:t>Calculation of F-Statistic:</a:t>
            </a:r>
          </a:p>
          <a:p>
            <a:pPr lvl="1"/>
            <a:r>
              <a:rPr lang="en-US" dirty="0"/>
              <a:t>Explained Variation – variation between group</a:t>
            </a:r>
          </a:p>
          <a:p>
            <a:pPr lvl="2"/>
            <a:r>
              <a:rPr lang="en-US" dirty="0"/>
              <a:t>Also known as “between-group Sum of Squares (SSB)” or “Treatment Sum of Squares (SST)”</a:t>
            </a:r>
          </a:p>
          <a:p>
            <a:pPr lvl="2"/>
            <a:r>
              <a:rPr lang="en-US" dirty="0"/>
              <a:t>Measure of difference between group means vs overall mean</a:t>
            </a:r>
          </a:p>
          <a:p>
            <a:pPr lvl="1"/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AB56F27D-1954-1282-564B-23B982A64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57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Calculating </a:t>
            </a:r>
            <a:r>
              <a:rPr lang="en-US" sz="2800" u="sng" dirty="0"/>
              <a:t>F-Statistic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Explained Variation – variation between group</a:t>
            </a:r>
          </a:p>
          <a:p>
            <a:pPr lvl="1"/>
            <a:r>
              <a:rPr lang="en-US" dirty="0"/>
              <a:t>Also known as “between-group Sum of Squares (SSB)” or “Treatment Sum of Squares (SST)”</a:t>
            </a:r>
          </a:p>
          <a:p>
            <a:pPr lvl="1"/>
            <a:r>
              <a:rPr lang="en-US" dirty="0"/>
              <a:t>Measure of difference between group means vs overall mean</a:t>
            </a:r>
          </a:p>
          <a:p>
            <a:pPr lvl="1"/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A43B758E-58C0-B13B-B8EF-3B888124D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650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Calculating </a:t>
            </a:r>
            <a:r>
              <a:rPr lang="en-US" sz="2800" u="sng" dirty="0"/>
              <a:t>F-Statistic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Unexplained Variation – variation between group</a:t>
            </a:r>
          </a:p>
          <a:p>
            <a:pPr lvl="1"/>
            <a:r>
              <a:rPr lang="en-US" dirty="0"/>
              <a:t>Also known as “within-group Sum of Squares (SSW)” or “Error Sum of Squares (SSE)”</a:t>
            </a:r>
          </a:p>
          <a:p>
            <a:pPr lvl="1"/>
            <a:r>
              <a:rPr lang="en-US" dirty="0"/>
              <a:t>Measure of difference between individual data points within each group vs group mean</a:t>
            </a:r>
          </a:p>
          <a:p>
            <a:pPr lvl="1"/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A5DDEC40-B906-D07F-520D-A6052F019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110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Calculating </a:t>
            </a:r>
            <a:r>
              <a:rPr lang="en-US" sz="2800" u="sng" dirty="0"/>
              <a:t>F-Statistic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Degrees of Freedom 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Degrees of Freedom for the between-group variation (</a:t>
            </a:r>
            <a:r>
              <a:rPr lang="en-US" dirty="0" err="1"/>
              <a:t>dfB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Number of groups(k)</a:t>
            </a:r>
          </a:p>
          <a:p>
            <a:pPr lvl="2"/>
            <a:r>
              <a:rPr lang="en-US" dirty="0" err="1"/>
              <a:t>dfB</a:t>
            </a:r>
            <a:r>
              <a:rPr lang="en-US" dirty="0"/>
              <a:t> = k-1</a:t>
            </a:r>
          </a:p>
          <a:p>
            <a:pPr lvl="1"/>
            <a:r>
              <a:rPr lang="en-US" dirty="0"/>
              <a:t>Degrees of Freedom for the within-group variation (</a:t>
            </a:r>
            <a:r>
              <a:rPr lang="en-US" dirty="0" err="1"/>
              <a:t>dfW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Total Number of Observations(N)</a:t>
            </a:r>
          </a:p>
          <a:p>
            <a:pPr lvl="2"/>
            <a:r>
              <a:rPr lang="en-US" dirty="0" err="1"/>
              <a:t>dfW</a:t>
            </a:r>
            <a:r>
              <a:rPr lang="en-US" dirty="0"/>
              <a:t> = N-k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9BA46215-1EB3-6CE8-7FC7-176952047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93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Calculating </a:t>
            </a:r>
            <a:r>
              <a:rPr lang="en-US" sz="2800" u="sng" dirty="0"/>
              <a:t>F-Statistic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F-Statistic = (SSB/</a:t>
            </a:r>
            <a:r>
              <a:rPr lang="en-US" dirty="0" err="1"/>
              <a:t>dfB</a:t>
            </a:r>
            <a:r>
              <a:rPr lang="en-US" dirty="0"/>
              <a:t>) / (SSW/</a:t>
            </a:r>
            <a:r>
              <a:rPr lang="en-US" dirty="0" err="1"/>
              <a:t>dfW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Next for ANOVA:</a:t>
            </a:r>
          </a:p>
          <a:p>
            <a:r>
              <a:rPr lang="en-US" dirty="0"/>
              <a:t>Use a Cumulative Distribution Function (CDF) for the F-distribution to find the </a:t>
            </a:r>
            <a:r>
              <a:rPr lang="en-US" u="sng" dirty="0"/>
              <a:t>p-value</a:t>
            </a:r>
            <a:r>
              <a:rPr lang="en-US" dirty="0"/>
              <a:t> associated with F-Statistic.</a:t>
            </a:r>
          </a:p>
          <a:p>
            <a:r>
              <a:rPr lang="en-US" dirty="0"/>
              <a:t>Compare p-value to the threshold.</a:t>
            </a:r>
          </a:p>
          <a:p>
            <a:r>
              <a:rPr lang="en-US" dirty="0"/>
              <a:t>If p-value is less than the threshold, H</a:t>
            </a:r>
            <a:r>
              <a:rPr lang="en-US" baseline="-25000" dirty="0"/>
              <a:t>0</a:t>
            </a:r>
            <a:r>
              <a:rPr lang="en-US" dirty="0"/>
              <a:t> is rejected.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E55915AF-D1C9-B514-7DD2-DC9D66932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188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ANOVA: Example</a:t>
            </a:r>
            <a:endParaRPr lang="en-US" u="sng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1491901F-0A0A-3847-0E27-86FFC4EDB3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78063"/>
              </p:ext>
            </p:extLst>
          </p:nvPr>
        </p:nvGraphicFramePr>
        <p:xfrm>
          <a:off x="7451834" y="1690688"/>
          <a:ext cx="4459014" cy="4390180"/>
        </p:xfrm>
        <a:graphic>
          <a:graphicData uri="http://schemas.openxmlformats.org/drawingml/2006/table">
            <a:tbl>
              <a:tblPr/>
              <a:tblGrid>
                <a:gridCol w="1486338">
                  <a:extLst>
                    <a:ext uri="{9D8B030D-6E8A-4147-A177-3AD203B41FA5}">
                      <a16:colId xmlns:a16="http://schemas.microsoft.com/office/drawing/2014/main" val="1907640504"/>
                    </a:ext>
                  </a:extLst>
                </a:gridCol>
                <a:gridCol w="1486338">
                  <a:extLst>
                    <a:ext uri="{9D8B030D-6E8A-4147-A177-3AD203B41FA5}">
                      <a16:colId xmlns:a16="http://schemas.microsoft.com/office/drawing/2014/main" val="965866319"/>
                    </a:ext>
                  </a:extLst>
                </a:gridCol>
                <a:gridCol w="1486338">
                  <a:extLst>
                    <a:ext uri="{9D8B030D-6E8A-4147-A177-3AD203B41FA5}">
                      <a16:colId xmlns:a16="http://schemas.microsoft.com/office/drawing/2014/main" val="1506623683"/>
                    </a:ext>
                  </a:extLst>
                </a:gridCol>
              </a:tblGrid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Study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Test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363761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398872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928162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197952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9522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14718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735786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063007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573774"/>
                  </a:ext>
                </a:extLst>
              </a:tr>
              <a:tr h="439018"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Group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72840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5DB5B68-0271-6465-7365-7C7437BE2AB0}"/>
              </a:ext>
            </a:extLst>
          </p:cNvPr>
          <p:cNvSpPr txBox="1"/>
          <p:nvPr/>
        </p:nvSpPr>
        <p:spPr>
          <a:xfrm>
            <a:off x="838200" y="1870841"/>
            <a:ext cx="608811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Define Hypotheses</a:t>
            </a:r>
          </a:p>
          <a:p>
            <a:endParaRPr lang="en-US" sz="2400" b="1" dirty="0"/>
          </a:p>
          <a:p>
            <a:r>
              <a:rPr lang="en-US" sz="2400" b="1" dirty="0"/>
              <a:t>Null Hypothesis (H₀)</a:t>
            </a:r>
            <a:r>
              <a:rPr lang="en-US" sz="2400" dirty="0"/>
              <a:t>: There is no significant difference in the mean test scores among the study groups (Group A, Group B, Group C).</a:t>
            </a:r>
          </a:p>
          <a:p>
            <a:pPr algn="ctr"/>
            <a:r>
              <a:rPr lang="en-US" sz="2400" dirty="0"/>
              <a:t>H0:μA=</a:t>
            </a:r>
            <a:r>
              <a:rPr lang="en-US" sz="2400" dirty="0" err="1"/>
              <a:t>μB</a:t>
            </a:r>
            <a:r>
              <a:rPr lang="en-US" sz="2400" dirty="0"/>
              <a:t>= </a:t>
            </a:r>
            <a:r>
              <a:rPr lang="en-US" sz="2400" dirty="0" err="1"/>
              <a:t>μc</a:t>
            </a:r>
            <a:endParaRPr lang="en-US" sz="2400" dirty="0"/>
          </a:p>
          <a:p>
            <a:r>
              <a:rPr lang="en-US" sz="2400" b="1" dirty="0"/>
              <a:t>Alternative Hypothesis (H₁)</a:t>
            </a:r>
            <a:r>
              <a:rPr lang="en-US" sz="2400" dirty="0"/>
              <a:t>: At least one of the study groups has a mean test score that is significantly different from the others.</a:t>
            </a:r>
          </a:p>
          <a:p>
            <a:pPr algn="ctr"/>
            <a:r>
              <a:rPr lang="en-US" sz="2400" dirty="0"/>
              <a:t>H1: At least one of the group means is different.</a:t>
            </a:r>
          </a:p>
        </p:txBody>
      </p:sp>
      <p:pic>
        <p:nvPicPr>
          <p:cNvPr id="16" name="Picture 15" descr="Iqra University - IU">
            <a:extLst>
              <a:ext uri="{FF2B5EF4-FFF2-40B4-BE49-F238E27FC236}">
                <a16:creationId xmlns:a16="http://schemas.microsoft.com/office/drawing/2014/main" id="{5A206D81-4AA0-BD94-0CCC-4416D198F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967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r>
              <a:rPr lang="en-US" sz="2800" dirty="0"/>
              <a:t>ANOVA: Example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37078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2: Calculate the Group Means</a:t>
            </a:r>
          </a:p>
          <a:p>
            <a:pPr marL="0" indent="0">
              <a:buNone/>
            </a:pPr>
            <a:r>
              <a:rPr lang="en-US" sz="2400" dirty="0"/>
              <a:t>We first need to calculate the mean test score for each study group.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3: Calculate the Overall Mean</a:t>
            </a:r>
          </a:p>
          <a:p>
            <a:pPr marL="0" indent="0">
              <a:buNone/>
            </a:pPr>
            <a:r>
              <a:rPr lang="en-US" sz="2400" dirty="0"/>
              <a:t>The overall mean is the average of all the test scores combined.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5C859-0FA5-8174-8661-C9F3A227E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175" y="2238704"/>
            <a:ext cx="6819900" cy="2634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A33163-A2A8-108E-1BB4-4C073448B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925" y="5789886"/>
            <a:ext cx="7486650" cy="800100"/>
          </a:xfrm>
          <a:prstGeom prst="rect">
            <a:avLst/>
          </a:prstGeom>
        </p:spPr>
      </p:pic>
      <p:pic>
        <p:nvPicPr>
          <p:cNvPr id="8" name="Picture 7" descr="Iqra University - IU">
            <a:extLst>
              <a:ext uri="{FF2B5EF4-FFF2-40B4-BE49-F238E27FC236}">
                <a16:creationId xmlns:a16="http://schemas.microsoft.com/office/drawing/2014/main" id="{26551921-07C8-90A4-7776-2577372AE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976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8668"/>
          </a:xfrm>
        </p:spPr>
        <p:txBody>
          <a:bodyPr>
            <a:normAutofit/>
          </a:bodyPr>
          <a:lstStyle/>
          <a:p>
            <a:r>
              <a:rPr lang="en-US" sz="2800" dirty="0"/>
              <a:t>ANOVA: Example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4: Calculate the Sum of Squares Between Groups (SSB)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sum of squares between groups</a:t>
            </a:r>
            <a:r>
              <a:rPr lang="en-US" sz="2400" dirty="0"/>
              <a:t> measures how much the group means differ from the overall mean.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3F265-54D1-6669-3310-ED27D46A9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74" y="3030428"/>
            <a:ext cx="9102870" cy="797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F25A7-5883-B4F5-CEDD-BC722803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18" y="3827572"/>
            <a:ext cx="9722726" cy="2665302"/>
          </a:xfrm>
          <a:prstGeom prst="rect">
            <a:avLst/>
          </a:prstGeom>
        </p:spPr>
      </p:pic>
      <p:pic>
        <p:nvPicPr>
          <p:cNvPr id="8" name="Picture 7" descr="Iqra University - IU">
            <a:extLst>
              <a:ext uri="{FF2B5EF4-FFF2-40B4-BE49-F238E27FC236}">
                <a16:creationId xmlns:a16="http://schemas.microsoft.com/office/drawing/2014/main" id="{20747A96-8826-ABDE-DAC6-3F4DE82D9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278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0709"/>
          </a:xfrm>
        </p:spPr>
        <p:txBody>
          <a:bodyPr>
            <a:normAutofit/>
          </a:bodyPr>
          <a:lstStyle/>
          <a:p>
            <a:r>
              <a:rPr lang="en-US" sz="2800" dirty="0"/>
              <a:t>ANOVA: Example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5834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5: Calculate the Sum of Squares Within Groups (SSW)</a:t>
            </a:r>
          </a:p>
          <a:p>
            <a:pPr>
              <a:buNone/>
            </a:pPr>
            <a:r>
              <a:rPr lang="en-US" sz="2400" dirty="0"/>
              <a:t>The </a:t>
            </a:r>
            <a:r>
              <a:rPr lang="en-US" sz="2400" b="1" dirty="0"/>
              <a:t>sum of squares within groups</a:t>
            </a:r>
            <a:r>
              <a:rPr lang="en-US" sz="2400" dirty="0"/>
              <a:t> measures the variation of test scores within each group.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F967E-2B77-93DF-0423-FCED54C78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0441"/>
            <a:ext cx="10355317" cy="4351338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9BD6584B-8F3D-DC61-5013-43835B768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478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1730"/>
          </a:xfrm>
        </p:spPr>
        <p:txBody>
          <a:bodyPr>
            <a:normAutofit/>
          </a:bodyPr>
          <a:lstStyle/>
          <a:p>
            <a:r>
              <a:rPr lang="en-US" sz="2800" dirty="0"/>
              <a:t>ANOVA: Example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92772"/>
            <a:ext cx="10901855" cy="488419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6: Calculate the Degrees of Freedom (</a:t>
            </a:r>
            <a:r>
              <a:rPr lang="en-US" sz="2400" b="1" dirty="0" err="1"/>
              <a:t>df</a:t>
            </a:r>
            <a:r>
              <a:rPr lang="en-US" sz="24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Degrees of Freedom Between Groups (</a:t>
            </a:r>
            <a:r>
              <a:rPr lang="en-US" sz="2400" dirty="0" err="1"/>
              <a:t>dfB</a:t>
            </a:r>
            <a:r>
              <a:rPr lang="en-US" sz="2400" dirty="0"/>
              <a:t>) = k−1=3−1=2  (</a:t>
            </a:r>
            <a:r>
              <a:rPr lang="en-US" sz="2000" dirty="0"/>
              <a:t>k -&gt; number of groups)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Degrees of Freedom Within Groups (</a:t>
            </a:r>
            <a:r>
              <a:rPr lang="en-US" sz="2400" dirty="0" err="1"/>
              <a:t>dfW</a:t>
            </a:r>
            <a:r>
              <a:rPr lang="en-US" sz="2400" dirty="0"/>
              <a:t>) = N−k = 9 − 3 = 6 (</a:t>
            </a:r>
            <a:r>
              <a:rPr lang="en-US" sz="2000" dirty="0"/>
              <a:t>N -&gt; total number of records)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7: Calculate the Mean Squares</a:t>
            </a:r>
            <a:endParaRPr lang="en-US" sz="2400" b="1" strike="sngStri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7E0FB-013D-BF2B-09D1-6C43F86C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298" y="3741684"/>
            <a:ext cx="6734175" cy="2835904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AFF54A1A-2232-0ACF-8076-85E10D3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324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>
            <a:normAutofit/>
          </a:bodyPr>
          <a:lstStyle/>
          <a:p>
            <a:r>
              <a:rPr lang="en-US" sz="2800" dirty="0"/>
              <a:t>ANOVA: Example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0428"/>
            <a:ext cx="10515600" cy="47265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8: Calculate the F-Statistic</a:t>
            </a:r>
          </a:p>
          <a:p>
            <a:pPr marL="0" indent="0">
              <a:buNone/>
            </a:pPr>
            <a:r>
              <a:rPr lang="en-US" sz="2400" dirty="0"/>
              <a:t>The F-statistic is the ratio of the mean square between groups to the mean square within groups.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9: Determine the Critical Value or p-value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</a:t>
            </a:r>
            <a:r>
              <a:rPr lang="en-US" sz="2400" dirty="0" err="1"/>
              <a:t>dfB</a:t>
            </a:r>
            <a:r>
              <a:rPr lang="en-US" sz="2400" dirty="0"/>
              <a:t>=2 and </a:t>
            </a:r>
            <a:r>
              <a:rPr lang="en-US" sz="2400" dirty="0" err="1"/>
              <a:t>dfW</a:t>
            </a:r>
            <a:r>
              <a:rPr lang="en-US" sz="2400" dirty="0"/>
              <a:t>=6, you can look up the </a:t>
            </a:r>
            <a:r>
              <a:rPr lang="en-US" sz="2400" b="1" dirty="0"/>
              <a:t>critical value</a:t>
            </a:r>
            <a:r>
              <a:rPr lang="en-US" sz="2400" dirty="0"/>
              <a:t> of F in an F-distribution table at a significance level (α) of 0.05.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</a:t>
            </a:r>
            <a:r>
              <a:rPr lang="en-US" sz="2400" dirty="0" err="1"/>
              <a:t>dfB</a:t>
            </a:r>
            <a:r>
              <a:rPr lang="en-US" sz="2400" dirty="0"/>
              <a:t>=2 and </a:t>
            </a:r>
            <a:r>
              <a:rPr lang="en-US" sz="2400" dirty="0" err="1"/>
              <a:t>dfW</a:t>
            </a:r>
            <a:r>
              <a:rPr lang="en-US" sz="2400" dirty="0"/>
              <a:t>=6, the critical value of F is </a:t>
            </a:r>
            <a:r>
              <a:rPr lang="en-US" sz="2400" b="1" dirty="0"/>
              <a:t>5.14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Since the calculated F-statistic (3.51) is </a:t>
            </a:r>
            <a:r>
              <a:rPr lang="en-US" sz="2400" b="1" dirty="0"/>
              <a:t>less than</a:t>
            </a:r>
            <a:r>
              <a:rPr lang="en-US" sz="2400" dirty="0"/>
              <a:t> the critical value (5.14), we </a:t>
            </a:r>
            <a:r>
              <a:rPr lang="en-US" sz="2400" b="1" dirty="0"/>
              <a:t>fail to reject</a:t>
            </a:r>
            <a:r>
              <a:rPr lang="en-US" sz="2400" dirty="0"/>
              <a:t> the null hypothesis.</a:t>
            </a:r>
            <a:endParaRPr lang="en-US" sz="3600" dirty="0"/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ACE27-E2C8-A8BA-AFE5-4B7AA5C4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49" y="2412389"/>
            <a:ext cx="4229101" cy="1016611"/>
          </a:xfrm>
          <a:prstGeom prst="rect">
            <a:avLst/>
          </a:prstGeom>
        </p:spPr>
      </p:pic>
      <p:pic>
        <p:nvPicPr>
          <p:cNvPr id="6" name="Picture 5" descr="Iqra University - IU">
            <a:extLst>
              <a:ext uri="{FF2B5EF4-FFF2-40B4-BE49-F238E27FC236}">
                <a16:creationId xmlns:a16="http://schemas.microsoft.com/office/drawing/2014/main" id="{5F34C7EC-A6D0-9215-8A84-DD0E21CF1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977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1730"/>
          </a:xfrm>
        </p:spPr>
        <p:txBody>
          <a:bodyPr>
            <a:normAutofit/>
          </a:bodyPr>
          <a:lstStyle/>
          <a:p>
            <a:r>
              <a:rPr lang="en-US" sz="2800" dirty="0"/>
              <a:t>ANOVA: Example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10: Conclusion</a:t>
            </a:r>
          </a:p>
          <a:p>
            <a:r>
              <a:rPr lang="en-US" sz="2400" dirty="0"/>
              <a:t>Since the F-statistic (3.51) is less than the critical value (5.14), we fail to reject the null hypothesis. This means there is </a:t>
            </a:r>
            <a:r>
              <a:rPr lang="en-US" sz="2400" b="1" dirty="0"/>
              <a:t>no significant difference</a:t>
            </a:r>
            <a:r>
              <a:rPr lang="en-US" sz="2400" dirty="0"/>
              <a:t> in the test scores between the study groups.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E0371CD1-8118-EABB-E636-F178502F6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212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Categorical-Numerical Analysis</a:t>
            </a:r>
            <a:br>
              <a:rPr lang="en-US" dirty="0"/>
            </a:br>
            <a:r>
              <a:rPr lang="en-US" sz="2800" dirty="0"/>
              <a:t>F-Table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70" y="0"/>
            <a:ext cx="11043860" cy="67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99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0C5C-26D4-528E-267E-6025C901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Practice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181F5A-8A71-85E7-EBE3-7FB68114A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142091"/>
              </p:ext>
            </p:extLst>
          </p:nvPr>
        </p:nvGraphicFramePr>
        <p:xfrm>
          <a:off x="2186595" y="1825622"/>
          <a:ext cx="6558012" cy="4351344"/>
        </p:xfrm>
        <a:graphic>
          <a:graphicData uri="http://schemas.openxmlformats.org/drawingml/2006/table">
            <a:tbl>
              <a:tblPr/>
              <a:tblGrid>
                <a:gridCol w="2606270">
                  <a:extLst>
                    <a:ext uri="{9D8B030D-6E8A-4147-A177-3AD203B41FA5}">
                      <a16:colId xmlns:a16="http://schemas.microsoft.com/office/drawing/2014/main" val="2042128534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3777101192"/>
                    </a:ext>
                  </a:extLst>
                </a:gridCol>
                <a:gridCol w="1345472">
                  <a:extLst>
                    <a:ext uri="{9D8B030D-6E8A-4147-A177-3AD203B41FA5}">
                      <a16:colId xmlns:a16="http://schemas.microsoft.com/office/drawing/2014/main" val="1435802685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ID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Department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Salary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389087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Marketing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5500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36789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4600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16872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7500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58753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Sales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7000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73206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Marketing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5800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96240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6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HR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4900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11967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7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8000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36463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Finance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7100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926835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9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Sales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6500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83847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10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HR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5200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15522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Marketing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5700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0339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12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8200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79880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13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Sales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7200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035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14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Finance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7400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734475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15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7900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100633"/>
                  </a:ext>
                </a:extLst>
              </a:tr>
            </a:tbl>
          </a:graphicData>
        </a:graphic>
      </p:graphicFrame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7C262DED-C42C-FEB5-6F1B-AC7E4AE1F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63" y="79225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46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1830</Words>
  <Application>Microsoft Office PowerPoint</Application>
  <PresentationFormat>Widescreen</PresentationFormat>
  <Paragraphs>372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Wingdings</vt:lpstr>
      <vt:lpstr>Office Theme</vt:lpstr>
      <vt:lpstr>Exploratory Data Analysis</vt:lpstr>
      <vt:lpstr>Recall</vt:lpstr>
      <vt:lpstr>Bivariate Analysis</vt:lpstr>
      <vt:lpstr>Types of Bivariate Analysis</vt:lpstr>
      <vt:lpstr>Categorical-Categorical Analysis</vt:lpstr>
      <vt:lpstr>Categorical-Categorical Analysis</vt:lpstr>
      <vt:lpstr>Categorical-Categorical Analysis</vt:lpstr>
      <vt:lpstr>Chi-Square Test</vt:lpstr>
      <vt:lpstr>Chi-Square Test</vt:lpstr>
      <vt:lpstr>Chi-Square Test</vt:lpstr>
      <vt:lpstr>Chi-Square Test</vt:lpstr>
      <vt:lpstr>Chi-Square Test</vt:lpstr>
      <vt:lpstr>Chi-Square Test</vt:lpstr>
      <vt:lpstr>Chi-Square Test</vt:lpstr>
      <vt:lpstr>Chi-Square Test</vt:lpstr>
      <vt:lpstr>Chi Square Test (Practice)</vt:lpstr>
      <vt:lpstr>PowerPoint Presentation</vt:lpstr>
      <vt:lpstr>Steps for Categorical-Categorical Analysis</vt:lpstr>
      <vt:lpstr>Categorical-Numerical Analysis</vt:lpstr>
      <vt:lpstr>Categorical-Numerical Analysis Types</vt:lpstr>
      <vt:lpstr>Categorical-Numerical Analysis ANOVA</vt:lpstr>
      <vt:lpstr>Categorical-Numerical Analysis ANOVA: Purpose</vt:lpstr>
      <vt:lpstr>Categorical-Numerical Analysis ANOVA: Types</vt:lpstr>
      <vt:lpstr>Categorical-Numerical Analysis ANOVA: F-Statistic</vt:lpstr>
      <vt:lpstr>Categorical-Numerical Analysis ANOVA: Calculating F-Statistic</vt:lpstr>
      <vt:lpstr>Categorical-Numerical Analysis ANOVA: Calculating F-Statistic</vt:lpstr>
      <vt:lpstr>Categorical-Numerical Analysis ANOVA: Calculating F-Statistic</vt:lpstr>
      <vt:lpstr>Categorical-Numerical Analysis ANOVA: Calculating F-Statistic</vt:lpstr>
      <vt:lpstr>Categorical-Numerical Analysis ANOVA: Example</vt:lpstr>
      <vt:lpstr>ANOVA: Example</vt:lpstr>
      <vt:lpstr>ANOVA: Example</vt:lpstr>
      <vt:lpstr>ANOVA: Example</vt:lpstr>
      <vt:lpstr>ANOVA: Example</vt:lpstr>
      <vt:lpstr>ANOVA: Example</vt:lpstr>
      <vt:lpstr>ANOVA: Example</vt:lpstr>
      <vt:lpstr>Categorical-Numerical Analysis F-Table</vt:lpstr>
      <vt:lpstr>ANOVA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</dc:title>
  <dc:creator>fahad satti</dc:creator>
  <cp:lastModifiedBy>(FA21-RCS-015) LAIBA SABIR</cp:lastModifiedBy>
  <cp:revision>336</cp:revision>
  <dcterms:created xsi:type="dcterms:W3CDTF">2023-10-17T06:20:01Z</dcterms:created>
  <dcterms:modified xsi:type="dcterms:W3CDTF">2025-04-23T04:22:30Z</dcterms:modified>
</cp:coreProperties>
</file>